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70" r:id="rId5"/>
    <p:sldId id="280" r:id="rId6"/>
    <p:sldId id="267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967F4E-50ED-FA22-881B-4464B9EDF135}" name="Pierre DUPRAY" initials="PD" userId="S::pierre.dupray@ekovya.com::ebaf5123-57b2-4565-887d-c42953b195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00416-DC43-F782-9588-FB12D89D25EB}" v="2" dt="2023-10-20T08:00:16.896"/>
    <p1510:client id="{0429E3EE-231F-FA62-8922-EB656F73FB56}" v="456" dt="2023-10-05T10:16:08.184"/>
    <p1510:client id="{068D5972-88F6-F578-F1B2-9CF1F71D34C0}" v="266" dt="2023-10-19T15:04:45.439"/>
    <p1510:client id="{079BFB73-F335-E3A0-FBD0-82A52EADACBC}" v="31" dt="2023-10-17T10:45:31.610"/>
    <p1510:client id="{082EB23E-6D05-41BC-A848-203319BA1DA2}" v="80" dt="2023-10-19T13:57:29.096"/>
    <p1510:client id="{0B451D94-4D11-8EC8-CE0B-AA05E17305F4}" v="37" dt="2023-09-01T08:59:35.793"/>
    <p1510:client id="{10FC939C-9997-7CD5-5DBC-A35911536A03}" v="27" dt="2023-10-19T14:36:18.309"/>
    <p1510:client id="{120F7B16-22EE-D721-DAE1-6EF7311486A8}" v="22" dt="2023-09-01T07:18:24.605"/>
    <p1510:client id="{1A4A86BB-1F1D-B760-D757-96BF5A1F6A92}" v="208" dt="2023-09-01T08:34:55.588"/>
    <p1510:client id="{1BA0A387-286A-7282-F7D4-E0F0F5959EC9}" v="147" dt="2023-10-20T07:59:27.972"/>
    <p1510:client id="{1F4C8760-E406-398C-9717-01B272D05944}" v="1" dt="2023-10-08T19:40:31.591"/>
    <p1510:client id="{213213FC-B9BE-8318-3471-C0FD26CBDEC2}" v="534" dt="2023-10-19T14:59:26.659"/>
    <p1510:client id="{262C3EF5-30E6-F74A-FD33-C37B1094B6A3}" v="16" dt="2023-09-27T12:38:36.784"/>
    <p1510:client id="{323D9C23-3C63-9316-C78E-0798ACFF517D}" v="5" dt="2023-10-20T08:00:23.666"/>
    <p1510:client id="{332F48A6-AB8A-80DC-AD35-9AF3AB5DC674}" v="231" dt="2023-10-10T08:47:27.167"/>
    <p1510:client id="{352D2734-0CF0-215A-3A04-C065802887C3}" v="189" dt="2023-08-31T13:56:26.878"/>
    <p1510:client id="{3E00C978-A124-15FF-5B30-C7026DF6610D}" v="77" dt="2023-09-01T07:10:41.028"/>
    <p1510:client id="{4A47781F-1A60-FFD4-93C2-451A7A652BE0}" v="6" dt="2023-10-19T13:26:49.080"/>
    <p1510:client id="{5BCADF48-CB22-A94F-7843-C2E08AD36235}" v="25" dt="2023-10-19T07:50:11.385"/>
    <p1510:client id="{5FC78720-8A71-EC22-0ADB-503FDD26AC96}" v="65" dt="2023-09-01T09:18:51.124"/>
    <p1510:client id="{72B79FB3-7F60-807D-7979-8E8E02B76D29}" v="48" dt="2023-10-04T10:39:55.839"/>
    <p1510:client id="{8127D9C0-8C55-417D-9996-FE7B40217016}" v="464" vWet="466" dt="2023-08-31T14:19:16.443"/>
    <p1510:client id="{846B1A74-D780-344E-DCBD-EB203F05279A}" v="132" dt="2023-10-20T08:49:05.076"/>
    <p1510:client id="{850AA89F-4B6A-A030-054F-90145548A0E7}" v="41" dt="2023-10-04T12:46:09.026"/>
    <p1510:client id="{8B16CD52-18DD-C621-EF69-16C029B30CCD}" v="21" dt="2023-09-01T04:54:22.776"/>
    <p1510:client id="{93F36E35-33E8-3515-93B0-B93E61E568B3}" v="53" dt="2023-11-02T19:17:57.829"/>
    <p1510:client id="{96697452-3516-83A2-ADF4-B1D1EC42F1B8}" v="1" dt="2023-10-09T18:58:27.120"/>
    <p1510:client id="{984EEAE1-B9E8-E67D-75D8-B8CC17E025B7}" v="407" dt="2023-10-10T14:48:18.541"/>
    <p1510:client id="{9A9A9031-7CBE-5C90-2A69-AEEB8AF8C1A5}" v="294" dt="2023-10-17T14:25:12.087"/>
    <p1510:client id="{AAC7BD81-6D32-ADF7-638A-5B1E24423B7F}" v="112" dt="2023-10-19T08:38:26.111"/>
    <p1510:client id="{B2CF4495-99EC-79DC-2DF1-35B191123D4B}" v="223" dt="2023-10-19T15:50:43.741"/>
    <p1510:client id="{BEC622ED-E4FF-AE5C-876B-05289C75A7E4}" v="1" dt="2023-09-07T08:29:54.537"/>
    <p1510:client id="{C42E5676-D2C8-1984-00CA-621413F39D4E}" v="767" dt="2023-11-02T19:10:05.780"/>
    <p1510:client id="{DC06D39F-897A-31D0-AB43-A68BF3A5A207}" v="88" dt="2023-10-05T10:27:58.385"/>
    <p1510:client id="{E63828C4-B144-83B4-9711-92F0CAE198D1}" v="385" dt="2023-10-17T10:42:29.747"/>
    <p1510:client id="{EA281CA2-FB09-6090-ECCD-87D21C6152A6}" v="695" dt="2023-08-31T14:32:48.299"/>
    <p1510:client id="{F1CCB4FD-ACCB-1F54-E945-E5590232FEF4}" v="38" dt="2023-09-01T09:33:43.485"/>
    <p1510:client id="{F2E85866-08E4-C3C6-04C5-CFD39FE0D6E7}" v="6" dt="2023-10-19T10:54:51.312"/>
    <p1510:client id="{F34A56E3-00A2-C5C8-C391-EE4243BE1F43}" v="65" dt="2023-10-17T08:09:33.738"/>
    <p1510:client id="{F58FB25C-F2E1-5560-E99E-3837B70C2F7E}" v="335" dt="2023-10-04T12:44:12.488"/>
    <p1510:client id="{F61B0CE3-6908-4EDA-95A0-9DAA46D06C61}" v="21" dt="2023-10-11T07:48:46.296"/>
    <p1510:client id="{F7CB054D-CFFE-95F6-5C68-4BE56F8D712D}" v="172" dt="2023-11-02T19:54:44.264"/>
    <p1510:client id="{F8C4EF96-53FA-7293-67A5-F61968F53DBD}" v="21" dt="2023-09-01T08:49:32.670"/>
    <p1510:client id="{FD43CBDB-3FD4-975F-7CC8-054DD76F010C}" v="255" dt="2023-10-19T09:58:38.1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ra MHAMSA [EKVY]" userId="S::samira.mhamsa@ekovya.com::97bca04c-d510-4e0a-9b7c-fecd571a8b3c" providerId="AD" clId="Web-{93F36E35-33E8-3515-93B0-B93E61E568B3}"/>
    <pc:docChg chg="modSld">
      <pc:chgData name="Samira MHAMSA [EKVY]" userId="S::samira.mhamsa@ekovya.com::97bca04c-d510-4e0a-9b7c-fecd571a8b3c" providerId="AD" clId="Web-{93F36E35-33E8-3515-93B0-B93E61E568B3}" dt="2023-11-02T19:17:57.829" v="52" actId="20577"/>
      <pc:docMkLst>
        <pc:docMk/>
      </pc:docMkLst>
      <pc:sldChg chg="modSp">
        <pc:chgData name="Samira MHAMSA [EKVY]" userId="S::samira.mhamsa@ekovya.com::97bca04c-d510-4e0a-9b7c-fecd571a8b3c" providerId="AD" clId="Web-{93F36E35-33E8-3515-93B0-B93E61E568B3}" dt="2023-11-02T19:16:17.087" v="9" actId="20577"/>
        <pc:sldMkLst>
          <pc:docMk/>
          <pc:sldMk cId="330255656" sldId="270"/>
        </pc:sldMkLst>
        <pc:spChg chg="mod">
          <ac:chgData name="Samira MHAMSA [EKVY]" userId="S::samira.mhamsa@ekovya.com::97bca04c-d510-4e0a-9b7c-fecd571a8b3c" providerId="AD" clId="Web-{93F36E35-33E8-3515-93B0-B93E61E568B3}" dt="2023-11-02T19:16:17.087" v="9" actId="20577"/>
          <ac:spMkLst>
            <pc:docMk/>
            <pc:sldMk cId="330255656" sldId="270"/>
            <ac:spMk id="2" creationId="{5A564A01-9E7D-BEF6-D991-C9A3F691854A}"/>
          </ac:spMkLst>
        </pc:spChg>
      </pc:sldChg>
      <pc:sldChg chg="modSp">
        <pc:chgData name="Samira MHAMSA [EKVY]" userId="S::samira.mhamsa@ekovya.com::97bca04c-d510-4e0a-9b7c-fecd571a8b3c" providerId="AD" clId="Web-{93F36E35-33E8-3515-93B0-B93E61E568B3}" dt="2023-11-02T19:17:57.829" v="52" actId="20577"/>
        <pc:sldMkLst>
          <pc:docMk/>
          <pc:sldMk cId="3511828865" sldId="280"/>
        </pc:sldMkLst>
        <pc:spChg chg="mod">
          <ac:chgData name="Samira MHAMSA [EKVY]" userId="S::samira.mhamsa@ekovya.com::97bca04c-d510-4e0a-9b7c-fecd571a8b3c" providerId="AD" clId="Web-{93F36E35-33E8-3515-93B0-B93E61E568B3}" dt="2023-11-02T19:17:57.829" v="52" actId="20577"/>
          <ac:spMkLst>
            <pc:docMk/>
            <pc:sldMk cId="3511828865" sldId="280"/>
            <ac:spMk id="8" creationId="{097F11B5-7DA0-A551-37D1-B12622A8CC08}"/>
          </ac:spMkLst>
        </pc:spChg>
      </pc:sldChg>
    </pc:docChg>
  </pc:docChgLst>
  <pc:docChgLst>
    <pc:chgData name="Samira MHAMSA [EKVY]" userId="S::samira.mhamsa@ekovya.com::97bca04c-d510-4e0a-9b7c-fecd571a8b3c" providerId="AD" clId="Web-{F7CB054D-CFFE-95F6-5C68-4BE56F8D712D}"/>
    <pc:docChg chg="delSld modSld">
      <pc:chgData name="Samira MHAMSA [EKVY]" userId="S::samira.mhamsa@ekovya.com::97bca04c-d510-4e0a-9b7c-fecd571a8b3c" providerId="AD" clId="Web-{F7CB054D-CFFE-95F6-5C68-4BE56F8D712D}" dt="2023-11-02T19:54:44.264" v="159"/>
      <pc:docMkLst>
        <pc:docMk/>
      </pc:docMkLst>
      <pc:sldChg chg="modSp">
        <pc:chgData name="Samira MHAMSA [EKVY]" userId="S::samira.mhamsa@ekovya.com::97bca04c-d510-4e0a-9b7c-fecd571a8b3c" providerId="AD" clId="Web-{F7CB054D-CFFE-95F6-5C68-4BE56F8D712D}" dt="2023-11-02T19:30:30.805" v="74" actId="20577"/>
        <pc:sldMkLst>
          <pc:docMk/>
          <pc:sldMk cId="873334615" sldId="267"/>
        </pc:sldMkLst>
        <pc:spChg chg="mod">
          <ac:chgData name="Samira MHAMSA [EKVY]" userId="S::samira.mhamsa@ekovya.com::97bca04c-d510-4e0a-9b7c-fecd571a8b3c" providerId="AD" clId="Web-{F7CB054D-CFFE-95F6-5C68-4BE56F8D712D}" dt="2023-11-02T19:28:49.394" v="25" actId="20577"/>
          <ac:spMkLst>
            <pc:docMk/>
            <pc:sldMk cId="873334615" sldId="267"/>
            <ac:spMk id="3" creationId="{F04213D5-633A-25C9-BF59-1CBE75963FD4}"/>
          </ac:spMkLst>
        </pc:spChg>
        <pc:spChg chg="mod">
          <ac:chgData name="Samira MHAMSA [EKVY]" userId="S::samira.mhamsa@ekovya.com::97bca04c-d510-4e0a-9b7c-fecd571a8b3c" providerId="AD" clId="Web-{F7CB054D-CFFE-95F6-5C68-4BE56F8D712D}" dt="2023-11-02T19:30:30.805" v="74" actId="20577"/>
          <ac:spMkLst>
            <pc:docMk/>
            <pc:sldMk cId="873334615" sldId="267"/>
            <ac:spMk id="5" creationId="{8C0A722D-CF90-A5F8-A6FB-E2276DC949A3}"/>
          </ac:spMkLst>
        </pc:spChg>
      </pc:sldChg>
      <pc:sldChg chg="modSp">
        <pc:chgData name="Samira MHAMSA [EKVY]" userId="S::samira.mhamsa@ekovya.com::97bca04c-d510-4e0a-9b7c-fecd571a8b3c" providerId="AD" clId="Web-{F7CB054D-CFFE-95F6-5C68-4BE56F8D712D}" dt="2023-11-02T19:29:47.709" v="59" actId="1076"/>
        <pc:sldMkLst>
          <pc:docMk/>
          <pc:sldMk cId="330255656" sldId="270"/>
        </pc:sldMkLst>
        <pc:spChg chg="mod">
          <ac:chgData name="Samira MHAMSA [EKVY]" userId="S::samira.mhamsa@ekovya.com::97bca04c-d510-4e0a-9b7c-fecd571a8b3c" providerId="AD" clId="Web-{F7CB054D-CFFE-95F6-5C68-4BE56F8D712D}" dt="2023-11-02T19:29:47.709" v="59" actId="1076"/>
          <ac:spMkLst>
            <pc:docMk/>
            <pc:sldMk cId="330255656" sldId="270"/>
            <ac:spMk id="3" creationId="{F04213D5-633A-25C9-BF59-1CBE75963FD4}"/>
          </ac:spMkLst>
        </pc:spChg>
      </pc:sldChg>
      <pc:sldChg chg="addSp modSp mod modClrScheme chgLayout">
        <pc:chgData name="Samira MHAMSA [EKVY]" userId="S::samira.mhamsa@ekovya.com::97bca04c-d510-4e0a-9b7c-fecd571a8b3c" providerId="AD" clId="Web-{F7CB054D-CFFE-95F6-5C68-4BE56F8D712D}" dt="2023-11-02T19:52:34.617" v="154" actId="1076"/>
        <pc:sldMkLst>
          <pc:docMk/>
          <pc:sldMk cId="3511828865" sldId="280"/>
        </pc:sldMkLst>
        <pc:spChg chg="mod ord">
          <ac:chgData name="Samira MHAMSA [EKVY]" userId="S::samira.mhamsa@ekovya.com::97bca04c-d510-4e0a-9b7c-fecd571a8b3c" providerId="AD" clId="Web-{F7CB054D-CFFE-95F6-5C68-4BE56F8D712D}" dt="2023-11-02T19:50:17.564" v="108"/>
          <ac:spMkLst>
            <pc:docMk/>
            <pc:sldMk cId="3511828865" sldId="280"/>
            <ac:spMk id="2" creationId="{5A564A01-9E7D-BEF6-D991-C9A3F691854A}"/>
          </ac:spMkLst>
        </pc:spChg>
        <pc:spChg chg="add mod ord">
          <ac:chgData name="Samira MHAMSA [EKVY]" userId="S::samira.mhamsa@ekovya.com::97bca04c-d510-4e0a-9b7c-fecd571a8b3c" providerId="AD" clId="Web-{F7CB054D-CFFE-95F6-5C68-4BE56F8D712D}" dt="2023-11-02T19:52:30.570" v="153" actId="1076"/>
          <ac:spMkLst>
            <pc:docMk/>
            <pc:sldMk cId="3511828865" sldId="280"/>
            <ac:spMk id="3" creationId="{CFA63C86-8B12-A370-E129-EC974E5D265C}"/>
          </ac:spMkLst>
        </pc:spChg>
        <pc:spChg chg="mod ord">
          <ac:chgData name="Samira MHAMSA [EKVY]" userId="S::samira.mhamsa@ekovya.com::97bca04c-d510-4e0a-9b7c-fecd571a8b3c" providerId="AD" clId="Web-{F7CB054D-CFFE-95F6-5C68-4BE56F8D712D}" dt="2023-11-02T19:52:34.617" v="154" actId="1076"/>
          <ac:spMkLst>
            <pc:docMk/>
            <pc:sldMk cId="3511828865" sldId="280"/>
            <ac:spMk id="8" creationId="{097F11B5-7DA0-A551-37D1-B12622A8CC08}"/>
          </ac:spMkLst>
        </pc:spChg>
      </pc:sldChg>
      <pc:sldChg chg="delSp modSp del mod modClrScheme chgLayout">
        <pc:chgData name="Samira MHAMSA [EKVY]" userId="S::samira.mhamsa@ekovya.com::97bca04c-d510-4e0a-9b7c-fecd571a8b3c" providerId="AD" clId="Web-{F7CB054D-CFFE-95F6-5C68-4BE56F8D712D}" dt="2023-11-02T19:54:44.264" v="159"/>
        <pc:sldMkLst>
          <pc:docMk/>
          <pc:sldMk cId="1440125615" sldId="292"/>
        </pc:sldMkLst>
        <pc:spChg chg="mod ord">
          <ac:chgData name="Samira MHAMSA [EKVY]" userId="S::samira.mhamsa@ekovya.com::97bca04c-d510-4e0a-9b7c-fecd571a8b3c" providerId="AD" clId="Web-{F7CB054D-CFFE-95F6-5C68-4BE56F8D712D}" dt="2023-11-02T19:45:07.785" v="103"/>
          <ac:spMkLst>
            <pc:docMk/>
            <pc:sldMk cId="1440125615" sldId="292"/>
            <ac:spMk id="4" creationId="{9056FC7B-9160-9DF4-FAFE-648B8E2EF3C7}"/>
          </ac:spMkLst>
        </pc:spChg>
        <pc:spChg chg="mod ord">
          <ac:chgData name="Samira MHAMSA [EKVY]" userId="S::samira.mhamsa@ekovya.com::97bca04c-d510-4e0a-9b7c-fecd571a8b3c" providerId="AD" clId="Web-{F7CB054D-CFFE-95F6-5C68-4BE56F8D712D}" dt="2023-11-02T19:54:44.217" v="158" actId="20577"/>
          <ac:spMkLst>
            <pc:docMk/>
            <pc:sldMk cId="1440125615" sldId="292"/>
            <ac:spMk id="6" creationId="{1C558C54-FF31-866E-245F-FCAF8C0235F0}"/>
          </ac:spMkLst>
        </pc:spChg>
        <pc:spChg chg="del">
          <ac:chgData name="Samira MHAMSA [EKVY]" userId="S::samira.mhamsa@ekovya.com::97bca04c-d510-4e0a-9b7c-fecd571a8b3c" providerId="AD" clId="Web-{F7CB054D-CFFE-95F6-5C68-4BE56F8D712D}" dt="2023-11-02T19:45:07.785" v="103"/>
          <ac:spMkLst>
            <pc:docMk/>
            <pc:sldMk cId="1440125615" sldId="292"/>
            <ac:spMk id="7" creationId="{DAF1AC76-EC86-9FED-A55D-826CAC11FA10}"/>
          </ac:spMkLst>
        </pc:spChg>
      </pc:sldChg>
      <pc:sldChg chg="delSp modSp del">
        <pc:chgData name="Samira MHAMSA [EKVY]" userId="S::samira.mhamsa@ekovya.com::97bca04c-d510-4e0a-9b7c-fecd571a8b3c" providerId="AD" clId="Web-{F7CB054D-CFFE-95F6-5C68-4BE56F8D712D}" dt="2023-11-02T19:44:36.424" v="102"/>
        <pc:sldMkLst>
          <pc:docMk/>
          <pc:sldMk cId="55050089" sldId="293"/>
        </pc:sldMkLst>
        <pc:spChg chg="del mod">
          <ac:chgData name="Samira MHAMSA [EKVY]" userId="S::samira.mhamsa@ekovya.com::97bca04c-d510-4e0a-9b7c-fecd571a8b3c" providerId="AD" clId="Web-{F7CB054D-CFFE-95F6-5C68-4BE56F8D712D}" dt="2023-11-02T19:41:49.433" v="78"/>
          <ac:spMkLst>
            <pc:docMk/>
            <pc:sldMk cId="55050089" sldId="293"/>
            <ac:spMk id="3" creationId="{E67420FB-B863-480C-E4A8-B53E05F8D4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28F70-A1E7-4142-AB9E-76470A461AE6}" type="datetimeFigureOut">
              <a:t>11/2/2023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B9609-40DC-44BB-A30D-A5F28BB6B1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97D057A5-928A-482A-BE4E-EC303C8319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410AF868-41F9-49DA-A203-8F4B1126E3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7658"/>
            <a:ext cx="9144000" cy="1947286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DFC21-037E-4517-84B2-4220CE5DA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857"/>
            <a:ext cx="9144000" cy="76360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683" y="136323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0" y="5934363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12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1F15DE2-3DD4-42DE-9725-5CF789FA2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5232" r="28288"/>
          <a:stretch/>
        </p:blipFill>
        <p:spPr>
          <a:xfrm>
            <a:off x="7988909" y="-1"/>
            <a:ext cx="4203092" cy="3070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E32AF8C-84EB-45C3-9A98-83E7D4A6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015"/>
            <a:ext cx="10515600" cy="798657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F40605-1AC0-4BF8-B111-B042BE078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701"/>
            <a:ext cx="10515600" cy="351023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F900B6-BDAA-4660-8504-2366D15F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02/11/2023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F86DDD-4222-403E-9C46-599D5785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C36A65-95BE-4AD7-BD0B-9D0FA735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E9A6692C-E117-4EDB-AC90-3E5592E9A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73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2A33DC8-75AD-454D-974B-828D6A1AB6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017" r="-65" b="36450"/>
          <a:stretch/>
        </p:blipFill>
        <p:spPr>
          <a:xfrm>
            <a:off x="0" y="2499736"/>
            <a:ext cx="3476625" cy="435826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D0613CD-2339-4B53-B236-D91F6737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2516E0-F786-4929-9286-6ECD5A1C6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630D98-EC52-48BF-AD25-D403F2D1E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1940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9859B427-60E9-44BE-92F1-4E8395CB3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AFF9F953-9E91-4A8A-B55B-376FB686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02/11/2023</a:t>
            </a:fld>
            <a:endParaRPr lang="fr-FR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1A087C2-8F6E-478B-A17A-90563CB6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3537132D-20A4-4FDF-A759-E6A869EE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470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2C2A7-068C-4517-B726-BBAA23B34551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gradFill>
            <a:gsLst>
              <a:gs pos="0">
                <a:srgbClr val="6F9E2E"/>
              </a:gs>
              <a:gs pos="38000">
                <a:srgbClr val="52684D"/>
              </a:gs>
              <a:gs pos="100000">
                <a:srgbClr val="52684D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A457F2-6FE7-4357-9535-AC3E3082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2A2741-983F-48F1-8687-32B2ED804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4238EC-48EA-40EB-A638-D7CB33CB3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73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1379B7-2170-4A16-8EAC-3F4C4B17B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8BC72EA-2609-4D8C-AD8E-BECB34F4F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50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B58C1E45-0516-4E72-8C26-1873C754F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676" b="43357"/>
          <a:stretch/>
        </p:blipFill>
        <p:spPr>
          <a:xfrm>
            <a:off x="-1" y="4714349"/>
            <a:ext cx="1851093" cy="2143652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1882C91F-F655-4F6A-BA7A-925B47B5B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6213" y="6106106"/>
            <a:ext cx="3733800" cy="500488"/>
          </a:xfrm>
          <a:prstGeom prst="rect">
            <a:avLst/>
          </a:prstGeom>
        </p:spPr>
      </p:pic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23A0E633-EF03-4778-9CD7-936C54EE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8E23467-099B-4DCD-9498-486B2BD939EC}" type="datetimeFigureOut">
              <a:rPr lang="fr-FR" smtClean="0"/>
              <a:pPr/>
              <a:t>02/11/2023</a:t>
            </a:fld>
            <a:endParaRPr lang="fr-FR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E36B7B04-63C2-41E6-B30D-97B78443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3964A52D-CC42-4375-A5F1-8564EB22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E3E79-6AE7-4E99-B417-E53FC8573CC9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544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que 10">
            <a:extLst>
              <a:ext uri="{FF2B5EF4-FFF2-40B4-BE49-F238E27FC236}">
                <a16:creationId xmlns:a16="http://schemas.microsoft.com/office/drawing/2014/main" id="{54A6B0BD-17F4-4549-B21F-8324C49210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ED722CBD-28A7-4B4E-A2D2-4ED99D243B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F6FA5AD-1A86-45FD-B350-4756F424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6BF573A7-B519-4021-8714-5EF3503A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02/11/2023</a:t>
            </a:fld>
            <a:endParaRPr lang="fr-FR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E19ADF33-5063-40B5-85C4-E8D38BCC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EDD934A-CF8E-4463-AFBB-9899BB74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523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0D57E7C6-6F3E-4192-93CA-CCD0D63936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0F745C50-C42A-48B4-BBC9-81A7C3DE2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925762"/>
            <a:ext cx="9144000" cy="170049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8941" y="284462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57625" y="5599894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18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97D057A5-928A-482A-BE4E-EC303C8319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410AF868-41F9-49DA-A203-8F4B1126E3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7658"/>
            <a:ext cx="9144000" cy="1947286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DFC21-037E-4517-84B2-4220CE5DA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857"/>
            <a:ext cx="9144000" cy="76360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683" y="136323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0" y="5934363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12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1F15DE2-3DD4-42DE-9725-5CF789FA2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5232" r="28288"/>
          <a:stretch/>
        </p:blipFill>
        <p:spPr>
          <a:xfrm>
            <a:off x="7988909" y="-1"/>
            <a:ext cx="4203092" cy="3070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E32AF8C-84EB-45C3-9A98-83E7D4A6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015"/>
            <a:ext cx="10515600" cy="798657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F40605-1AC0-4BF8-B111-B042BE078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701"/>
            <a:ext cx="10515600" cy="351023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F900B6-BDAA-4660-8504-2366D15F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02/11/2023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F86DDD-4222-403E-9C46-599D5785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C36A65-95BE-4AD7-BD0B-9D0FA735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E9A6692C-E117-4EDB-AC90-3E5592E9A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73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2A33DC8-75AD-454D-974B-828D6A1AB6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017" r="-65" b="36450"/>
          <a:stretch/>
        </p:blipFill>
        <p:spPr>
          <a:xfrm>
            <a:off x="0" y="2499736"/>
            <a:ext cx="3476625" cy="435826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D0613CD-2339-4B53-B236-D91F6737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2516E0-F786-4929-9286-6ECD5A1C6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630D98-EC52-48BF-AD25-D403F2D1E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1940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9859B427-60E9-44BE-92F1-4E8395CB3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AFF9F953-9E91-4A8A-B55B-376FB686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02/11/2023</a:t>
            </a:fld>
            <a:endParaRPr lang="fr-FR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1A087C2-8F6E-478B-A17A-90563CB6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3537132D-20A4-4FDF-A759-E6A869EE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470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2C2A7-068C-4517-B726-BBAA23B34551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gradFill>
            <a:gsLst>
              <a:gs pos="0">
                <a:srgbClr val="6F9E2E"/>
              </a:gs>
              <a:gs pos="38000">
                <a:srgbClr val="52684D"/>
              </a:gs>
              <a:gs pos="100000">
                <a:srgbClr val="52684D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A457F2-6FE7-4357-9535-AC3E3082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2A2741-983F-48F1-8687-32B2ED804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4238EC-48EA-40EB-A638-D7CB33CB3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73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1379B7-2170-4A16-8EAC-3F4C4B17B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8BC72EA-2609-4D8C-AD8E-BECB34F4F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50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B58C1E45-0516-4E72-8C26-1873C754F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676" b="43357"/>
          <a:stretch/>
        </p:blipFill>
        <p:spPr>
          <a:xfrm>
            <a:off x="-1" y="4714349"/>
            <a:ext cx="1851093" cy="2143652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1882C91F-F655-4F6A-BA7A-925B47B5B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6213" y="6106106"/>
            <a:ext cx="3733800" cy="500488"/>
          </a:xfrm>
          <a:prstGeom prst="rect">
            <a:avLst/>
          </a:prstGeom>
        </p:spPr>
      </p:pic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23A0E633-EF03-4778-9CD7-936C54EE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8E23467-099B-4DCD-9498-486B2BD939EC}" type="datetimeFigureOut">
              <a:rPr lang="fr-FR" smtClean="0"/>
              <a:pPr/>
              <a:t>02/11/2023</a:t>
            </a:fld>
            <a:endParaRPr lang="fr-FR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E36B7B04-63C2-41E6-B30D-97B78443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3964A52D-CC42-4375-A5F1-8564EB22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E3E79-6AE7-4E99-B417-E53FC8573CC9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544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que 10">
            <a:extLst>
              <a:ext uri="{FF2B5EF4-FFF2-40B4-BE49-F238E27FC236}">
                <a16:creationId xmlns:a16="http://schemas.microsoft.com/office/drawing/2014/main" id="{54A6B0BD-17F4-4549-B21F-8324C49210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ED722CBD-28A7-4B4E-A2D2-4ED99D243B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F6FA5AD-1A86-45FD-B350-4756F424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6BF573A7-B519-4021-8714-5EF3503A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02/11/2023</a:t>
            </a:fld>
            <a:endParaRPr lang="fr-FR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E19ADF33-5063-40B5-85C4-E8D38BCC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EDD934A-CF8E-4463-AFBB-9899BB74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523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0D57E7C6-6F3E-4192-93CA-CCD0D63936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0F745C50-C42A-48B4-BBC9-81A7C3DE2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925762"/>
            <a:ext cx="9144000" cy="170049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8941" y="284462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57625" y="5599894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18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97D057A5-928A-482A-BE4E-EC303C8319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410AF868-41F9-49DA-A203-8F4B1126E3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7658"/>
            <a:ext cx="9144000" cy="1947286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DFC21-037E-4517-84B2-4220CE5DA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857"/>
            <a:ext cx="9144000" cy="76360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683" y="136323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0" y="5934363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12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1F15DE2-3DD4-42DE-9725-5CF789FA2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5232" r="28288"/>
          <a:stretch/>
        </p:blipFill>
        <p:spPr>
          <a:xfrm>
            <a:off x="7988909" y="-1"/>
            <a:ext cx="4203092" cy="3070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E32AF8C-84EB-45C3-9A98-83E7D4A6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015"/>
            <a:ext cx="10515600" cy="798657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F40605-1AC0-4BF8-B111-B042BE078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701"/>
            <a:ext cx="10515600" cy="351023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F900B6-BDAA-4660-8504-2366D15F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02/11/2023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F86DDD-4222-403E-9C46-599D5785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C36A65-95BE-4AD7-BD0B-9D0FA735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E9A6692C-E117-4EDB-AC90-3E5592E9A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73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2A33DC8-75AD-454D-974B-828D6A1AB6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017" r="-65" b="36450"/>
          <a:stretch/>
        </p:blipFill>
        <p:spPr>
          <a:xfrm>
            <a:off x="0" y="2499736"/>
            <a:ext cx="3476625" cy="435826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D0613CD-2339-4B53-B236-D91F6737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2516E0-F786-4929-9286-6ECD5A1C6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630D98-EC52-48BF-AD25-D403F2D1E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1940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9859B427-60E9-44BE-92F1-4E8395CB3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AFF9F953-9E91-4A8A-B55B-376FB686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02/11/2023</a:t>
            </a:fld>
            <a:endParaRPr lang="fr-FR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1A087C2-8F6E-478B-A17A-90563CB6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3537132D-20A4-4FDF-A759-E6A869EE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470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2C2A7-068C-4517-B726-BBAA23B34551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gradFill>
            <a:gsLst>
              <a:gs pos="0">
                <a:srgbClr val="6F9E2E"/>
              </a:gs>
              <a:gs pos="38000">
                <a:srgbClr val="52684D"/>
              </a:gs>
              <a:gs pos="100000">
                <a:srgbClr val="52684D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A457F2-6FE7-4357-9535-AC3E3082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2A2741-983F-48F1-8687-32B2ED804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4238EC-48EA-40EB-A638-D7CB33CB3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73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1379B7-2170-4A16-8EAC-3F4C4B17B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8BC72EA-2609-4D8C-AD8E-BECB34F4F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50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B58C1E45-0516-4E72-8C26-1873C754F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676" b="43357"/>
          <a:stretch/>
        </p:blipFill>
        <p:spPr>
          <a:xfrm>
            <a:off x="-1" y="4714349"/>
            <a:ext cx="1851093" cy="2143652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1882C91F-F655-4F6A-BA7A-925B47B5B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6213" y="6106106"/>
            <a:ext cx="3733800" cy="500488"/>
          </a:xfrm>
          <a:prstGeom prst="rect">
            <a:avLst/>
          </a:prstGeom>
        </p:spPr>
      </p:pic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23A0E633-EF03-4778-9CD7-936C54EE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8E23467-099B-4DCD-9498-486B2BD939EC}" type="datetimeFigureOut">
              <a:rPr lang="fr-FR" smtClean="0"/>
              <a:pPr/>
              <a:t>02/11/2023</a:t>
            </a:fld>
            <a:endParaRPr lang="fr-FR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E36B7B04-63C2-41E6-B30D-97B78443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3964A52D-CC42-4375-A5F1-8564EB22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E3E79-6AE7-4E99-B417-E53FC8573CC9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544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que 10">
            <a:extLst>
              <a:ext uri="{FF2B5EF4-FFF2-40B4-BE49-F238E27FC236}">
                <a16:creationId xmlns:a16="http://schemas.microsoft.com/office/drawing/2014/main" id="{54A6B0BD-17F4-4549-B21F-8324C49210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ED722CBD-28A7-4B4E-A2D2-4ED99D243B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F6FA5AD-1A86-45FD-B350-4756F424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6BF573A7-B519-4021-8714-5EF3503A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02/11/2023</a:t>
            </a:fld>
            <a:endParaRPr lang="fr-FR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E19ADF33-5063-40B5-85C4-E8D38BCC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EDD934A-CF8E-4463-AFBB-9899BB74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523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0D57E7C6-6F3E-4192-93CA-CCD0D63936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0F745C50-C42A-48B4-BBC9-81A7C3DE2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925762"/>
            <a:ext cx="9144000" cy="170049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8941" y="284462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57625" y="5599894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18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8DDDB8-473C-432E-B7C1-2337DFA4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F3E983-A0F5-47E5-B9AC-5BEA79F0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160EF4-1B91-4BA9-B8CF-28C29EC5C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23467-099B-4DCD-9498-486B2BD939EC}" type="datetimeFigureOut">
              <a:rPr lang="fr-FR" smtClean="0"/>
              <a:t>02/11/2023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76CD85-9A3D-4AC1-924E-740482969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A31D52-5B74-4F04-A839-CAD0C3492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74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49" r:id="rId13"/>
    <p:sldLayoutId id="2147483650" r:id="rId14"/>
    <p:sldLayoutId id="2147483652" r:id="rId15"/>
    <p:sldLayoutId id="2147483653" r:id="rId16"/>
    <p:sldLayoutId id="2147483654" r:id="rId17"/>
    <p:sldLayoutId id="2147483656" r:id="rId18"/>
  </p:sldLayoutIdLst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64A01-9E7D-BEF6-D991-C9A3F6918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25357"/>
            <a:ext cx="9144000" cy="1983572"/>
          </a:xfrm>
        </p:spPr>
        <p:txBody>
          <a:bodyPr>
            <a:normAutofit/>
          </a:bodyPr>
          <a:lstStyle/>
          <a:p>
            <a:r>
              <a:rPr lang="en-US">
                <a:latin typeface="Roboto"/>
                <a:ea typeface="Calibri Light"/>
                <a:cs typeface="Calibri Light"/>
              </a:rPr>
              <a:t>CUSTOMIZING GUIDE</a:t>
            </a:r>
            <a:br>
              <a:rPr lang="en-US">
                <a:latin typeface="Roboto"/>
                <a:ea typeface="Calibri Light"/>
                <a:cs typeface="Calibri Light"/>
              </a:rPr>
            </a:br>
            <a:r>
              <a:rPr lang="en-US">
                <a:latin typeface="Roboto"/>
                <a:ea typeface="Calibri Light"/>
                <a:cs typeface="Calibri Light"/>
              </a:rPr>
              <a:t>WEBSITE</a:t>
            </a:r>
            <a:endParaRPr lang="en-US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4213D5-633A-25C9-BF59-1CBE75963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185" y="5615907"/>
            <a:ext cx="3660717" cy="80921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>
                <a:latin typeface="Roboto"/>
                <a:ea typeface="Calibri"/>
                <a:cs typeface="Calibri"/>
              </a:rPr>
              <a:t>Responsible of Document: </a:t>
            </a:r>
            <a:endParaRPr lang="en-US">
              <a:ea typeface="Roboto"/>
              <a:cs typeface="Roboto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>
                <a:latin typeface="Roboto"/>
                <a:ea typeface="Roboto"/>
                <a:cs typeface="Calibri"/>
              </a:rPr>
              <a:t>Fanta GABY et Etienne BERNOULI</a:t>
            </a:r>
            <a:endParaRPr lang="en-US" sz="1400">
              <a:latin typeface="Calibri"/>
              <a:ea typeface="Roboto"/>
              <a:cs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>
                <a:latin typeface="Roboto"/>
                <a:ea typeface="Calibri"/>
                <a:cs typeface="Calibri"/>
              </a:rPr>
              <a:t>Author:  Samira MHAMSA 02/11/2023</a:t>
            </a:r>
          </a:p>
        </p:txBody>
      </p:sp>
    </p:spTree>
    <p:extLst>
      <p:ext uri="{BB962C8B-B14F-4D97-AF65-F5344CB8AC3E}">
        <p14:creationId xmlns:p14="http://schemas.microsoft.com/office/powerpoint/2010/main" val="33025565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64A01-9E7D-BEF6-D991-C9A3F691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>
                <a:solidFill>
                  <a:schemeClr val="bg2">
                    <a:lumMod val="75000"/>
                  </a:schemeClr>
                </a:solidFill>
                <a:latin typeface="Calibri Light"/>
                <a:ea typeface="Calibri Light"/>
                <a:cs typeface="Calibri Light"/>
              </a:rPr>
              <a:t>SUMMARY</a:t>
            </a:r>
            <a:endParaRPr lang="en-US">
              <a:solidFill>
                <a:schemeClr val="bg2">
                  <a:lumMod val="75000"/>
                </a:schemeClr>
              </a:solidFill>
              <a:ea typeface="Roboto"/>
              <a:cs typeface="Roboto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7F11B5-7DA0-A551-37D1-B12622A8C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43385" y="1609255"/>
            <a:ext cx="3808118" cy="18583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How to create a product sheet</a:t>
            </a:r>
            <a:endParaRPr lang="en-US" sz="1400">
              <a:latin typeface="Calibri"/>
              <a:ea typeface="Roboto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Category creation</a:t>
            </a:r>
            <a:endParaRPr lang="en-US">
              <a:ea typeface="Roboto"/>
              <a:cs typeface="Roboto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Promotion code creation</a:t>
            </a:r>
            <a:endParaRPr lang="en-US">
              <a:ea typeface="Roboto"/>
              <a:cs typeface="Roboto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Apply promotions</a:t>
            </a:r>
            <a:endParaRPr lang="en-US">
              <a:ea typeface="Roboto"/>
              <a:cs typeface="Roboto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VAT management</a:t>
            </a:r>
            <a:endParaRPr lang="en-US">
              <a:ea typeface="Roboto"/>
              <a:cs typeface="Roboto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Email personalization</a:t>
            </a:r>
            <a:endParaRPr lang="en-US">
              <a:ea typeface="Roboto"/>
              <a:cs typeface="Roboto"/>
            </a:endParaRPr>
          </a:p>
          <a:p>
            <a:pPr marL="342900" indent="-342900">
              <a:buAutoNum type="arabicPeriod"/>
            </a:pPr>
            <a:endParaRPr lang="en-US" sz="1400">
              <a:ea typeface="Roboto"/>
              <a:cs typeface="Robot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3C86-8B12-A370-E129-EC974E5D2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5163" y="3471921"/>
            <a:ext cx="4504267" cy="19146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>
                <a:latin typeface="Roboto"/>
                <a:ea typeface="Roboto"/>
                <a:cs typeface="Arial"/>
              </a:rPr>
              <a:t>7.    Bundle creation procedure</a:t>
            </a:r>
            <a:endParaRPr lang="en-US" sz="1400"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r>
              <a:rPr lang="en-US" sz="1400">
                <a:latin typeface="Roboto"/>
                <a:ea typeface="Roboto"/>
                <a:cs typeface="Arial"/>
              </a:rPr>
              <a:t>8.    Cross-sell creation procedure</a:t>
            </a:r>
          </a:p>
          <a:p>
            <a:pPr marL="0" indent="0">
              <a:buNone/>
            </a:pPr>
            <a:r>
              <a:rPr lang="en-US" sz="1400">
                <a:latin typeface="Roboto"/>
                <a:ea typeface="Roboto"/>
                <a:cs typeface="Arial"/>
              </a:rPr>
              <a:t>9.    Customer account creation/validation procedure</a:t>
            </a:r>
          </a:p>
          <a:p>
            <a:pPr marL="0" indent="0">
              <a:buNone/>
            </a:pPr>
            <a:r>
              <a:rPr lang="en-US" sz="1400">
                <a:latin typeface="Roboto"/>
                <a:ea typeface="Roboto"/>
                <a:cs typeface="Arial"/>
              </a:rPr>
              <a:t>10.  Ordering a product on </a:t>
            </a:r>
            <a:r>
              <a:rPr lang="en-US" sz="1400" err="1">
                <a:latin typeface="Roboto"/>
                <a:ea typeface="Roboto"/>
                <a:cs typeface="Arial"/>
              </a:rPr>
              <a:t>ekovya</a:t>
            </a:r>
            <a:endParaRPr lang="en-US" sz="1400">
              <a:latin typeface="Roboto"/>
              <a:ea typeface="Roboto"/>
              <a:cs typeface="Arial"/>
            </a:endParaRPr>
          </a:p>
          <a:p>
            <a:pPr marL="0" indent="0">
              <a:buNone/>
            </a:pPr>
            <a:r>
              <a:rPr lang="en-US" sz="1400">
                <a:latin typeface="Roboto"/>
                <a:ea typeface="Roboto"/>
                <a:cs typeface="Arial"/>
              </a:rPr>
              <a:t>11.   Product search and addition to basket</a:t>
            </a:r>
            <a:endParaRPr lang="en-US" sz="1400">
              <a:latin typeface="Roboto"/>
              <a:ea typeface="Roboto"/>
              <a:cs typeface="Roboto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739B5A-E11D-3403-0D11-7F09768DA009}"/>
              </a:ext>
            </a:extLst>
          </p:cNvPr>
          <p:cNvCxnSpPr/>
          <p:nvPr/>
        </p:nvCxnSpPr>
        <p:spPr>
          <a:xfrm flipH="1">
            <a:off x="5721796" y="1677635"/>
            <a:ext cx="3908" cy="3874476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82886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64A01-9E7D-BEF6-D991-C9A3F6918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3548"/>
            <a:ext cx="9582410" cy="1738520"/>
          </a:xfrm>
        </p:spPr>
        <p:txBody>
          <a:bodyPr/>
          <a:lstStyle/>
          <a:p>
            <a:r>
              <a:rPr lang="en-US">
                <a:latin typeface="Calibri Light"/>
                <a:cs typeface="Calibri Light"/>
              </a:rPr>
              <a:t>Thank you for your trust!</a:t>
            </a:r>
            <a:endParaRPr lang="fr-FR">
              <a:ea typeface="Roboto"/>
              <a:cs typeface="Roboto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4213D5-633A-25C9-BF59-1CBE75963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9769" y="4160072"/>
            <a:ext cx="9388928" cy="12262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ea typeface="Roboto"/>
                <a:cs typeface="Roboto"/>
              </a:rPr>
              <a:t>SIGMA360 – CRM ALPHA - 2023</a:t>
            </a:r>
            <a:endParaRPr lang="fr-FR">
              <a:ea typeface="+mn-lt"/>
              <a:cs typeface="+mn-lt"/>
            </a:endParaRPr>
          </a:p>
          <a:p>
            <a:endParaRPr lang="fr-FR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8C0A722D-CF90-A5F8-A6FB-E2276DC949A3}"/>
              </a:ext>
            </a:extLst>
          </p:cNvPr>
          <p:cNvSpPr txBox="1">
            <a:spLocks/>
          </p:cNvSpPr>
          <p:nvPr/>
        </p:nvSpPr>
        <p:spPr>
          <a:xfrm>
            <a:off x="470733" y="5759409"/>
            <a:ext cx="4659270" cy="6386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Calibri"/>
                <a:ea typeface="Roboto"/>
                <a:cs typeface="Calibri"/>
              </a:rPr>
              <a:t>Responsible of Document: Fanta GABY et Etienne BERNOULI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Calibri"/>
                <a:ea typeface="Roboto"/>
                <a:cs typeface="Calibri"/>
              </a:rPr>
              <a:t>Author:  Samira MHAMSA 02/11/2023</a:t>
            </a:r>
          </a:p>
          <a:p>
            <a:endParaRPr lang="fr-FR">
              <a:latin typeface="Segoe UI"/>
              <a:ea typeface="Roboto"/>
              <a:cs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1800">
              <a:latin typeface="Calibri"/>
              <a:ea typeface="Robo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333461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Thème-Ekovya">
  <a:themeElements>
    <a:clrScheme name="Thème-Ekovya">
      <a:dk1>
        <a:sysClr val="windowText" lastClr="000000"/>
      </a:dk1>
      <a:lt1>
        <a:sysClr val="window" lastClr="FFFFFF"/>
      </a:lt1>
      <a:dk2>
        <a:srgbClr val="52684D"/>
      </a:dk2>
      <a:lt2>
        <a:srgbClr val="709F2E"/>
      </a:lt2>
      <a:accent1>
        <a:srgbClr val="52684D"/>
      </a:accent1>
      <a:accent2>
        <a:srgbClr val="526A4F"/>
      </a:accent2>
      <a:accent3>
        <a:srgbClr val="709F2E"/>
      </a:accent3>
      <a:accent4>
        <a:srgbClr val="99A533"/>
      </a:accent4>
      <a:accent5>
        <a:srgbClr val="C9C000"/>
      </a:accent5>
      <a:accent6>
        <a:srgbClr val="E95311"/>
      </a:accent6>
      <a:hlink>
        <a:srgbClr val="F9E3D6"/>
      </a:hlink>
      <a:folHlink>
        <a:srgbClr val="FFFFFF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-Ekovya" id="{B93A8A4F-66CC-41E5-B85F-CC1C16446D3B}" vid="{C0EC2653-4062-4FBD-B833-C8F67E2C6F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aab117-5955-4390-81ce-465e4528e65f" xsi:nil="true"/>
    <lcf76f155ced4ddcb4097134ff3c332f xmlns="5e559808-d930-4970-91a1-bd6f234f8931">
      <Terms xmlns="http://schemas.microsoft.com/office/infopath/2007/PartnerControls"/>
    </lcf76f155ced4ddcb4097134ff3c332f>
    <Typededocument xmlns="5e559808-d930-4970-91a1-bd6f234f8931" xsi:nil="true"/>
    <SharedWithUsers xmlns="e8aab117-5955-4390-81ce-465e4528e65f">
      <UserInfo>
        <DisplayName>Nadine LNALO</DisplayName>
        <AccountId>416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E86B12B2892468B4E66F9F0873F45" ma:contentTypeVersion="15" ma:contentTypeDescription="Create a new document." ma:contentTypeScope="" ma:versionID="ff8b3f593a3b18c614f55e7798a0c7b7">
  <xsd:schema xmlns:xsd="http://www.w3.org/2001/XMLSchema" xmlns:xs="http://www.w3.org/2001/XMLSchema" xmlns:p="http://schemas.microsoft.com/office/2006/metadata/properties" xmlns:ns2="5e559808-d930-4970-91a1-bd6f234f8931" xmlns:ns3="e8aab117-5955-4390-81ce-465e4528e65f" targetNamespace="http://schemas.microsoft.com/office/2006/metadata/properties" ma:root="true" ma:fieldsID="edc24b2e0e41619a1ca2dcefd59f18a2" ns2:_="" ns3:_="">
    <xsd:import namespace="5e559808-d930-4970-91a1-bd6f234f8931"/>
    <xsd:import namespace="e8aab117-5955-4390-81ce-465e4528e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Typededocument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559808-d930-4970-91a1-bd6f234f8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1ffef63-4b63-4086-abdd-edc9d1547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ypededocument" ma:index="21" nillable="true" ma:displayName="Type de document" ma:format="Dropdown" ma:internalName="Typededocument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ab117-5955-4390-81ce-465e4528e65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d325a2c-4f9d-485a-8b53-02385c9b2f22}" ma:internalName="TaxCatchAll" ma:showField="CatchAllData" ma:web="e8aab117-5955-4390-81ce-465e4528e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3E7B9E-293F-4862-A457-3AFB304DA9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796812-06DD-42A4-9A7C-60FB0C56B7B9}">
  <ds:schemaRefs>
    <ds:schemaRef ds:uri="5e559808-d930-4970-91a1-bd6f234f8931"/>
    <ds:schemaRef ds:uri="e8aab117-5955-4390-81ce-465e4528e65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CCAD7D1-0D1D-418F-A7DA-105DFAE517AC}">
  <ds:schemaRefs>
    <ds:schemaRef ds:uri="5e559808-d930-4970-91a1-bd6f234f8931"/>
    <ds:schemaRef ds:uri="e8aab117-5955-4390-81ce-465e4528e6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Thème-Ekovya</Template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Thème-Ekovya</vt:lpstr>
      <vt:lpstr>CUSTOMIZING GUIDE WEBSITE</vt:lpstr>
      <vt:lpstr>SUMMARY</vt:lpstr>
      <vt:lpstr>Thank you for your trust!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nos jours, l’écologie est au cœur des préoccupations des entreprises et des clients.  EKOVYA s’engage auprès de ses clients et collaborateurs à exercer dans ses pratiques une démarche écologique, en sélectionnant rigoureusement ses partenaires qui partagent les valeurs d’EKOVYA.  EKOVYA propose des solutions clé en main qui permettent à ses clients d’intégrer une démarche RSE dans leur organisation.</dc:title>
  <dc:creator>Sonia DJORDAN [EKVY]</dc:creator>
  <cp:revision>1</cp:revision>
  <dcterms:created xsi:type="dcterms:W3CDTF">2023-02-10T13:12:36Z</dcterms:created>
  <dcterms:modified xsi:type="dcterms:W3CDTF">2023-11-02T19:55:02Z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0x01010051AE86B12B2892468B4E66F9F0873F45</vt:lpwstr>
  </property>
  <property fmtid="{D5CDD505-2E9C-101B-9397-08002B2CF9AE}" pid="3" name="MediaServiceImageTags">
    <vt:lpwstr/>
  </property>
</Properties>
</file>