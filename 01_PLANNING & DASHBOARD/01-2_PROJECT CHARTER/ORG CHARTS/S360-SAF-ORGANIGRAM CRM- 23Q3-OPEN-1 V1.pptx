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DE508-88EF-A325-0FE5-2AB25752D14A}" v="1" dt="2023-09-19T10:46:54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BERNOULI [EKVY]" userId="S::etienne.bernouli@ekovya.com::788bc91c-003c-4812-92c2-07289c8ccacf" providerId="AD" clId="Web-{70DDE508-88EF-A325-0FE5-2AB25752D14A}"/>
    <pc:docChg chg="modSld">
      <pc:chgData name="Etienne BERNOULI [EKVY]" userId="S::etienne.bernouli@ekovya.com::788bc91c-003c-4812-92c2-07289c8ccacf" providerId="AD" clId="Web-{70DDE508-88EF-A325-0FE5-2AB25752D14A}" dt="2023-09-19T10:47:10.735" v="0" actId="1076"/>
      <pc:docMkLst>
        <pc:docMk/>
      </pc:docMkLst>
      <pc:sldChg chg="modSp">
        <pc:chgData name="Etienne BERNOULI [EKVY]" userId="S::etienne.bernouli@ekovya.com::788bc91c-003c-4812-92c2-07289c8ccacf" providerId="AD" clId="Web-{70DDE508-88EF-A325-0FE5-2AB25752D14A}" dt="2023-09-19T10:47:10.735" v="0" actId="1076"/>
        <pc:sldMkLst>
          <pc:docMk/>
          <pc:sldMk cId="579831076" sldId="256"/>
        </pc:sldMkLst>
        <pc:graphicFrameChg chg="mod">
          <ac:chgData name="Etienne BERNOULI [EKVY]" userId="S::etienne.bernouli@ekovya.com::788bc91c-003c-4812-92c2-07289c8ccacf" providerId="AD" clId="Web-{70DDE508-88EF-A325-0FE5-2AB25752D14A}" dt="2023-09-19T10:47:10.735" v="0" actId="1076"/>
          <ac:graphicFrameMkLst>
            <pc:docMk/>
            <pc:sldMk cId="579831076" sldId="256"/>
            <ac:graphicFrameMk id="7" creationId="{66311AB6-6828-0B2B-972A-5BD230B8C4C1}"/>
          </ac:graphicFrameMkLst>
        </pc:graphicFrameChg>
      </pc:sldChg>
    </pc:docChg>
  </pc:docChgLst>
  <pc:docChgLst>
    <pc:chgData clId="Web-{70DDE508-88EF-A325-0FE5-2AB25752D14A}"/>
    <pc:docChg chg="modSld">
      <pc:chgData name="" userId="" providerId="" clId="Web-{70DDE508-88EF-A325-0FE5-2AB25752D14A}" dt="2023-09-19T10:46:54.438" v="1"/>
      <pc:docMkLst>
        <pc:docMk/>
      </pc:docMkLst>
      <pc:sldChg chg="delSp modSp">
        <pc:chgData name="" userId="" providerId="" clId="Web-{70DDE508-88EF-A325-0FE5-2AB25752D14A}" dt="2023-09-19T10:46:54.438" v="1"/>
        <pc:sldMkLst>
          <pc:docMk/>
          <pc:sldMk cId="579831076" sldId="256"/>
        </pc:sldMkLst>
        <pc:spChg chg="del">
          <ac:chgData name="" userId="" providerId="" clId="Web-{70DDE508-88EF-A325-0FE5-2AB25752D14A}" dt="2023-09-19T10:46:54.438" v="1"/>
          <ac:spMkLst>
            <pc:docMk/>
            <pc:sldMk cId="579831076" sldId="256"/>
            <ac:spMk id="3" creationId="{86D85C80-D190-4423-C867-755D0100D289}"/>
          </ac:spMkLst>
        </pc:spChg>
        <pc:graphicFrameChg chg="mod">
          <ac:chgData name="" userId="" providerId="" clId="Web-{70DDE508-88EF-A325-0FE5-2AB25752D14A}" dt="2023-09-19T10:46:50.078" v="0" actId="1076"/>
          <ac:graphicFrameMkLst>
            <pc:docMk/>
            <pc:sldMk cId="579831076" sldId="256"/>
            <ac:graphicFrameMk id="7" creationId="{66311AB6-6828-0B2B-972A-5BD230B8C4C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012EF2-C200-425B-954C-27659A9DC77B}" type="doc">
      <dgm:prSet loTypeId="urn:microsoft.com/office/officeart/2005/8/layout/hierarchy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7D1BD1F8-D803-4F54-B997-5CAC8E8C0AF5}">
      <dgm:prSet phldrT="[Texte]" custT="1"/>
      <dgm:spPr/>
      <dgm:t>
        <a:bodyPr/>
        <a:lstStyle/>
        <a:p>
          <a:r>
            <a:rPr lang="fr-FR" sz="800" b="1" dirty="0"/>
            <a:t>CEO</a:t>
          </a:r>
          <a:br>
            <a:rPr lang="fr-FR" sz="800" dirty="0"/>
          </a:br>
          <a:r>
            <a:rPr lang="fr-FR" sz="800" dirty="0"/>
            <a:t>José GAULTIER</a:t>
          </a:r>
        </a:p>
      </dgm:t>
    </dgm:pt>
    <dgm:pt modelId="{9FB77E81-CDC3-40C3-B70E-67C43A71261B}" type="parTrans" cxnId="{8776FE65-2507-445C-A515-DD237226DD22}">
      <dgm:prSet/>
      <dgm:spPr/>
      <dgm:t>
        <a:bodyPr/>
        <a:lstStyle/>
        <a:p>
          <a:endParaRPr lang="fr-FR" sz="800"/>
        </a:p>
      </dgm:t>
    </dgm:pt>
    <dgm:pt modelId="{1527F8C6-108D-4B49-9374-EC01BF6DD38E}" type="sibTrans" cxnId="{8776FE65-2507-445C-A515-DD237226DD22}">
      <dgm:prSet/>
      <dgm:spPr/>
      <dgm:t>
        <a:bodyPr/>
        <a:lstStyle/>
        <a:p>
          <a:endParaRPr lang="fr-FR" sz="800"/>
        </a:p>
      </dgm:t>
    </dgm:pt>
    <dgm:pt modelId="{242A28FB-1C42-42DC-BB73-0F52B70265EA}">
      <dgm:prSet phldrT="[Texte]" custT="1"/>
      <dgm:spPr/>
      <dgm:t>
        <a:bodyPr/>
        <a:lstStyle/>
        <a:p>
          <a:r>
            <a:rPr lang="fr-FR" sz="800" b="1" dirty="0"/>
            <a:t>Vice </a:t>
          </a:r>
          <a:r>
            <a:rPr lang="fr-FR" sz="800" b="1" dirty="0" err="1"/>
            <a:t>President</a:t>
          </a:r>
          <a:endParaRPr lang="fr-FR" sz="800" b="1" dirty="0"/>
        </a:p>
        <a:p>
          <a:r>
            <a:rPr lang="fr-FR" sz="800" dirty="0"/>
            <a:t>Alexandre GAIN</a:t>
          </a:r>
        </a:p>
      </dgm:t>
    </dgm:pt>
    <dgm:pt modelId="{B81DC611-81D3-45A7-BDA9-AC307241DDCB}" type="parTrans" cxnId="{621AB6C8-D89D-4BA9-AD4C-04C74921C61B}">
      <dgm:prSet/>
      <dgm:spPr/>
      <dgm:t>
        <a:bodyPr/>
        <a:lstStyle/>
        <a:p>
          <a:endParaRPr lang="fr-FR" sz="800"/>
        </a:p>
      </dgm:t>
    </dgm:pt>
    <dgm:pt modelId="{A90D7A83-7E30-45E3-BDBA-30C34426CC35}" type="sibTrans" cxnId="{621AB6C8-D89D-4BA9-AD4C-04C74921C61B}">
      <dgm:prSet/>
      <dgm:spPr/>
      <dgm:t>
        <a:bodyPr/>
        <a:lstStyle/>
        <a:p>
          <a:endParaRPr lang="fr-FR" sz="800"/>
        </a:p>
      </dgm:t>
    </dgm:pt>
    <dgm:pt modelId="{66EDDD36-6E95-4A69-8590-3AE25019EBAC}">
      <dgm:prSet phldrT="[Texte]" custT="1"/>
      <dgm:spPr/>
      <dgm:t>
        <a:bodyPr/>
        <a:lstStyle/>
        <a:p>
          <a:r>
            <a:rPr lang="fr-FR" sz="800" b="1" dirty="0"/>
            <a:t>Program Manager</a:t>
          </a:r>
        </a:p>
        <a:p>
          <a:r>
            <a:rPr lang="fr-FR" sz="800" dirty="0"/>
            <a:t>Philippe BASSOT</a:t>
          </a:r>
        </a:p>
      </dgm:t>
    </dgm:pt>
    <dgm:pt modelId="{C060DEC3-3F72-4A4E-B0A3-9FED119B2441}" type="parTrans" cxnId="{F3A81563-D309-4B4A-9C65-7877BA0C98F2}">
      <dgm:prSet/>
      <dgm:spPr/>
      <dgm:t>
        <a:bodyPr/>
        <a:lstStyle/>
        <a:p>
          <a:endParaRPr lang="fr-FR" sz="800"/>
        </a:p>
      </dgm:t>
    </dgm:pt>
    <dgm:pt modelId="{CEBA8912-4803-4AE1-899B-BDE67CB37CFA}" type="sibTrans" cxnId="{F3A81563-D309-4B4A-9C65-7877BA0C98F2}">
      <dgm:prSet/>
      <dgm:spPr/>
      <dgm:t>
        <a:bodyPr/>
        <a:lstStyle/>
        <a:p>
          <a:endParaRPr lang="fr-FR" sz="800"/>
        </a:p>
      </dgm:t>
    </dgm:pt>
    <dgm:pt modelId="{48700CA1-7AE8-4E0C-A111-9CC4C57FA8F0}">
      <dgm:prSet phldrT="[Texte]" custT="1"/>
      <dgm:spPr/>
      <dgm:t>
        <a:bodyPr/>
        <a:lstStyle/>
        <a:p>
          <a:r>
            <a:rPr lang="fr-FR" sz="800" b="1" dirty="0"/>
            <a:t>Sales and Marketing </a:t>
          </a:r>
          <a:r>
            <a:rPr lang="fr-FR" sz="800" b="1" dirty="0" err="1"/>
            <a:t>Director</a:t>
          </a:r>
          <a:endParaRPr lang="fr-FR" sz="800" b="1" dirty="0"/>
        </a:p>
        <a:p>
          <a:r>
            <a:rPr lang="fr-FR" sz="800" dirty="0"/>
            <a:t>Elizabeth GOLOVANOW</a:t>
          </a:r>
        </a:p>
      </dgm:t>
    </dgm:pt>
    <dgm:pt modelId="{D3793C41-B8B6-4399-94A7-B9D01156F010}" type="parTrans" cxnId="{378B71EC-9FD8-4FD3-AC8C-D7B3B1FF87D1}">
      <dgm:prSet/>
      <dgm:spPr/>
      <dgm:t>
        <a:bodyPr/>
        <a:lstStyle/>
        <a:p>
          <a:endParaRPr lang="fr-FR" sz="800"/>
        </a:p>
      </dgm:t>
    </dgm:pt>
    <dgm:pt modelId="{2E7D9EB2-82EA-41AE-9E5F-D6C132C2E622}" type="sibTrans" cxnId="{378B71EC-9FD8-4FD3-AC8C-D7B3B1FF87D1}">
      <dgm:prSet/>
      <dgm:spPr/>
      <dgm:t>
        <a:bodyPr/>
        <a:lstStyle/>
        <a:p>
          <a:endParaRPr lang="fr-FR" sz="800"/>
        </a:p>
      </dgm:t>
    </dgm:pt>
    <dgm:pt modelId="{2D938431-94F7-4999-B6EC-2F1835781788}">
      <dgm:prSet phldrT="[Texte]" custT="1"/>
      <dgm:spPr/>
      <dgm:t>
        <a:bodyPr/>
        <a:lstStyle/>
        <a:p>
          <a:r>
            <a:rPr lang="fr-FR" sz="800" b="1" dirty="0"/>
            <a:t>Chief Financial </a:t>
          </a:r>
          <a:r>
            <a:rPr lang="fr-FR" sz="800" b="1" dirty="0" err="1"/>
            <a:t>Officer</a:t>
          </a:r>
          <a:endParaRPr lang="fr-FR" sz="800" b="1" dirty="0"/>
        </a:p>
        <a:p>
          <a:r>
            <a:rPr lang="fr-FR" sz="800" dirty="0"/>
            <a:t>Giles SAUVAGEAON</a:t>
          </a:r>
        </a:p>
      </dgm:t>
    </dgm:pt>
    <dgm:pt modelId="{E35F0D10-3F5C-4568-8CFC-99931FB569D3}" type="parTrans" cxnId="{F7493F25-27DA-4CA2-9E97-071477CFA781}">
      <dgm:prSet/>
      <dgm:spPr/>
      <dgm:t>
        <a:bodyPr/>
        <a:lstStyle/>
        <a:p>
          <a:endParaRPr lang="fr-FR" sz="800"/>
        </a:p>
      </dgm:t>
    </dgm:pt>
    <dgm:pt modelId="{4276AAE6-FB05-402B-91C7-AE111900EFAC}" type="sibTrans" cxnId="{F7493F25-27DA-4CA2-9E97-071477CFA781}">
      <dgm:prSet/>
      <dgm:spPr/>
      <dgm:t>
        <a:bodyPr/>
        <a:lstStyle/>
        <a:p>
          <a:endParaRPr lang="fr-FR" sz="800"/>
        </a:p>
      </dgm:t>
    </dgm:pt>
    <dgm:pt modelId="{C0CDBA9F-C8A5-4171-9680-3047C9EF6084}">
      <dgm:prSet custT="1"/>
      <dgm:spPr/>
      <dgm:t>
        <a:bodyPr/>
        <a:lstStyle/>
        <a:p>
          <a:r>
            <a:rPr lang="fr-FR" sz="800" b="1" dirty="0"/>
            <a:t>Digital Marketing Expert and Business Intelligence</a:t>
          </a:r>
        </a:p>
        <a:p>
          <a:r>
            <a:rPr lang="fr-FR" sz="800" dirty="0"/>
            <a:t>Lotfi REBIAI</a:t>
          </a:r>
        </a:p>
      </dgm:t>
    </dgm:pt>
    <dgm:pt modelId="{C007B43C-A636-4670-BBFD-72B25D2560D4}" type="parTrans" cxnId="{DB394C08-E953-46C2-8A33-FB67D7D1D2F5}">
      <dgm:prSet/>
      <dgm:spPr/>
      <dgm:t>
        <a:bodyPr/>
        <a:lstStyle/>
        <a:p>
          <a:endParaRPr lang="fr-FR" sz="800"/>
        </a:p>
      </dgm:t>
    </dgm:pt>
    <dgm:pt modelId="{C3E15872-D6CE-45FC-85E4-AC703E13213D}" type="sibTrans" cxnId="{DB394C08-E953-46C2-8A33-FB67D7D1D2F5}">
      <dgm:prSet/>
      <dgm:spPr/>
      <dgm:t>
        <a:bodyPr/>
        <a:lstStyle/>
        <a:p>
          <a:endParaRPr lang="fr-FR" sz="800"/>
        </a:p>
      </dgm:t>
    </dgm:pt>
    <dgm:pt modelId="{DACED535-36BB-42D3-991F-99545F6A2BC5}">
      <dgm:prSet custT="1"/>
      <dgm:spPr/>
      <dgm:t>
        <a:bodyPr/>
        <a:lstStyle/>
        <a:p>
          <a:r>
            <a:rPr lang="fr-FR" sz="800" b="1" dirty="0"/>
            <a:t>Communication Manager</a:t>
          </a:r>
        </a:p>
        <a:p>
          <a:r>
            <a:rPr lang="fr-FR" sz="800" dirty="0"/>
            <a:t>Nancy GUENAT</a:t>
          </a:r>
        </a:p>
      </dgm:t>
    </dgm:pt>
    <dgm:pt modelId="{E1695BBE-E166-4913-AAC4-505B225A491C}" type="parTrans" cxnId="{C521AD65-8797-44B0-B283-851F7C5A3717}">
      <dgm:prSet/>
      <dgm:spPr/>
      <dgm:t>
        <a:bodyPr/>
        <a:lstStyle/>
        <a:p>
          <a:endParaRPr lang="fr-FR" sz="800"/>
        </a:p>
      </dgm:t>
    </dgm:pt>
    <dgm:pt modelId="{2C901D3E-A7F8-4A38-A962-6CE503E58B61}" type="sibTrans" cxnId="{C521AD65-8797-44B0-B283-851F7C5A3717}">
      <dgm:prSet/>
      <dgm:spPr/>
      <dgm:t>
        <a:bodyPr/>
        <a:lstStyle/>
        <a:p>
          <a:endParaRPr lang="fr-FR" sz="800"/>
        </a:p>
      </dgm:t>
    </dgm:pt>
    <dgm:pt modelId="{6F170AE1-07F4-4AAB-8C4F-F341A848577D}">
      <dgm:prSet custT="1"/>
      <dgm:spPr/>
      <dgm:t>
        <a:bodyPr/>
        <a:lstStyle/>
        <a:p>
          <a:r>
            <a:rPr lang="fr-FR" sz="800" b="1" dirty="0"/>
            <a:t>Salesforce Expert</a:t>
          </a:r>
        </a:p>
        <a:p>
          <a:r>
            <a:rPr lang="fr-FR" sz="800" dirty="0"/>
            <a:t>Alain CLAUDE</a:t>
          </a:r>
        </a:p>
      </dgm:t>
    </dgm:pt>
    <dgm:pt modelId="{7875F506-DD18-4242-845F-C001BE2C311D}" type="parTrans" cxnId="{674C0FD9-50F8-4227-9E74-BE6CFBACABFE}">
      <dgm:prSet/>
      <dgm:spPr/>
      <dgm:t>
        <a:bodyPr/>
        <a:lstStyle/>
        <a:p>
          <a:endParaRPr lang="fr-FR" sz="800"/>
        </a:p>
      </dgm:t>
    </dgm:pt>
    <dgm:pt modelId="{260BAADD-CDA4-4BC0-92A9-16555B95661C}" type="sibTrans" cxnId="{674C0FD9-50F8-4227-9E74-BE6CFBACABFE}">
      <dgm:prSet/>
      <dgm:spPr/>
      <dgm:t>
        <a:bodyPr/>
        <a:lstStyle/>
        <a:p>
          <a:endParaRPr lang="fr-FR" sz="800"/>
        </a:p>
      </dgm:t>
    </dgm:pt>
    <dgm:pt modelId="{6EA97DF9-05CF-4D87-A44A-500D49A57ED5}">
      <dgm:prSet custT="1"/>
      <dgm:spPr/>
      <dgm:t>
        <a:bodyPr/>
        <a:lstStyle/>
        <a:p>
          <a:r>
            <a:rPr lang="fr-FR" sz="800" b="1" dirty="0"/>
            <a:t>Communication Expert</a:t>
          </a:r>
        </a:p>
        <a:p>
          <a:r>
            <a:rPr lang="fr-FR" sz="800" dirty="0"/>
            <a:t>Pierre DAUVERGNE</a:t>
          </a:r>
        </a:p>
      </dgm:t>
    </dgm:pt>
    <dgm:pt modelId="{60AB0D69-8035-4C6F-8494-9D1994B62B43}" type="parTrans" cxnId="{774493A2-48AB-40B7-B653-1A1BB1750219}">
      <dgm:prSet/>
      <dgm:spPr/>
      <dgm:t>
        <a:bodyPr/>
        <a:lstStyle/>
        <a:p>
          <a:endParaRPr lang="fr-FR" sz="800"/>
        </a:p>
      </dgm:t>
    </dgm:pt>
    <dgm:pt modelId="{38BF9A4B-5F95-4BDF-AA15-F2E99E2E36C4}" type="sibTrans" cxnId="{774493A2-48AB-40B7-B653-1A1BB1750219}">
      <dgm:prSet/>
      <dgm:spPr/>
      <dgm:t>
        <a:bodyPr/>
        <a:lstStyle/>
        <a:p>
          <a:endParaRPr lang="fr-FR" sz="800"/>
        </a:p>
      </dgm:t>
    </dgm:pt>
    <dgm:pt modelId="{249254ED-B40B-46C0-9CC1-B15BC3B138A3}">
      <dgm:prSet custT="1"/>
      <dgm:spPr/>
      <dgm:t>
        <a:bodyPr/>
        <a:lstStyle/>
        <a:p>
          <a:r>
            <a:rPr lang="fr-FR" sz="800" b="1" dirty="0"/>
            <a:t>PMO</a:t>
          </a:r>
        </a:p>
        <a:p>
          <a:r>
            <a:rPr lang="fr-FR" sz="800" dirty="0"/>
            <a:t>Etienne BERTET [11/09 to 13/10]</a:t>
          </a:r>
        </a:p>
        <a:p>
          <a:r>
            <a:rPr lang="fr-FR" sz="800" dirty="0"/>
            <a:t>Samira MHAMSA [16/10 to 10/11]</a:t>
          </a:r>
        </a:p>
        <a:p>
          <a:r>
            <a:rPr lang="fr-FR" sz="800" dirty="0"/>
            <a:t>Elisa FAUCI [13/11 to 08/12]</a:t>
          </a:r>
        </a:p>
      </dgm:t>
    </dgm:pt>
    <dgm:pt modelId="{40182F31-21C9-4FB5-BA98-E10676D73312}" type="parTrans" cxnId="{DD9A4424-FAA2-4E29-BDDB-83AD1DC4A1FD}">
      <dgm:prSet/>
      <dgm:spPr/>
      <dgm:t>
        <a:bodyPr/>
        <a:lstStyle/>
        <a:p>
          <a:endParaRPr lang="fr-FR" sz="800"/>
        </a:p>
      </dgm:t>
    </dgm:pt>
    <dgm:pt modelId="{71F77D4A-4A27-4DAD-91F4-4285D010DB77}" type="sibTrans" cxnId="{DD9A4424-FAA2-4E29-BDDB-83AD1DC4A1FD}">
      <dgm:prSet/>
      <dgm:spPr/>
      <dgm:t>
        <a:bodyPr/>
        <a:lstStyle/>
        <a:p>
          <a:endParaRPr lang="fr-FR" sz="800"/>
        </a:p>
      </dgm:t>
    </dgm:pt>
    <dgm:pt modelId="{727A5CCF-6264-49F5-9CBB-62351CB6E248}">
      <dgm:prSet custT="1"/>
      <dgm:spPr/>
      <dgm:t>
        <a:bodyPr/>
        <a:lstStyle/>
        <a:p>
          <a:r>
            <a:rPr lang="fr-FR" sz="800" b="1" dirty="0" err="1"/>
            <a:t>Contract</a:t>
          </a:r>
          <a:r>
            <a:rPr lang="fr-FR" sz="800" b="1" dirty="0"/>
            <a:t> Manager</a:t>
          </a:r>
        </a:p>
        <a:p>
          <a:r>
            <a:rPr lang="fr-FR" sz="800" dirty="0"/>
            <a:t>Elisa FAUCI</a:t>
          </a:r>
        </a:p>
      </dgm:t>
    </dgm:pt>
    <dgm:pt modelId="{67D6B077-95D9-4D57-81CD-9BD85DEFC84B}" type="parTrans" cxnId="{512623D9-3EFF-410B-AD92-CBA92AD8F40A}">
      <dgm:prSet/>
      <dgm:spPr/>
      <dgm:t>
        <a:bodyPr/>
        <a:lstStyle/>
        <a:p>
          <a:endParaRPr lang="fr-FR" sz="800"/>
        </a:p>
      </dgm:t>
    </dgm:pt>
    <dgm:pt modelId="{C0BED993-FF7F-4F54-98B7-DA25280F40F5}" type="sibTrans" cxnId="{512623D9-3EFF-410B-AD92-CBA92AD8F40A}">
      <dgm:prSet/>
      <dgm:spPr/>
      <dgm:t>
        <a:bodyPr/>
        <a:lstStyle/>
        <a:p>
          <a:endParaRPr lang="fr-FR" sz="800"/>
        </a:p>
      </dgm:t>
    </dgm:pt>
    <dgm:pt modelId="{1EB76B35-7A99-4DCB-9410-AF376B98E694}">
      <dgm:prSet custT="1"/>
      <dgm:spPr/>
      <dgm:t>
        <a:bodyPr/>
        <a:lstStyle/>
        <a:p>
          <a:r>
            <a:rPr lang="fr-FR" sz="800" b="1" dirty="0" err="1"/>
            <a:t>Contract</a:t>
          </a:r>
          <a:r>
            <a:rPr lang="fr-FR" sz="800" b="1" dirty="0"/>
            <a:t> Manager</a:t>
          </a:r>
        </a:p>
        <a:p>
          <a:r>
            <a:rPr lang="fr-FR" sz="800" dirty="0"/>
            <a:t>Dyhia AMOUR</a:t>
          </a:r>
        </a:p>
      </dgm:t>
    </dgm:pt>
    <dgm:pt modelId="{91805CDB-62DA-4BEB-9E0D-E4F8225D4EB7}" type="parTrans" cxnId="{7996BBDF-AA99-43AE-9E5D-F14BB7451D05}">
      <dgm:prSet/>
      <dgm:spPr/>
      <dgm:t>
        <a:bodyPr/>
        <a:lstStyle/>
        <a:p>
          <a:endParaRPr lang="fr-FR" sz="800"/>
        </a:p>
      </dgm:t>
    </dgm:pt>
    <dgm:pt modelId="{9C6B0289-89F9-4C84-A720-38E03BD5F8BA}" type="sibTrans" cxnId="{7996BBDF-AA99-43AE-9E5D-F14BB7451D05}">
      <dgm:prSet/>
      <dgm:spPr/>
      <dgm:t>
        <a:bodyPr/>
        <a:lstStyle/>
        <a:p>
          <a:endParaRPr lang="fr-FR" sz="800"/>
        </a:p>
      </dgm:t>
    </dgm:pt>
    <dgm:pt modelId="{EFA21F92-2CC6-4E51-92A0-51F52B15D5DF}">
      <dgm:prSet custT="1"/>
      <dgm:spPr/>
      <dgm:t>
        <a:bodyPr/>
        <a:lstStyle/>
        <a:p>
          <a:r>
            <a:rPr lang="fr-FR" sz="800" b="1" dirty="0"/>
            <a:t>Document Management </a:t>
          </a:r>
          <a:r>
            <a:rPr lang="fr-FR" sz="800" b="1" dirty="0" err="1"/>
            <a:t>Officer</a:t>
          </a:r>
          <a:endParaRPr lang="fr-FR" sz="800" b="1" dirty="0"/>
        </a:p>
        <a:p>
          <a:r>
            <a:rPr lang="fr-FR" sz="800" dirty="0"/>
            <a:t>Fanta GABY</a:t>
          </a:r>
        </a:p>
      </dgm:t>
    </dgm:pt>
    <dgm:pt modelId="{EC421164-73B0-4F6D-BF1C-2A67B9AC6CF0}" type="parTrans" cxnId="{A7E62D79-CC8A-4414-B52C-F6BC0627C87B}">
      <dgm:prSet/>
      <dgm:spPr/>
      <dgm:t>
        <a:bodyPr/>
        <a:lstStyle/>
        <a:p>
          <a:endParaRPr lang="fr-FR" sz="800"/>
        </a:p>
      </dgm:t>
    </dgm:pt>
    <dgm:pt modelId="{2B38B0FB-3A43-48A1-A231-564B62FF0D65}" type="sibTrans" cxnId="{A7E62D79-CC8A-4414-B52C-F6BC0627C87B}">
      <dgm:prSet/>
      <dgm:spPr/>
      <dgm:t>
        <a:bodyPr/>
        <a:lstStyle/>
        <a:p>
          <a:endParaRPr lang="fr-FR" sz="800"/>
        </a:p>
      </dgm:t>
    </dgm:pt>
    <dgm:pt modelId="{54F4D851-A50C-4AFA-AE08-7D3BDA9A2345}">
      <dgm:prSet custT="1"/>
      <dgm:spPr/>
      <dgm:t>
        <a:bodyPr/>
        <a:lstStyle/>
        <a:p>
          <a:r>
            <a:rPr lang="fr-FR" sz="800" b="1" dirty="0"/>
            <a:t>Document Management </a:t>
          </a:r>
          <a:r>
            <a:rPr lang="fr-FR" sz="800" b="1" dirty="0" err="1"/>
            <a:t>Officer</a:t>
          </a:r>
          <a:endParaRPr lang="fr-FR" sz="800" b="1" dirty="0"/>
        </a:p>
        <a:p>
          <a:r>
            <a:rPr lang="fr-FR" sz="800" dirty="0"/>
            <a:t>Samira MHAMSA</a:t>
          </a:r>
        </a:p>
      </dgm:t>
    </dgm:pt>
    <dgm:pt modelId="{C806F335-23F6-4C49-8C8D-EBECE42B47AC}" type="parTrans" cxnId="{D9E3EF4B-8A2B-4EE7-90F2-33110674FD15}">
      <dgm:prSet/>
      <dgm:spPr/>
      <dgm:t>
        <a:bodyPr/>
        <a:lstStyle/>
        <a:p>
          <a:endParaRPr lang="fr-FR" sz="800"/>
        </a:p>
      </dgm:t>
    </dgm:pt>
    <dgm:pt modelId="{A7B7A5DA-0247-4DC2-A0EF-A31AD653732F}" type="sibTrans" cxnId="{D9E3EF4B-8A2B-4EE7-90F2-33110674FD15}">
      <dgm:prSet/>
      <dgm:spPr/>
      <dgm:t>
        <a:bodyPr/>
        <a:lstStyle/>
        <a:p>
          <a:endParaRPr lang="fr-FR" sz="800"/>
        </a:p>
      </dgm:t>
    </dgm:pt>
    <dgm:pt modelId="{7BC0CB87-07FF-4B24-8AD2-BFC76710A7B6}">
      <dgm:prSet custT="1"/>
      <dgm:spPr/>
      <dgm:t>
        <a:bodyPr/>
        <a:lstStyle/>
        <a:p>
          <a:r>
            <a:rPr lang="fr-FR" sz="800" b="1" dirty="0" err="1"/>
            <a:t>Quality</a:t>
          </a:r>
          <a:r>
            <a:rPr lang="fr-FR" sz="800" b="1" dirty="0"/>
            <a:t> </a:t>
          </a:r>
          <a:r>
            <a:rPr lang="fr-FR" sz="800" b="1" dirty="0" err="1"/>
            <a:t>Engineer</a:t>
          </a:r>
          <a:endParaRPr lang="fr-FR" sz="800" b="1" dirty="0"/>
        </a:p>
        <a:p>
          <a:r>
            <a:rPr lang="fr-FR" sz="800" dirty="0"/>
            <a:t>Atif SATIF</a:t>
          </a:r>
        </a:p>
      </dgm:t>
    </dgm:pt>
    <dgm:pt modelId="{43662C40-60E6-432E-8CE3-D0983A825703}" type="parTrans" cxnId="{63A5893E-747F-4C98-A6B2-EACA8D6E5589}">
      <dgm:prSet/>
      <dgm:spPr/>
      <dgm:t>
        <a:bodyPr/>
        <a:lstStyle/>
        <a:p>
          <a:endParaRPr lang="fr-FR" sz="800"/>
        </a:p>
      </dgm:t>
    </dgm:pt>
    <dgm:pt modelId="{63CDA344-B856-41B0-A1D9-37A20E69D2C5}" type="sibTrans" cxnId="{63A5893E-747F-4C98-A6B2-EACA8D6E5589}">
      <dgm:prSet/>
      <dgm:spPr/>
      <dgm:t>
        <a:bodyPr/>
        <a:lstStyle/>
        <a:p>
          <a:endParaRPr lang="fr-FR" sz="800"/>
        </a:p>
      </dgm:t>
    </dgm:pt>
    <dgm:pt modelId="{1B52F57E-6F06-4A8F-8D98-DCC94BB4362A}">
      <dgm:prSet custT="1"/>
      <dgm:spPr/>
      <dgm:t>
        <a:bodyPr/>
        <a:lstStyle/>
        <a:p>
          <a:r>
            <a:rPr lang="fr-FR" sz="800" b="1" dirty="0" err="1"/>
            <a:t>Technical</a:t>
          </a:r>
          <a:r>
            <a:rPr lang="fr-FR" sz="800" b="1" dirty="0"/>
            <a:t> </a:t>
          </a:r>
          <a:r>
            <a:rPr lang="fr-FR" sz="800" b="1" dirty="0" err="1"/>
            <a:t>Engineer</a:t>
          </a:r>
          <a:endParaRPr lang="fr-FR" sz="800" b="1" dirty="0"/>
        </a:p>
        <a:p>
          <a:r>
            <a:rPr lang="fr-FR" sz="800" dirty="0"/>
            <a:t>Olivier CHATHENSENG</a:t>
          </a:r>
        </a:p>
      </dgm:t>
    </dgm:pt>
    <dgm:pt modelId="{D80739B3-5EDD-4A8B-A66C-C303F8D35B36}" type="parTrans" cxnId="{1355D8BC-6EB6-4F9C-AC91-D1E3D074542E}">
      <dgm:prSet/>
      <dgm:spPr/>
      <dgm:t>
        <a:bodyPr/>
        <a:lstStyle/>
        <a:p>
          <a:endParaRPr lang="fr-FR" sz="800"/>
        </a:p>
      </dgm:t>
    </dgm:pt>
    <dgm:pt modelId="{3BDB0440-949E-4670-A24F-898612F0840F}" type="sibTrans" cxnId="{1355D8BC-6EB6-4F9C-AC91-D1E3D074542E}">
      <dgm:prSet/>
      <dgm:spPr/>
      <dgm:t>
        <a:bodyPr/>
        <a:lstStyle/>
        <a:p>
          <a:endParaRPr lang="fr-FR" sz="800"/>
        </a:p>
      </dgm:t>
    </dgm:pt>
    <dgm:pt modelId="{EF9A7E39-8E29-47D8-80B2-4BEE8423FDE1}">
      <dgm:prSet custT="1"/>
      <dgm:spPr/>
      <dgm:t>
        <a:bodyPr/>
        <a:lstStyle/>
        <a:p>
          <a:r>
            <a:rPr lang="fr-FR" sz="800" b="1" dirty="0" err="1"/>
            <a:t>Technical</a:t>
          </a:r>
          <a:r>
            <a:rPr lang="fr-FR" sz="800" b="1" dirty="0"/>
            <a:t> </a:t>
          </a:r>
          <a:r>
            <a:rPr lang="fr-FR" sz="800" b="1" dirty="0" err="1"/>
            <a:t>Engineer</a:t>
          </a:r>
          <a:endParaRPr lang="fr-FR" sz="800" b="1" dirty="0"/>
        </a:p>
        <a:p>
          <a:r>
            <a:rPr lang="fr-FR" sz="800" dirty="0"/>
            <a:t>Mohamed MHAMO</a:t>
          </a:r>
        </a:p>
      </dgm:t>
    </dgm:pt>
    <dgm:pt modelId="{1AC3CF1D-E8B7-4A4D-A162-AFB9D3C4A72F}" type="parTrans" cxnId="{B16572E6-AAF4-440F-844D-02BDA993AFFF}">
      <dgm:prSet/>
      <dgm:spPr/>
      <dgm:t>
        <a:bodyPr/>
        <a:lstStyle/>
        <a:p>
          <a:endParaRPr lang="fr-FR" sz="800"/>
        </a:p>
      </dgm:t>
    </dgm:pt>
    <dgm:pt modelId="{FDA14D6E-9F75-40CF-ABA3-945664EF321C}" type="sibTrans" cxnId="{B16572E6-AAF4-440F-844D-02BDA993AFFF}">
      <dgm:prSet/>
      <dgm:spPr/>
      <dgm:t>
        <a:bodyPr/>
        <a:lstStyle/>
        <a:p>
          <a:endParaRPr lang="fr-FR" sz="800"/>
        </a:p>
      </dgm:t>
    </dgm:pt>
    <dgm:pt modelId="{0CFF3160-7FD8-44AE-9FDE-954F6BBE6B49}">
      <dgm:prSet custT="1"/>
      <dgm:spPr/>
      <dgm:t>
        <a:bodyPr/>
        <a:lstStyle/>
        <a:p>
          <a:r>
            <a:rPr lang="fr-FR" sz="800" b="1" dirty="0"/>
            <a:t>Planning and </a:t>
          </a:r>
          <a:r>
            <a:rPr lang="fr-FR" sz="800" b="1" dirty="0" err="1"/>
            <a:t>Cost</a:t>
          </a:r>
          <a:r>
            <a:rPr lang="fr-FR" sz="800" b="1" dirty="0"/>
            <a:t> Controller</a:t>
          </a:r>
        </a:p>
        <a:p>
          <a:r>
            <a:rPr lang="fr-FR" sz="800" dirty="0"/>
            <a:t>Etienne BERTET</a:t>
          </a:r>
        </a:p>
      </dgm:t>
    </dgm:pt>
    <dgm:pt modelId="{C4207EF2-EA20-4EB1-B354-BDFA9CCBD76C}" type="parTrans" cxnId="{1CCDF02A-A730-4382-A888-9806B9D15BBB}">
      <dgm:prSet/>
      <dgm:spPr/>
      <dgm:t>
        <a:bodyPr/>
        <a:lstStyle/>
        <a:p>
          <a:endParaRPr lang="fr-FR" sz="800"/>
        </a:p>
      </dgm:t>
    </dgm:pt>
    <dgm:pt modelId="{2C867094-B464-417C-B52F-547C0C6A7343}" type="sibTrans" cxnId="{1CCDF02A-A730-4382-A888-9806B9D15BBB}">
      <dgm:prSet/>
      <dgm:spPr/>
      <dgm:t>
        <a:bodyPr/>
        <a:lstStyle/>
        <a:p>
          <a:endParaRPr lang="fr-FR" sz="800"/>
        </a:p>
      </dgm:t>
    </dgm:pt>
    <dgm:pt modelId="{195E299E-5924-4277-AAB2-3904A5199932}" type="pres">
      <dgm:prSet presAssocID="{5E012EF2-C200-425B-954C-27659A9DC7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13130F-0989-4B5C-B816-51530996DC59}" type="pres">
      <dgm:prSet presAssocID="{7D1BD1F8-D803-4F54-B997-5CAC8E8C0AF5}" presName="hierRoot1" presStyleCnt="0"/>
      <dgm:spPr/>
    </dgm:pt>
    <dgm:pt modelId="{FA9C7752-5ED1-46FD-A17B-22F9934E7A02}" type="pres">
      <dgm:prSet presAssocID="{7D1BD1F8-D803-4F54-B997-5CAC8E8C0AF5}" presName="composite" presStyleCnt="0"/>
      <dgm:spPr/>
    </dgm:pt>
    <dgm:pt modelId="{37486B0E-0A24-4ADB-A793-27D979A2EFA7}" type="pres">
      <dgm:prSet presAssocID="{7D1BD1F8-D803-4F54-B997-5CAC8E8C0AF5}" presName="background" presStyleLbl="node0" presStyleIdx="0" presStyleCnt="1"/>
      <dgm:spPr/>
    </dgm:pt>
    <dgm:pt modelId="{2D1444C1-3563-4793-8F17-890381FD24CA}" type="pres">
      <dgm:prSet presAssocID="{7D1BD1F8-D803-4F54-B997-5CAC8E8C0AF5}" presName="text" presStyleLbl="fgAcc0" presStyleIdx="0" presStyleCnt="1" custScaleX="187690" custScaleY="189075">
        <dgm:presLayoutVars>
          <dgm:chPref val="3"/>
        </dgm:presLayoutVars>
      </dgm:prSet>
      <dgm:spPr/>
    </dgm:pt>
    <dgm:pt modelId="{A09BDA2C-4B0C-4CAC-95DB-79F37DC102F3}" type="pres">
      <dgm:prSet presAssocID="{7D1BD1F8-D803-4F54-B997-5CAC8E8C0AF5}" presName="hierChild2" presStyleCnt="0"/>
      <dgm:spPr/>
    </dgm:pt>
    <dgm:pt modelId="{DD51A617-B8AA-4A2A-B5EC-E336C8C2B15C}" type="pres">
      <dgm:prSet presAssocID="{B81DC611-81D3-45A7-BDA9-AC307241DDCB}" presName="Name10" presStyleLbl="parChTrans1D2" presStyleIdx="0" presStyleCnt="2" custSzX="959788" custSzY="461985"/>
      <dgm:spPr/>
    </dgm:pt>
    <dgm:pt modelId="{15D26BB8-31C7-402C-ADD7-A80B3309242A}" type="pres">
      <dgm:prSet presAssocID="{242A28FB-1C42-42DC-BB73-0F52B70265EA}" presName="hierRoot2" presStyleCnt="0"/>
      <dgm:spPr/>
    </dgm:pt>
    <dgm:pt modelId="{260D792F-C856-4095-AE9E-0D663E1509B7}" type="pres">
      <dgm:prSet presAssocID="{242A28FB-1C42-42DC-BB73-0F52B70265EA}" presName="composite2" presStyleCnt="0"/>
      <dgm:spPr/>
    </dgm:pt>
    <dgm:pt modelId="{DA9A8F6E-9A47-4EAC-AD85-B0E6DE50C748}" type="pres">
      <dgm:prSet presAssocID="{242A28FB-1C42-42DC-BB73-0F52B70265EA}" presName="background2" presStyleLbl="node2" presStyleIdx="0" presStyleCnt="2"/>
      <dgm:spPr/>
    </dgm:pt>
    <dgm:pt modelId="{F9ED5C75-EFDD-46A7-A644-614E08F635B7}" type="pres">
      <dgm:prSet presAssocID="{242A28FB-1C42-42DC-BB73-0F52B70265EA}" presName="text2" presStyleLbl="fgAcc2" presStyleIdx="0" presStyleCnt="2" custScaleX="187690" custScaleY="189075">
        <dgm:presLayoutVars>
          <dgm:chPref val="3"/>
        </dgm:presLayoutVars>
      </dgm:prSet>
      <dgm:spPr/>
    </dgm:pt>
    <dgm:pt modelId="{6DB7F1EF-65FE-45F9-983D-F478E4EE51F4}" type="pres">
      <dgm:prSet presAssocID="{242A28FB-1C42-42DC-BB73-0F52B70265EA}" presName="hierChild3" presStyleCnt="0"/>
      <dgm:spPr/>
    </dgm:pt>
    <dgm:pt modelId="{7B4F18DF-1E38-4A52-A0D2-BD7633DF62F1}" type="pres">
      <dgm:prSet presAssocID="{C060DEC3-3F72-4A4E-B0A3-9FED119B2441}" presName="Name17" presStyleLbl="parChTrans1D3" presStyleIdx="0" presStyleCnt="6" custSzX="4798940" custSzY="461985"/>
      <dgm:spPr/>
    </dgm:pt>
    <dgm:pt modelId="{C622F5DF-2AAE-44D6-AD7D-A49E20F6C4F5}" type="pres">
      <dgm:prSet presAssocID="{66EDDD36-6E95-4A69-8590-3AE25019EBAC}" presName="hierRoot3" presStyleCnt="0"/>
      <dgm:spPr/>
    </dgm:pt>
    <dgm:pt modelId="{22DC35C2-E1DE-4CB0-92B4-33C103F96741}" type="pres">
      <dgm:prSet presAssocID="{66EDDD36-6E95-4A69-8590-3AE25019EBAC}" presName="composite3" presStyleCnt="0"/>
      <dgm:spPr/>
    </dgm:pt>
    <dgm:pt modelId="{771AAB57-E47F-414D-B391-488EA315A467}" type="pres">
      <dgm:prSet presAssocID="{66EDDD36-6E95-4A69-8590-3AE25019EBAC}" presName="background3" presStyleLbl="node3" presStyleIdx="0" presStyleCnt="6"/>
      <dgm:spPr/>
    </dgm:pt>
    <dgm:pt modelId="{6239AE44-1BB7-4B03-8A68-66E08555A8E9}" type="pres">
      <dgm:prSet presAssocID="{66EDDD36-6E95-4A69-8590-3AE25019EBAC}" presName="text3" presStyleLbl="fgAcc3" presStyleIdx="0" presStyleCnt="6" custScaleX="187690" custScaleY="189075">
        <dgm:presLayoutVars>
          <dgm:chPref val="3"/>
        </dgm:presLayoutVars>
      </dgm:prSet>
      <dgm:spPr/>
    </dgm:pt>
    <dgm:pt modelId="{52129ED4-4426-406E-A958-F1C4B0C90879}" type="pres">
      <dgm:prSet presAssocID="{66EDDD36-6E95-4A69-8590-3AE25019EBAC}" presName="hierChild4" presStyleCnt="0"/>
      <dgm:spPr/>
    </dgm:pt>
    <dgm:pt modelId="{BE2BA857-17D9-4E33-8F08-2644B225799E}" type="pres">
      <dgm:prSet presAssocID="{40182F31-21C9-4FB5-BA98-E10676D73312}" presName="Name23" presStyleLbl="parChTrans1D4" presStyleIdx="0" presStyleCnt="9" custSzX="171624" custSzY="461985"/>
      <dgm:spPr/>
    </dgm:pt>
    <dgm:pt modelId="{24F8A592-BFFD-4BA1-B985-1E6C1E57444C}" type="pres">
      <dgm:prSet presAssocID="{249254ED-B40B-46C0-9CC1-B15BC3B138A3}" presName="hierRoot4" presStyleCnt="0"/>
      <dgm:spPr/>
    </dgm:pt>
    <dgm:pt modelId="{AB08CF84-FD70-4EB9-B429-29E5ADC6670A}" type="pres">
      <dgm:prSet presAssocID="{249254ED-B40B-46C0-9CC1-B15BC3B138A3}" presName="composite4" presStyleCnt="0"/>
      <dgm:spPr/>
    </dgm:pt>
    <dgm:pt modelId="{7E49929C-E54C-4E8C-AD19-BDFB059F8297}" type="pres">
      <dgm:prSet presAssocID="{249254ED-B40B-46C0-9CC1-B15BC3B138A3}" presName="background4" presStyleLbl="node4" presStyleIdx="0" presStyleCnt="9"/>
      <dgm:spPr/>
    </dgm:pt>
    <dgm:pt modelId="{55E5C8B0-EAB6-43D5-ADEC-5621EA47CEC4}" type="pres">
      <dgm:prSet presAssocID="{249254ED-B40B-46C0-9CC1-B15BC3B138A3}" presName="text4" presStyleLbl="fgAcc4" presStyleIdx="0" presStyleCnt="9" custScaleX="455910" custScaleY="189075" custLinFactNeighborY="-17113">
        <dgm:presLayoutVars>
          <dgm:chPref val="3"/>
        </dgm:presLayoutVars>
      </dgm:prSet>
      <dgm:spPr/>
    </dgm:pt>
    <dgm:pt modelId="{CCA83E08-FBB6-456D-BD49-727A0BB480E9}" type="pres">
      <dgm:prSet presAssocID="{249254ED-B40B-46C0-9CC1-B15BC3B138A3}" presName="hierChild5" presStyleCnt="0"/>
      <dgm:spPr/>
    </dgm:pt>
    <dgm:pt modelId="{8B3D424C-7072-41FB-B1E2-4644B060CA00}" type="pres">
      <dgm:prSet presAssocID="{67D6B077-95D9-4D57-81CD-9BD85DEFC84B}" presName="Name23" presStyleLbl="parChTrans1D4" presStyleIdx="1" presStyleCnt="9" custSzX="6718516" custSzY="461985"/>
      <dgm:spPr/>
    </dgm:pt>
    <dgm:pt modelId="{4A91C1CE-6FBF-439D-B86C-BCBD0BEB673C}" type="pres">
      <dgm:prSet presAssocID="{727A5CCF-6264-49F5-9CBB-62351CB6E248}" presName="hierRoot4" presStyleCnt="0"/>
      <dgm:spPr/>
    </dgm:pt>
    <dgm:pt modelId="{54C99C76-4176-47FA-A374-24CD5410921F}" type="pres">
      <dgm:prSet presAssocID="{727A5CCF-6264-49F5-9CBB-62351CB6E248}" presName="composite4" presStyleCnt="0"/>
      <dgm:spPr/>
    </dgm:pt>
    <dgm:pt modelId="{B75C1462-68FB-43AB-8EFF-1A0D98D85619}" type="pres">
      <dgm:prSet presAssocID="{727A5CCF-6264-49F5-9CBB-62351CB6E248}" presName="background4" presStyleLbl="node4" presStyleIdx="1" presStyleCnt="9"/>
      <dgm:spPr/>
    </dgm:pt>
    <dgm:pt modelId="{C39AC80B-CF22-4191-8E17-6F706F6D1550}" type="pres">
      <dgm:prSet presAssocID="{727A5CCF-6264-49F5-9CBB-62351CB6E248}" presName="text4" presStyleLbl="fgAcc4" presStyleIdx="1" presStyleCnt="9" custScaleX="187690" custScaleY="189075">
        <dgm:presLayoutVars>
          <dgm:chPref val="3"/>
        </dgm:presLayoutVars>
      </dgm:prSet>
      <dgm:spPr/>
    </dgm:pt>
    <dgm:pt modelId="{1EE84AC4-71F6-4F28-8BB8-14B4B3B447B7}" type="pres">
      <dgm:prSet presAssocID="{727A5CCF-6264-49F5-9CBB-62351CB6E248}" presName="hierChild5" presStyleCnt="0"/>
      <dgm:spPr/>
    </dgm:pt>
    <dgm:pt modelId="{F983EDA2-95BA-4969-9F59-98EFA11EFFB4}" type="pres">
      <dgm:prSet presAssocID="{91805CDB-62DA-4BEB-9E0D-E4F8225D4EB7}" presName="Name23" presStyleLbl="parChTrans1D4" presStyleIdx="2" presStyleCnt="9" custSzX="4798940" custSzY="461985"/>
      <dgm:spPr/>
    </dgm:pt>
    <dgm:pt modelId="{EF642414-AD14-443C-ADDD-34C5A6158529}" type="pres">
      <dgm:prSet presAssocID="{1EB76B35-7A99-4DCB-9410-AF376B98E694}" presName="hierRoot4" presStyleCnt="0"/>
      <dgm:spPr/>
    </dgm:pt>
    <dgm:pt modelId="{4C920EF7-FB9F-4604-B569-35684E21CBB3}" type="pres">
      <dgm:prSet presAssocID="{1EB76B35-7A99-4DCB-9410-AF376B98E694}" presName="composite4" presStyleCnt="0"/>
      <dgm:spPr/>
    </dgm:pt>
    <dgm:pt modelId="{A53378BF-4C89-4B6A-AF9A-9BD8426E0211}" type="pres">
      <dgm:prSet presAssocID="{1EB76B35-7A99-4DCB-9410-AF376B98E694}" presName="background4" presStyleLbl="node4" presStyleIdx="2" presStyleCnt="9"/>
      <dgm:spPr/>
    </dgm:pt>
    <dgm:pt modelId="{FA2F8C78-3F06-4C74-A06F-EA80DAFA0F61}" type="pres">
      <dgm:prSet presAssocID="{1EB76B35-7A99-4DCB-9410-AF376B98E694}" presName="text4" presStyleLbl="fgAcc4" presStyleIdx="2" presStyleCnt="9" custScaleX="187690" custScaleY="189075">
        <dgm:presLayoutVars>
          <dgm:chPref val="3"/>
        </dgm:presLayoutVars>
      </dgm:prSet>
      <dgm:spPr/>
    </dgm:pt>
    <dgm:pt modelId="{4B9C116E-AC1A-4BE7-840D-7A9F3306520C}" type="pres">
      <dgm:prSet presAssocID="{1EB76B35-7A99-4DCB-9410-AF376B98E694}" presName="hierChild5" presStyleCnt="0"/>
      <dgm:spPr/>
    </dgm:pt>
    <dgm:pt modelId="{84210F19-750D-46BA-B78D-31F1F75D2AAD}" type="pres">
      <dgm:prSet presAssocID="{EC421164-73B0-4F6D-BF1C-2A67B9AC6CF0}" presName="Name23" presStyleLbl="parChTrans1D4" presStyleIdx="3" presStyleCnt="9" custSzX="2879364" custSzY="461985"/>
      <dgm:spPr/>
    </dgm:pt>
    <dgm:pt modelId="{61F373AD-B326-46D4-83F7-9861F9980FBC}" type="pres">
      <dgm:prSet presAssocID="{EFA21F92-2CC6-4E51-92A0-51F52B15D5DF}" presName="hierRoot4" presStyleCnt="0"/>
      <dgm:spPr/>
    </dgm:pt>
    <dgm:pt modelId="{AC35CD6A-0D9D-45D0-B50E-F5897101CC4C}" type="pres">
      <dgm:prSet presAssocID="{EFA21F92-2CC6-4E51-92A0-51F52B15D5DF}" presName="composite4" presStyleCnt="0"/>
      <dgm:spPr/>
    </dgm:pt>
    <dgm:pt modelId="{0E39DFE6-7A05-46A6-A3BE-568DF8A8189E}" type="pres">
      <dgm:prSet presAssocID="{EFA21F92-2CC6-4E51-92A0-51F52B15D5DF}" presName="background4" presStyleLbl="node4" presStyleIdx="3" presStyleCnt="9"/>
      <dgm:spPr/>
    </dgm:pt>
    <dgm:pt modelId="{912DE6E8-D9DC-4C5B-A344-D8783F007DDB}" type="pres">
      <dgm:prSet presAssocID="{EFA21F92-2CC6-4E51-92A0-51F52B15D5DF}" presName="text4" presStyleLbl="fgAcc4" presStyleIdx="3" presStyleCnt="9" custScaleX="187690" custScaleY="189075">
        <dgm:presLayoutVars>
          <dgm:chPref val="3"/>
        </dgm:presLayoutVars>
      </dgm:prSet>
      <dgm:spPr/>
    </dgm:pt>
    <dgm:pt modelId="{95718081-4570-4C3B-8FBE-AAE5513A7642}" type="pres">
      <dgm:prSet presAssocID="{EFA21F92-2CC6-4E51-92A0-51F52B15D5DF}" presName="hierChild5" presStyleCnt="0"/>
      <dgm:spPr/>
    </dgm:pt>
    <dgm:pt modelId="{2E4F86F4-BC0A-4BD8-82BC-97D27B745FDE}" type="pres">
      <dgm:prSet presAssocID="{C806F335-23F6-4C49-8C8D-EBECE42B47AC}" presName="Name23" presStyleLbl="parChTrans1D4" presStyleIdx="4" presStyleCnt="9" custSzX="959788" custSzY="461985"/>
      <dgm:spPr/>
    </dgm:pt>
    <dgm:pt modelId="{8729BF2A-3356-4802-B3FD-D01D3B5A38B7}" type="pres">
      <dgm:prSet presAssocID="{54F4D851-A50C-4AFA-AE08-7D3BDA9A2345}" presName="hierRoot4" presStyleCnt="0"/>
      <dgm:spPr/>
    </dgm:pt>
    <dgm:pt modelId="{8156A73E-A645-457C-9C49-EDDA9A388FA3}" type="pres">
      <dgm:prSet presAssocID="{54F4D851-A50C-4AFA-AE08-7D3BDA9A2345}" presName="composite4" presStyleCnt="0"/>
      <dgm:spPr/>
    </dgm:pt>
    <dgm:pt modelId="{542B1932-75BD-4623-AF3C-99C90B616A33}" type="pres">
      <dgm:prSet presAssocID="{54F4D851-A50C-4AFA-AE08-7D3BDA9A2345}" presName="background4" presStyleLbl="node4" presStyleIdx="4" presStyleCnt="9"/>
      <dgm:spPr/>
    </dgm:pt>
    <dgm:pt modelId="{CA712085-03CE-49CE-A9D6-9926C30FB12A}" type="pres">
      <dgm:prSet presAssocID="{54F4D851-A50C-4AFA-AE08-7D3BDA9A2345}" presName="text4" presStyleLbl="fgAcc4" presStyleIdx="4" presStyleCnt="9" custScaleX="187690" custScaleY="189075">
        <dgm:presLayoutVars>
          <dgm:chPref val="3"/>
        </dgm:presLayoutVars>
      </dgm:prSet>
      <dgm:spPr/>
    </dgm:pt>
    <dgm:pt modelId="{0D5B3E78-4AD0-4783-9EE4-22CD11F54F7B}" type="pres">
      <dgm:prSet presAssocID="{54F4D851-A50C-4AFA-AE08-7D3BDA9A2345}" presName="hierChild5" presStyleCnt="0"/>
      <dgm:spPr/>
    </dgm:pt>
    <dgm:pt modelId="{FC016B7A-17F6-414B-A929-156678DB4CD5}" type="pres">
      <dgm:prSet presAssocID="{43662C40-60E6-432E-8CE3-D0983A825703}" presName="Name23" presStyleLbl="parChTrans1D4" presStyleIdx="5" presStyleCnt="9" custSzX="959788" custSzY="461985"/>
      <dgm:spPr/>
    </dgm:pt>
    <dgm:pt modelId="{E2597141-D358-4929-A933-1D16437960BB}" type="pres">
      <dgm:prSet presAssocID="{7BC0CB87-07FF-4B24-8AD2-BFC76710A7B6}" presName="hierRoot4" presStyleCnt="0"/>
      <dgm:spPr/>
    </dgm:pt>
    <dgm:pt modelId="{3C18FDA1-FEC9-491B-ABB5-26C603C8474A}" type="pres">
      <dgm:prSet presAssocID="{7BC0CB87-07FF-4B24-8AD2-BFC76710A7B6}" presName="composite4" presStyleCnt="0"/>
      <dgm:spPr/>
    </dgm:pt>
    <dgm:pt modelId="{D069368A-76E0-4420-A43A-5B34F875A574}" type="pres">
      <dgm:prSet presAssocID="{7BC0CB87-07FF-4B24-8AD2-BFC76710A7B6}" presName="background4" presStyleLbl="node4" presStyleIdx="5" presStyleCnt="9"/>
      <dgm:spPr/>
    </dgm:pt>
    <dgm:pt modelId="{7E4CE718-B559-43D7-8465-4B9AE3F9C8A9}" type="pres">
      <dgm:prSet presAssocID="{7BC0CB87-07FF-4B24-8AD2-BFC76710A7B6}" presName="text4" presStyleLbl="fgAcc4" presStyleIdx="5" presStyleCnt="9" custScaleX="187690" custScaleY="189075">
        <dgm:presLayoutVars>
          <dgm:chPref val="3"/>
        </dgm:presLayoutVars>
      </dgm:prSet>
      <dgm:spPr/>
    </dgm:pt>
    <dgm:pt modelId="{ED3C0253-3DBC-4053-ADDD-4CA7B878A8C6}" type="pres">
      <dgm:prSet presAssocID="{7BC0CB87-07FF-4B24-8AD2-BFC76710A7B6}" presName="hierChild5" presStyleCnt="0"/>
      <dgm:spPr/>
    </dgm:pt>
    <dgm:pt modelId="{C5AA710E-A26F-4434-8018-31FA649ECE65}" type="pres">
      <dgm:prSet presAssocID="{D80739B3-5EDD-4A8B-A66C-C303F8D35B36}" presName="Name23" presStyleLbl="parChTrans1D4" presStyleIdx="6" presStyleCnt="9" custSzX="2879364" custSzY="461985"/>
      <dgm:spPr/>
    </dgm:pt>
    <dgm:pt modelId="{768A9B4D-56D5-42CC-B9EF-C9CC636763F0}" type="pres">
      <dgm:prSet presAssocID="{1B52F57E-6F06-4A8F-8D98-DCC94BB4362A}" presName="hierRoot4" presStyleCnt="0"/>
      <dgm:spPr/>
    </dgm:pt>
    <dgm:pt modelId="{F8991ECE-C96F-4F88-8032-BEB64155F5ED}" type="pres">
      <dgm:prSet presAssocID="{1B52F57E-6F06-4A8F-8D98-DCC94BB4362A}" presName="composite4" presStyleCnt="0"/>
      <dgm:spPr/>
    </dgm:pt>
    <dgm:pt modelId="{FA633C7A-A5BC-4D83-81D4-398F3B3139FA}" type="pres">
      <dgm:prSet presAssocID="{1B52F57E-6F06-4A8F-8D98-DCC94BB4362A}" presName="background4" presStyleLbl="node4" presStyleIdx="6" presStyleCnt="9"/>
      <dgm:spPr/>
    </dgm:pt>
    <dgm:pt modelId="{3FE16EAE-7B48-4CAA-A607-6AA87F7ABC85}" type="pres">
      <dgm:prSet presAssocID="{1B52F57E-6F06-4A8F-8D98-DCC94BB4362A}" presName="text4" presStyleLbl="fgAcc4" presStyleIdx="6" presStyleCnt="9" custScaleX="187690" custScaleY="189075">
        <dgm:presLayoutVars>
          <dgm:chPref val="3"/>
        </dgm:presLayoutVars>
      </dgm:prSet>
      <dgm:spPr/>
    </dgm:pt>
    <dgm:pt modelId="{CA348E24-6D36-4DE4-A027-739879907C09}" type="pres">
      <dgm:prSet presAssocID="{1B52F57E-6F06-4A8F-8D98-DCC94BB4362A}" presName="hierChild5" presStyleCnt="0"/>
      <dgm:spPr/>
    </dgm:pt>
    <dgm:pt modelId="{5A947EE6-524D-4349-B474-525DEE428800}" type="pres">
      <dgm:prSet presAssocID="{1AC3CF1D-E8B7-4A4D-A162-AFB9D3C4A72F}" presName="Name23" presStyleLbl="parChTrans1D4" presStyleIdx="7" presStyleCnt="9" custSzX="4798940" custSzY="461985"/>
      <dgm:spPr/>
    </dgm:pt>
    <dgm:pt modelId="{4905698C-6834-4A2D-81D3-47B2F665FFE5}" type="pres">
      <dgm:prSet presAssocID="{EF9A7E39-8E29-47D8-80B2-4BEE8423FDE1}" presName="hierRoot4" presStyleCnt="0"/>
      <dgm:spPr/>
    </dgm:pt>
    <dgm:pt modelId="{650A6FC0-E7A0-41B1-8438-0F77B602CC8B}" type="pres">
      <dgm:prSet presAssocID="{EF9A7E39-8E29-47D8-80B2-4BEE8423FDE1}" presName="composite4" presStyleCnt="0"/>
      <dgm:spPr/>
    </dgm:pt>
    <dgm:pt modelId="{AAC474BF-2A82-4EF9-B913-4F5128E7C148}" type="pres">
      <dgm:prSet presAssocID="{EF9A7E39-8E29-47D8-80B2-4BEE8423FDE1}" presName="background4" presStyleLbl="node4" presStyleIdx="7" presStyleCnt="9"/>
      <dgm:spPr/>
    </dgm:pt>
    <dgm:pt modelId="{E69EB42A-FB54-4063-BD93-2F00637C57BD}" type="pres">
      <dgm:prSet presAssocID="{EF9A7E39-8E29-47D8-80B2-4BEE8423FDE1}" presName="text4" presStyleLbl="fgAcc4" presStyleIdx="7" presStyleCnt="9" custScaleX="187690" custScaleY="189075">
        <dgm:presLayoutVars>
          <dgm:chPref val="3"/>
        </dgm:presLayoutVars>
      </dgm:prSet>
      <dgm:spPr/>
    </dgm:pt>
    <dgm:pt modelId="{DDBCA28C-4BD1-4817-8550-2B0CD799979B}" type="pres">
      <dgm:prSet presAssocID="{EF9A7E39-8E29-47D8-80B2-4BEE8423FDE1}" presName="hierChild5" presStyleCnt="0"/>
      <dgm:spPr/>
    </dgm:pt>
    <dgm:pt modelId="{0FE95B49-FE38-46B5-ACB8-AFE9A8E1F230}" type="pres">
      <dgm:prSet presAssocID="{C4207EF2-EA20-4EB1-B354-BDFA9CCBD76C}" presName="Name23" presStyleLbl="parChTrans1D4" presStyleIdx="8" presStyleCnt="9" custSzX="6718516" custSzY="461985"/>
      <dgm:spPr/>
    </dgm:pt>
    <dgm:pt modelId="{F8D15C4D-44C0-4D90-BA37-BB4DF2E91CF5}" type="pres">
      <dgm:prSet presAssocID="{0CFF3160-7FD8-44AE-9FDE-954F6BBE6B49}" presName="hierRoot4" presStyleCnt="0"/>
      <dgm:spPr/>
    </dgm:pt>
    <dgm:pt modelId="{B338CC54-1961-461F-88BF-493FD4C2DAB7}" type="pres">
      <dgm:prSet presAssocID="{0CFF3160-7FD8-44AE-9FDE-954F6BBE6B49}" presName="composite4" presStyleCnt="0"/>
      <dgm:spPr/>
    </dgm:pt>
    <dgm:pt modelId="{56D50DE1-C047-48F8-A334-1230C6266496}" type="pres">
      <dgm:prSet presAssocID="{0CFF3160-7FD8-44AE-9FDE-954F6BBE6B49}" presName="background4" presStyleLbl="node4" presStyleIdx="8" presStyleCnt="9"/>
      <dgm:spPr/>
    </dgm:pt>
    <dgm:pt modelId="{17CA1F52-67B9-4F98-8AE6-6DD5011AB43F}" type="pres">
      <dgm:prSet presAssocID="{0CFF3160-7FD8-44AE-9FDE-954F6BBE6B49}" presName="text4" presStyleLbl="fgAcc4" presStyleIdx="8" presStyleCnt="9" custScaleX="187690" custScaleY="189075">
        <dgm:presLayoutVars>
          <dgm:chPref val="3"/>
        </dgm:presLayoutVars>
      </dgm:prSet>
      <dgm:spPr/>
    </dgm:pt>
    <dgm:pt modelId="{CDAE3343-61FC-46F6-8035-9A9269800E17}" type="pres">
      <dgm:prSet presAssocID="{0CFF3160-7FD8-44AE-9FDE-954F6BBE6B49}" presName="hierChild5" presStyleCnt="0"/>
      <dgm:spPr/>
    </dgm:pt>
    <dgm:pt modelId="{81C28FB5-F6FD-46AD-BE57-60A5858C52AE}" type="pres">
      <dgm:prSet presAssocID="{D3793C41-B8B6-4399-94A7-B9D01156F010}" presName="Name17" presStyleLbl="parChTrans1D3" presStyleIdx="1" presStyleCnt="6" custSzX="2879364" custSzY="461985"/>
      <dgm:spPr/>
    </dgm:pt>
    <dgm:pt modelId="{03A8FFA8-9A87-4AE5-ADA0-0E46C1B4E29F}" type="pres">
      <dgm:prSet presAssocID="{48700CA1-7AE8-4E0C-A111-9CC4C57FA8F0}" presName="hierRoot3" presStyleCnt="0"/>
      <dgm:spPr/>
    </dgm:pt>
    <dgm:pt modelId="{40B92335-FA33-4200-9A40-482A8B678216}" type="pres">
      <dgm:prSet presAssocID="{48700CA1-7AE8-4E0C-A111-9CC4C57FA8F0}" presName="composite3" presStyleCnt="0"/>
      <dgm:spPr/>
    </dgm:pt>
    <dgm:pt modelId="{59CEB695-85D8-4963-B6DC-5A32C71DECBD}" type="pres">
      <dgm:prSet presAssocID="{48700CA1-7AE8-4E0C-A111-9CC4C57FA8F0}" presName="background3" presStyleLbl="node3" presStyleIdx="1" presStyleCnt="6"/>
      <dgm:spPr/>
    </dgm:pt>
    <dgm:pt modelId="{C265D35B-8BE9-4406-8388-18F6CE283918}" type="pres">
      <dgm:prSet presAssocID="{48700CA1-7AE8-4E0C-A111-9CC4C57FA8F0}" presName="text3" presStyleLbl="fgAcc3" presStyleIdx="1" presStyleCnt="6" custScaleX="187690" custScaleY="189075">
        <dgm:presLayoutVars>
          <dgm:chPref val="3"/>
        </dgm:presLayoutVars>
      </dgm:prSet>
      <dgm:spPr/>
    </dgm:pt>
    <dgm:pt modelId="{CE6FA53E-D84D-4EF6-AEEA-8F32383D7669}" type="pres">
      <dgm:prSet presAssocID="{48700CA1-7AE8-4E0C-A111-9CC4C57FA8F0}" presName="hierChild4" presStyleCnt="0"/>
      <dgm:spPr/>
    </dgm:pt>
    <dgm:pt modelId="{8D49C276-1EE3-42BA-9AFD-C50100415846}" type="pres">
      <dgm:prSet presAssocID="{C007B43C-A636-4670-BBFD-72B25D2560D4}" presName="Name17" presStyleLbl="parChTrans1D3" presStyleIdx="2" presStyleCnt="6" custSzX="959788" custSzY="461985"/>
      <dgm:spPr/>
    </dgm:pt>
    <dgm:pt modelId="{6BD9D9DA-390F-4F78-8736-AD77CF95414D}" type="pres">
      <dgm:prSet presAssocID="{C0CDBA9F-C8A5-4171-9680-3047C9EF6084}" presName="hierRoot3" presStyleCnt="0"/>
      <dgm:spPr/>
    </dgm:pt>
    <dgm:pt modelId="{EB0DA880-4F19-4FB7-A5BE-C16871BCFF25}" type="pres">
      <dgm:prSet presAssocID="{C0CDBA9F-C8A5-4171-9680-3047C9EF6084}" presName="composite3" presStyleCnt="0"/>
      <dgm:spPr/>
    </dgm:pt>
    <dgm:pt modelId="{8DB2C5D0-6A96-4175-9F70-A372819BEB2E}" type="pres">
      <dgm:prSet presAssocID="{C0CDBA9F-C8A5-4171-9680-3047C9EF6084}" presName="background3" presStyleLbl="node3" presStyleIdx="2" presStyleCnt="6"/>
      <dgm:spPr/>
    </dgm:pt>
    <dgm:pt modelId="{739280C5-87B4-499A-9F9C-0A4A61E8AEB0}" type="pres">
      <dgm:prSet presAssocID="{C0CDBA9F-C8A5-4171-9680-3047C9EF6084}" presName="text3" presStyleLbl="fgAcc3" presStyleIdx="2" presStyleCnt="6" custScaleX="187690" custScaleY="189075">
        <dgm:presLayoutVars>
          <dgm:chPref val="3"/>
        </dgm:presLayoutVars>
      </dgm:prSet>
      <dgm:spPr/>
    </dgm:pt>
    <dgm:pt modelId="{3656EC5C-F43F-4697-8CC2-9E722196A121}" type="pres">
      <dgm:prSet presAssocID="{C0CDBA9F-C8A5-4171-9680-3047C9EF6084}" presName="hierChild4" presStyleCnt="0"/>
      <dgm:spPr/>
    </dgm:pt>
    <dgm:pt modelId="{7C484186-D80F-46D9-9D22-95687302185A}" type="pres">
      <dgm:prSet presAssocID="{E1695BBE-E166-4913-AAC4-505B225A491C}" presName="Name17" presStyleLbl="parChTrans1D3" presStyleIdx="3" presStyleCnt="6" custSzX="959788" custSzY="461985"/>
      <dgm:spPr/>
    </dgm:pt>
    <dgm:pt modelId="{197DE5D4-0186-4B6E-8BA2-7BE8CF601164}" type="pres">
      <dgm:prSet presAssocID="{DACED535-36BB-42D3-991F-99545F6A2BC5}" presName="hierRoot3" presStyleCnt="0"/>
      <dgm:spPr/>
    </dgm:pt>
    <dgm:pt modelId="{44C4E2E8-9CC1-4046-908E-51A3EE9DE92F}" type="pres">
      <dgm:prSet presAssocID="{DACED535-36BB-42D3-991F-99545F6A2BC5}" presName="composite3" presStyleCnt="0"/>
      <dgm:spPr/>
    </dgm:pt>
    <dgm:pt modelId="{1E8BE2C3-CE6D-4829-BB8F-2C61EDF7425E}" type="pres">
      <dgm:prSet presAssocID="{DACED535-36BB-42D3-991F-99545F6A2BC5}" presName="background3" presStyleLbl="node3" presStyleIdx="3" presStyleCnt="6"/>
      <dgm:spPr/>
    </dgm:pt>
    <dgm:pt modelId="{00B9AE4A-70A5-4A9F-886E-AA527DC1239B}" type="pres">
      <dgm:prSet presAssocID="{DACED535-36BB-42D3-991F-99545F6A2BC5}" presName="text3" presStyleLbl="fgAcc3" presStyleIdx="3" presStyleCnt="6" custScaleX="187690" custScaleY="189075">
        <dgm:presLayoutVars>
          <dgm:chPref val="3"/>
        </dgm:presLayoutVars>
      </dgm:prSet>
      <dgm:spPr/>
    </dgm:pt>
    <dgm:pt modelId="{07DEE29C-7FFC-4C00-833B-AB8CF0161496}" type="pres">
      <dgm:prSet presAssocID="{DACED535-36BB-42D3-991F-99545F6A2BC5}" presName="hierChild4" presStyleCnt="0"/>
      <dgm:spPr/>
    </dgm:pt>
    <dgm:pt modelId="{D73E786D-C963-4E15-947B-33CB2158FB86}" type="pres">
      <dgm:prSet presAssocID="{7875F506-DD18-4242-845F-C001BE2C311D}" presName="Name17" presStyleLbl="parChTrans1D3" presStyleIdx="4" presStyleCnt="6" custSzX="2879364" custSzY="461985"/>
      <dgm:spPr/>
    </dgm:pt>
    <dgm:pt modelId="{0338ABF3-DA4A-4649-A69A-670BC10A57E2}" type="pres">
      <dgm:prSet presAssocID="{6F170AE1-07F4-4AAB-8C4F-F341A848577D}" presName="hierRoot3" presStyleCnt="0"/>
      <dgm:spPr/>
    </dgm:pt>
    <dgm:pt modelId="{AF967E51-A576-4B6D-9C39-3CE96CD8CE78}" type="pres">
      <dgm:prSet presAssocID="{6F170AE1-07F4-4AAB-8C4F-F341A848577D}" presName="composite3" presStyleCnt="0"/>
      <dgm:spPr/>
    </dgm:pt>
    <dgm:pt modelId="{BE67BD4F-F057-4964-B340-1D4D7E4EEB3D}" type="pres">
      <dgm:prSet presAssocID="{6F170AE1-07F4-4AAB-8C4F-F341A848577D}" presName="background3" presStyleLbl="node3" presStyleIdx="4" presStyleCnt="6"/>
      <dgm:spPr/>
    </dgm:pt>
    <dgm:pt modelId="{83E76063-F3A2-446C-9061-6F4B379993BC}" type="pres">
      <dgm:prSet presAssocID="{6F170AE1-07F4-4AAB-8C4F-F341A848577D}" presName="text3" presStyleLbl="fgAcc3" presStyleIdx="4" presStyleCnt="6" custScaleX="187690" custScaleY="189075">
        <dgm:presLayoutVars>
          <dgm:chPref val="3"/>
        </dgm:presLayoutVars>
      </dgm:prSet>
      <dgm:spPr/>
    </dgm:pt>
    <dgm:pt modelId="{CA0C51BB-AAE4-49FE-8720-D5B0E05355B0}" type="pres">
      <dgm:prSet presAssocID="{6F170AE1-07F4-4AAB-8C4F-F341A848577D}" presName="hierChild4" presStyleCnt="0"/>
      <dgm:spPr/>
    </dgm:pt>
    <dgm:pt modelId="{EE0FB08D-A72F-4FC4-AFDC-D3043F7E31B7}" type="pres">
      <dgm:prSet presAssocID="{60AB0D69-8035-4C6F-8494-9D1994B62B43}" presName="Name17" presStyleLbl="parChTrans1D3" presStyleIdx="5" presStyleCnt="6" custSzX="4798940" custSzY="461985"/>
      <dgm:spPr/>
    </dgm:pt>
    <dgm:pt modelId="{C19A7DE2-F8AC-4F32-B04B-F1181B434B37}" type="pres">
      <dgm:prSet presAssocID="{6EA97DF9-05CF-4D87-A44A-500D49A57ED5}" presName="hierRoot3" presStyleCnt="0"/>
      <dgm:spPr/>
    </dgm:pt>
    <dgm:pt modelId="{D33D2210-DE78-432A-AC2B-EB5056D2FFC5}" type="pres">
      <dgm:prSet presAssocID="{6EA97DF9-05CF-4D87-A44A-500D49A57ED5}" presName="composite3" presStyleCnt="0"/>
      <dgm:spPr/>
    </dgm:pt>
    <dgm:pt modelId="{FDF11167-D2B3-476F-A755-82CEEBF8C008}" type="pres">
      <dgm:prSet presAssocID="{6EA97DF9-05CF-4D87-A44A-500D49A57ED5}" presName="background3" presStyleLbl="node3" presStyleIdx="5" presStyleCnt="6"/>
      <dgm:spPr/>
    </dgm:pt>
    <dgm:pt modelId="{8540A4CF-F446-40B3-B9E1-8B20AAD1AACB}" type="pres">
      <dgm:prSet presAssocID="{6EA97DF9-05CF-4D87-A44A-500D49A57ED5}" presName="text3" presStyleLbl="fgAcc3" presStyleIdx="5" presStyleCnt="6" custScaleX="187690" custScaleY="189075">
        <dgm:presLayoutVars>
          <dgm:chPref val="3"/>
        </dgm:presLayoutVars>
      </dgm:prSet>
      <dgm:spPr/>
    </dgm:pt>
    <dgm:pt modelId="{1C1030E1-B8E0-4E0E-92F4-0B16D8C259A8}" type="pres">
      <dgm:prSet presAssocID="{6EA97DF9-05CF-4D87-A44A-500D49A57ED5}" presName="hierChild4" presStyleCnt="0"/>
      <dgm:spPr/>
    </dgm:pt>
    <dgm:pt modelId="{9F42F82D-7E4D-4ED3-9BF7-4AD103DF9792}" type="pres">
      <dgm:prSet presAssocID="{E35F0D10-3F5C-4568-8CFC-99931FB569D3}" presName="Name10" presStyleLbl="parChTrans1D2" presStyleIdx="1" presStyleCnt="2" custSzX="959788" custSzY="461985"/>
      <dgm:spPr/>
    </dgm:pt>
    <dgm:pt modelId="{0699EB37-B035-4E4E-933F-3208CCA95A6E}" type="pres">
      <dgm:prSet presAssocID="{2D938431-94F7-4999-B6EC-2F1835781788}" presName="hierRoot2" presStyleCnt="0"/>
      <dgm:spPr/>
    </dgm:pt>
    <dgm:pt modelId="{F1D43906-7486-41FD-B29B-82A8BA372D68}" type="pres">
      <dgm:prSet presAssocID="{2D938431-94F7-4999-B6EC-2F1835781788}" presName="composite2" presStyleCnt="0"/>
      <dgm:spPr/>
    </dgm:pt>
    <dgm:pt modelId="{BCFD841B-E5C9-4C93-BEBD-84EE467DA682}" type="pres">
      <dgm:prSet presAssocID="{2D938431-94F7-4999-B6EC-2F1835781788}" presName="background2" presStyleLbl="node2" presStyleIdx="1" presStyleCnt="2"/>
      <dgm:spPr/>
    </dgm:pt>
    <dgm:pt modelId="{F40B72AE-E24F-4F36-B803-77883CAA1D8B}" type="pres">
      <dgm:prSet presAssocID="{2D938431-94F7-4999-B6EC-2F1835781788}" presName="text2" presStyleLbl="fgAcc2" presStyleIdx="1" presStyleCnt="2" custScaleX="187690" custScaleY="189075">
        <dgm:presLayoutVars>
          <dgm:chPref val="3"/>
        </dgm:presLayoutVars>
      </dgm:prSet>
      <dgm:spPr/>
    </dgm:pt>
    <dgm:pt modelId="{969BF233-DC62-46FA-8DAA-41ADC74304C8}" type="pres">
      <dgm:prSet presAssocID="{2D938431-94F7-4999-B6EC-2F1835781788}" presName="hierChild3" presStyleCnt="0"/>
      <dgm:spPr/>
    </dgm:pt>
  </dgm:ptLst>
  <dgm:cxnLst>
    <dgm:cxn modelId="{70271B01-AB6F-474E-BBE4-A38EC8227FB9}" type="presOf" srcId="{249254ED-B40B-46C0-9CC1-B15BC3B138A3}" destId="{55E5C8B0-EAB6-43D5-ADEC-5621EA47CEC4}" srcOrd="0" destOrd="0" presId="urn:microsoft.com/office/officeart/2005/8/layout/hierarchy1"/>
    <dgm:cxn modelId="{DB394C08-E953-46C2-8A33-FB67D7D1D2F5}" srcId="{242A28FB-1C42-42DC-BB73-0F52B70265EA}" destId="{C0CDBA9F-C8A5-4171-9680-3047C9EF6084}" srcOrd="2" destOrd="0" parTransId="{C007B43C-A636-4670-BBFD-72B25D2560D4}" sibTransId="{C3E15872-D6CE-45FC-85E4-AC703E13213D}"/>
    <dgm:cxn modelId="{067B4F13-F56B-41A8-8F00-ABA067165084}" type="presOf" srcId="{40182F31-21C9-4FB5-BA98-E10676D73312}" destId="{BE2BA857-17D9-4E33-8F08-2644B225799E}" srcOrd="0" destOrd="0" presId="urn:microsoft.com/office/officeart/2005/8/layout/hierarchy1"/>
    <dgm:cxn modelId="{1CBE9F17-8C51-4065-9693-31CC60F58D97}" type="presOf" srcId="{E1695BBE-E166-4913-AAC4-505B225A491C}" destId="{7C484186-D80F-46D9-9D22-95687302185A}" srcOrd="0" destOrd="0" presId="urn:microsoft.com/office/officeart/2005/8/layout/hierarchy1"/>
    <dgm:cxn modelId="{A9D03419-AF66-4705-A738-7C558FBCD03E}" type="presOf" srcId="{D3793C41-B8B6-4399-94A7-B9D01156F010}" destId="{81C28FB5-F6FD-46AD-BE57-60A5858C52AE}" srcOrd="0" destOrd="0" presId="urn:microsoft.com/office/officeart/2005/8/layout/hierarchy1"/>
    <dgm:cxn modelId="{0F8FDB1B-1A6A-40FF-A788-11667E04BFE8}" type="presOf" srcId="{1EB76B35-7A99-4DCB-9410-AF376B98E694}" destId="{FA2F8C78-3F06-4C74-A06F-EA80DAFA0F61}" srcOrd="0" destOrd="0" presId="urn:microsoft.com/office/officeart/2005/8/layout/hierarchy1"/>
    <dgm:cxn modelId="{DD9A4424-FAA2-4E29-BDDB-83AD1DC4A1FD}" srcId="{66EDDD36-6E95-4A69-8590-3AE25019EBAC}" destId="{249254ED-B40B-46C0-9CC1-B15BC3B138A3}" srcOrd="0" destOrd="0" parTransId="{40182F31-21C9-4FB5-BA98-E10676D73312}" sibTransId="{71F77D4A-4A27-4DAD-91F4-4285D010DB77}"/>
    <dgm:cxn modelId="{F7493F25-27DA-4CA2-9E97-071477CFA781}" srcId="{7D1BD1F8-D803-4F54-B997-5CAC8E8C0AF5}" destId="{2D938431-94F7-4999-B6EC-2F1835781788}" srcOrd="1" destOrd="0" parTransId="{E35F0D10-3F5C-4568-8CFC-99931FB569D3}" sibTransId="{4276AAE6-FB05-402B-91C7-AE111900EFAC}"/>
    <dgm:cxn modelId="{24FCE629-3635-42A6-ACD1-7E74879426C9}" type="presOf" srcId="{C4207EF2-EA20-4EB1-B354-BDFA9CCBD76C}" destId="{0FE95B49-FE38-46B5-ACB8-AFE9A8E1F230}" srcOrd="0" destOrd="0" presId="urn:microsoft.com/office/officeart/2005/8/layout/hierarchy1"/>
    <dgm:cxn modelId="{1CCDF02A-A730-4382-A888-9806B9D15BBB}" srcId="{249254ED-B40B-46C0-9CC1-B15BC3B138A3}" destId="{0CFF3160-7FD8-44AE-9FDE-954F6BBE6B49}" srcOrd="7" destOrd="0" parTransId="{C4207EF2-EA20-4EB1-B354-BDFA9CCBD76C}" sibTransId="{2C867094-B464-417C-B52F-547C0C6A7343}"/>
    <dgm:cxn modelId="{26CA612F-80ED-4A74-8FA7-7FD8F23F7597}" type="presOf" srcId="{D80739B3-5EDD-4A8B-A66C-C303F8D35B36}" destId="{C5AA710E-A26F-4434-8018-31FA649ECE65}" srcOrd="0" destOrd="0" presId="urn:microsoft.com/office/officeart/2005/8/layout/hierarchy1"/>
    <dgm:cxn modelId="{63A5893E-747F-4C98-A6B2-EACA8D6E5589}" srcId="{249254ED-B40B-46C0-9CC1-B15BC3B138A3}" destId="{7BC0CB87-07FF-4B24-8AD2-BFC76710A7B6}" srcOrd="4" destOrd="0" parTransId="{43662C40-60E6-432E-8CE3-D0983A825703}" sibTransId="{63CDA344-B856-41B0-A1D9-37A20E69D2C5}"/>
    <dgm:cxn modelId="{F3A81563-D309-4B4A-9C65-7877BA0C98F2}" srcId="{242A28FB-1C42-42DC-BB73-0F52B70265EA}" destId="{66EDDD36-6E95-4A69-8590-3AE25019EBAC}" srcOrd="0" destOrd="0" parTransId="{C060DEC3-3F72-4A4E-B0A3-9FED119B2441}" sibTransId="{CEBA8912-4803-4AE1-899B-BDE67CB37CFA}"/>
    <dgm:cxn modelId="{C521AD65-8797-44B0-B283-851F7C5A3717}" srcId="{242A28FB-1C42-42DC-BB73-0F52B70265EA}" destId="{DACED535-36BB-42D3-991F-99545F6A2BC5}" srcOrd="3" destOrd="0" parTransId="{E1695BBE-E166-4913-AAC4-505B225A491C}" sibTransId="{2C901D3E-A7F8-4A38-A962-6CE503E58B61}"/>
    <dgm:cxn modelId="{8776FE65-2507-445C-A515-DD237226DD22}" srcId="{5E012EF2-C200-425B-954C-27659A9DC77B}" destId="{7D1BD1F8-D803-4F54-B997-5CAC8E8C0AF5}" srcOrd="0" destOrd="0" parTransId="{9FB77E81-CDC3-40C3-B70E-67C43A71261B}" sibTransId="{1527F8C6-108D-4B49-9374-EC01BF6DD38E}"/>
    <dgm:cxn modelId="{95A9B04B-E3AB-4B59-92B2-1D8AAC01A70E}" type="presOf" srcId="{48700CA1-7AE8-4E0C-A111-9CC4C57FA8F0}" destId="{C265D35B-8BE9-4406-8388-18F6CE283918}" srcOrd="0" destOrd="0" presId="urn:microsoft.com/office/officeart/2005/8/layout/hierarchy1"/>
    <dgm:cxn modelId="{D9E3EF4B-8A2B-4EE7-90F2-33110674FD15}" srcId="{249254ED-B40B-46C0-9CC1-B15BC3B138A3}" destId="{54F4D851-A50C-4AFA-AE08-7D3BDA9A2345}" srcOrd="3" destOrd="0" parTransId="{C806F335-23F6-4C49-8C8D-EBECE42B47AC}" sibTransId="{A7B7A5DA-0247-4DC2-A0EF-A31AD653732F}"/>
    <dgm:cxn modelId="{30FA7E54-1284-4BC0-A2A1-9595B3E4A6E9}" type="presOf" srcId="{43662C40-60E6-432E-8CE3-D0983A825703}" destId="{FC016B7A-17F6-414B-A929-156678DB4CD5}" srcOrd="0" destOrd="0" presId="urn:microsoft.com/office/officeart/2005/8/layout/hierarchy1"/>
    <dgm:cxn modelId="{5D96E874-0E5E-490C-8DB9-9BCC45C9E60E}" type="presOf" srcId="{1B52F57E-6F06-4A8F-8D98-DCC94BB4362A}" destId="{3FE16EAE-7B48-4CAA-A607-6AA87F7ABC85}" srcOrd="0" destOrd="0" presId="urn:microsoft.com/office/officeart/2005/8/layout/hierarchy1"/>
    <dgm:cxn modelId="{78B70475-3911-4800-A828-6D8863AD5750}" type="presOf" srcId="{EF9A7E39-8E29-47D8-80B2-4BEE8423FDE1}" destId="{E69EB42A-FB54-4063-BD93-2F00637C57BD}" srcOrd="0" destOrd="0" presId="urn:microsoft.com/office/officeart/2005/8/layout/hierarchy1"/>
    <dgm:cxn modelId="{7EE2D476-8F61-4FEE-BEA4-076289D6A4AD}" type="presOf" srcId="{60AB0D69-8035-4C6F-8494-9D1994B62B43}" destId="{EE0FB08D-A72F-4FC4-AFDC-D3043F7E31B7}" srcOrd="0" destOrd="0" presId="urn:microsoft.com/office/officeart/2005/8/layout/hierarchy1"/>
    <dgm:cxn modelId="{A7E62D79-CC8A-4414-B52C-F6BC0627C87B}" srcId="{249254ED-B40B-46C0-9CC1-B15BC3B138A3}" destId="{EFA21F92-2CC6-4E51-92A0-51F52B15D5DF}" srcOrd="2" destOrd="0" parTransId="{EC421164-73B0-4F6D-BF1C-2A67B9AC6CF0}" sibTransId="{2B38B0FB-3A43-48A1-A231-564B62FF0D65}"/>
    <dgm:cxn modelId="{643CFD5A-4DEA-4E9B-822A-0AFFCE008C38}" type="presOf" srcId="{54F4D851-A50C-4AFA-AE08-7D3BDA9A2345}" destId="{CA712085-03CE-49CE-A9D6-9926C30FB12A}" srcOrd="0" destOrd="0" presId="urn:microsoft.com/office/officeart/2005/8/layout/hierarchy1"/>
    <dgm:cxn modelId="{9D57A981-A26B-4971-9D57-79D5F509892C}" type="presOf" srcId="{5E012EF2-C200-425B-954C-27659A9DC77B}" destId="{195E299E-5924-4277-AAB2-3904A5199932}" srcOrd="0" destOrd="0" presId="urn:microsoft.com/office/officeart/2005/8/layout/hierarchy1"/>
    <dgm:cxn modelId="{E7439083-6D89-406A-831E-517BFF3E1FE1}" type="presOf" srcId="{66EDDD36-6E95-4A69-8590-3AE25019EBAC}" destId="{6239AE44-1BB7-4B03-8A68-66E08555A8E9}" srcOrd="0" destOrd="0" presId="urn:microsoft.com/office/officeart/2005/8/layout/hierarchy1"/>
    <dgm:cxn modelId="{327ECE83-4E09-471E-928F-68240B82CDAD}" type="presOf" srcId="{DACED535-36BB-42D3-991F-99545F6A2BC5}" destId="{00B9AE4A-70A5-4A9F-886E-AA527DC1239B}" srcOrd="0" destOrd="0" presId="urn:microsoft.com/office/officeart/2005/8/layout/hierarchy1"/>
    <dgm:cxn modelId="{5E89968D-538D-4EAE-BD74-0D30FAF41526}" type="presOf" srcId="{1AC3CF1D-E8B7-4A4D-A162-AFB9D3C4A72F}" destId="{5A947EE6-524D-4349-B474-525DEE428800}" srcOrd="0" destOrd="0" presId="urn:microsoft.com/office/officeart/2005/8/layout/hierarchy1"/>
    <dgm:cxn modelId="{CBBD308F-771C-4233-9D5A-60E7BB97ADDE}" type="presOf" srcId="{727A5CCF-6264-49F5-9CBB-62351CB6E248}" destId="{C39AC80B-CF22-4191-8E17-6F706F6D1550}" srcOrd="0" destOrd="0" presId="urn:microsoft.com/office/officeart/2005/8/layout/hierarchy1"/>
    <dgm:cxn modelId="{A96EED8F-C11D-4C35-AB74-94B4325CF825}" type="presOf" srcId="{0CFF3160-7FD8-44AE-9FDE-954F6BBE6B49}" destId="{17CA1F52-67B9-4F98-8AE6-6DD5011AB43F}" srcOrd="0" destOrd="0" presId="urn:microsoft.com/office/officeart/2005/8/layout/hierarchy1"/>
    <dgm:cxn modelId="{0561E892-E631-4A5E-85E7-3C550F62A83E}" type="presOf" srcId="{242A28FB-1C42-42DC-BB73-0F52B70265EA}" destId="{F9ED5C75-EFDD-46A7-A644-614E08F635B7}" srcOrd="0" destOrd="0" presId="urn:microsoft.com/office/officeart/2005/8/layout/hierarchy1"/>
    <dgm:cxn modelId="{7086B79C-C337-4D0C-9328-8DCB56792D20}" type="presOf" srcId="{91805CDB-62DA-4BEB-9E0D-E4F8225D4EB7}" destId="{F983EDA2-95BA-4969-9F59-98EFA11EFFB4}" srcOrd="0" destOrd="0" presId="urn:microsoft.com/office/officeart/2005/8/layout/hierarchy1"/>
    <dgm:cxn modelId="{774493A2-48AB-40B7-B653-1A1BB1750219}" srcId="{242A28FB-1C42-42DC-BB73-0F52B70265EA}" destId="{6EA97DF9-05CF-4D87-A44A-500D49A57ED5}" srcOrd="5" destOrd="0" parTransId="{60AB0D69-8035-4C6F-8494-9D1994B62B43}" sibTransId="{38BF9A4B-5F95-4BDF-AA15-F2E99E2E36C4}"/>
    <dgm:cxn modelId="{FCFB06A3-16B2-4CCA-A1AD-86E941D634BD}" type="presOf" srcId="{C007B43C-A636-4670-BBFD-72B25D2560D4}" destId="{8D49C276-1EE3-42BA-9AFD-C50100415846}" srcOrd="0" destOrd="0" presId="urn:microsoft.com/office/officeart/2005/8/layout/hierarchy1"/>
    <dgm:cxn modelId="{8451EAA9-CA18-4695-8298-BFE4C2F04169}" type="presOf" srcId="{67D6B077-95D9-4D57-81CD-9BD85DEFC84B}" destId="{8B3D424C-7072-41FB-B1E2-4644B060CA00}" srcOrd="0" destOrd="0" presId="urn:microsoft.com/office/officeart/2005/8/layout/hierarchy1"/>
    <dgm:cxn modelId="{139D34B9-4937-4225-98B3-B562EB5801D2}" type="presOf" srcId="{EFA21F92-2CC6-4E51-92A0-51F52B15D5DF}" destId="{912DE6E8-D9DC-4C5B-A344-D8783F007DDB}" srcOrd="0" destOrd="0" presId="urn:microsoft.com/office/officeart/2005/8/layout/hierarchy1"/>
    <dgm:cxn modelId="{1355D8BC-6EB6-4F9C-AC91-D1E3D074542E}" srcId="{249254ED-B40B-46C0-9CC1-B15BC3B138A3}" destId="{1B52F57E-6F06-4A8F-8D98-DCC94BB4362A}" srcOrd="5" destOrd="0" parTransId="{D80739B3-5EDD-4A8B-A66C-C303F8D35B36}" sibTransId="{3BDB0440-949E-4670-A24F-898612F0840F}"/>
    <dgm:cxn modelId="{6E4004C6-481C-4BB8-A2EB-1348795468EA}" type="presOf" srcId="{7D1BD1F8-D803-4F54-B997-5CAC8E8C0AF5}" destId="{2D1444C1-3563-4793-8F17-890381FD24CA}" srcOrd="0" destOrd="0" presId="urn:microsoft.com/office/officeart/2005/8/layout/hierarchy1"/>
    <dgm:cxn modelId="{621AB6C8-D89D-4BA9-AD4C-04C74921C61B}" srcId="{7D1BD1F8-D803-4F54-B997-5CAC8E8C0AF5}" destId="{242A28FB-1C42-42DC-BB73-0F52B70265EA}" srcOrd="0" destOrd="0" parTransId="{B81DC611-81D3-45A7-BDA9-AC307241DDCB}" sibTransId="{A90D7A83-7E30-45E3-BDBA-30C34426CC35}"/>
    <dgm:cxn modelId="{2C93D1C9-9404-48F7-89CD-525548D7F87D}" type="presOf" srcId="{7875F506-DD18-4242-845F-C001BE2C311D}" destId="{D73E786D-C963-4E15-947B-33CB2158FB86}" srcOrd="0" destOrd="0" presId="urn:microsoft.com/office/officeart/2005/8/layout/hierarchy1"/>
    <dgm:cxn modelId="{FB3A6CD0-C383-4BA2-AE16-1E9956B1203C}" type="presOf" srcId="{6F170AE1-07F4-4AAB-8C4F-F341A848577D}" destId="{83E76063-F3A2-446C-9061-6F4B379993BC}" srcOrd="0" destOrd="0" presId="urn:microsoft.com/office/officeart/2005/8/layout/hierarchy1"/>
    <dgm:cxn modelId="{7140D8D4-017B-4211-B641-43309E92E9FE}" type="presOf" srcId="{EC421164-73B0-4F6D-BF1C-2A67B9AC6CF0}" destId="{84210F19-750D-46BA-B78D-31F1F75D2AAD}" srcOrd="0" destOrd="0" presId="urn:microsoft.com/office/officeart/2005/8/layout/hierarchy1"/>
    <dgm:cxn modelId="{4DFF4DD6-ED3E-41AF-86FE-09AD208124BC}" type="presOf" srcId="{C806F335-23F6-4C49-8C8D-EBECE42B47AC}" destId="{2E4F86F4-BC0A-4BD8-82BC-97D27B745FDE}" srcOrd="0" destOrd="0" presId="urn:microsoft.com/office/officeart/2005/8/layout/hierarchy1"/>
    <dgm:cxn modelId="{674C0FD9-50F8-4227-9E74-BE6CFBACABFE}" srcId="{242A28FB-1C42-42DC-BB73-0F52B70265EA}" destId="{6F170AE1-07F4-4AAB-8C4F-F341A848577D}" srcOrd="4" destOrd="0" parTransId="{7875F506-DD18-4242-845F-C001BE2C311D}" sibTransId="{260BAADD-CDA4-4BC0-92A9-16555B95661C}"/>
    <dgm:cxn modelId="{512623D9-3EFF-410B-AD92-CBA92AD8F40A}" srcId="{249254ED-B40B-46C0-9CC1-B15BC3B138A3}" destId="{727A5CCF-6264-49F5-9CBB-62351CB6E248}" srcOrd="0" destOrd="0" parTransId="{67D6B077-95D9-4D57-81CD-9BD85DEFC84B}" sibTransId="{C0BED993-FF7F-4F54-98B7-DA25280F40F5}"/>
    <dgm:cxn modelId="{7996BBDF-AA99-43AE-9E5D-F14BB7451D05}" srcId="{249254ED-B40B-46C0-9CC1-B15BC3B138A3}" destId="{1EB76B35-7A99-4DCB-9410-AF376B98E694}" srcOrd="1" destOrd="0" parTransId="{91805CDB-62DA-4BEB-9E0D-E4F8225D4EB7}" sibTransId="{9C6B0289-89F9-4C84-A720-38E03BD5F8BA}"/>
    <dgm:cxn modelId="{C19380E3-3B9B-41C3-9907-EA4075750EDD}" type="presOf" srcId="{B81DC611-81D3-45A7-BDA9-AC307241DDCB}" destId="{DD51A617-B8AA-4A2A-B5EC-E336C8C2B15C}" srcOrd="0" destOrd="0" presId="urn:microsoft.com/office/officeart/2005/8/layout/hierarchy1"/>
    <dgm:cxn modelId="{B16572E6-AAF4-440F-844D-02BDA993AFFF}" srcId="{249254ED-B40B-46C0-9CC1-B15BC3B138A3}" destId="{EF9A7E39-8E29-47D8-80B2-4BEE8423FDE1}" srcOrd="6" destOrd="0" parTransId="{1AC3CF1D-E8B7-4A4D-A162-AFB9D3C4A72F}" sibTransId="{FDA14D6E-9F75-40CF-ABA3-945664EF321C}"/>
    <dgm:cxn modelId="{5DFE11EA-2EC6-4675-B6A6-AE4EB9A9023E}" type="presOf" srcId="{2D938431-94F7-4999-B6EC-2F1835781788}" destId="{F40B72AE-E24F-4F36-B803-77883CAA1D8B}" srcOrd="0" destOrd="0" presId="urn:microsoft.com/office/officeart/2005/8/layout/hierarchy1"/>
    <dgm:cxn modelId="{378B71EC-9FD8-4FD3-AC8C-D7B3B1FF87D1}" srcId="{242A28FB-1C42-42DC-BB73-0F52B70265EA}" destId="{48700CA1-7AE8-4E0C-A111-9CC4C57FA8F0}" srcOrd="1" destOrd="0" parTransId="{D3793C41-B8B6-4399-94A7-B9D01156F010}" sibTransId="{2E7D9EB2-82EA-41AE-9E5F-D6C132C2E622}"/>
    <dgm:cxn modelId="{FEEDDAED-41B2-46C6-B3A8-32C039E3C1FE}" type="presOf" srcId="{6EA97DF9-05CF-4D87-A44A-500D49A57ED5}" destId="{8540A4CF-F446-40B3-B9E1-8B20AAD1AACB}" srcOrd="0" destOrd="0" presId="urn:microsoft.com/office/officeart/2005/8/layout/hierarchy1"/>
    <dgm:cxn modelId="{2E95F1EF-F7CF-45AA-90E4-4804B0763A76}" type="presOf" srcId="{C0CDBA9F-C8A5-4171-9680-3047C9EF6084}" destId="{739280C5-87B4-499A-9F9C-0A4A61E8AEB0}" srcOrd="0" destOrd="0" presId="urn:microsoft.com/office/officeart/2005/8/layout/hierarchy1"/>
    <dgm:cxn modelId="{149D42F1-1C6A-4DE7-9CF2-FA3834B70E7A}" type="presOf" srcId="{C060DEC3-3F72-4A4E-B0A3-9FED119B2441}" destId="{7B4F18DF-1E38-4A52-A0D2-BD7633DF62F1}" srcOrd="0" destOrd="0" presId="urn:microsoft.com/office/officeart/2005/8/layout/hierarchy1"/>
    <dgm:cxn modelId="{81DB8DF4-82EF-430E-BCFC-EF192D02BCB2}" type="presOf" srcId="{7BC0CB87-07FF-4B24-8AD2-BFC76710A7B6}" destId="{7E4CE718-B559-43D7-8465-4B9AE3F9C8A9}" srcOrd="0" destOrd="0" presId="urn:microsoft.com/office/officeart/2005/8/layout/hierarchy1"/>
    <dgm:cxn modelId="{09A55EF9-E637-4047-931A-3632A6DF973A}" type="presOf" srcId="{E35F0D10-3F5C-4568-8CFC-99931FB569D3}" destId="{9F42F82D-7E4D-4ED3-9BF7-4AD103DF9792}" srcOrd="0" destOrd="0" presId="urn:microsoft.com/office/officeart/2005/8/layout/hierarchy1"/>
    <dgm:cxn modelId="{2E490F69-DD1D-4806-9835-F052C072DE19}" type="presParOf" srcId="{195E299E-5924-4277-AAB2-3904A5199932}" destId="{B413130F-0989-4B5C-B816-51530996DC59}" srcOrd="0" destOrd="0" presId="urn:microsoft.com/office/officeart/2005/8/layout/hierarchy1"/>
    <dgm:cxn modelId="{618B65A4-5D7E-4C55-B43B-33C20E4A267A}" type="presParOf" srcId="{B413130F-0989-4B5C-B816-51530996DC59}" destId="{FA9C7752-5ED1-46FD-A17B-22F9934E7A02}" srcOrd="0" destOrd="0" presId="urn:microsoft.com/office/officeart/2005/8/layout/hierarchy1"/>
    <dgm:cxn modelId="{07BF0A09-FF80-4AC5-87DF-266EE1F0D4B0}" type="presParOf" srcId="{FA9C7752-5ED1-46FD-A17B-22F9934E7A02}" destId="{37486B0E-0A24-4ADB-A793-27D979A2EFA7}" srcOrd="0" destOrd="0" presId="urn:microsoft.com/office/officeart/2005/8/layout/hierarchy1"/>
    <dgm:cxn modelId="{1985BA6F-0830-49A1-86A7-136A0AEC6F71}" type="presParOf" srcId="{FA9C7752-5ED1-46FD-A17B-22F9934E7A02}" destId="{2D1444C1-3563-4793-8F17-890381FD24CA}" srcOrd="1" destOrd="0" presId="urn:microsoft.com/office/officeart/2005/8/layout/hierarchy1"/>
    <dgm:cxn modelId="{3792DCFF-03E5-4747-AB41-DC7BF950BFCF}" type="presParOf" srcId="{B413130F-0989-4B5C-B816-51530996DC59}" destId="{A09BDA2C-4B0C-4CAC-95DB-79F37DC102F3}" srcOrd="1" destOrd="0" presId="urn:microsoft.com/office/officeart/2005/8/layout/hierarchy1"/>
    <dgm:cxn modelId="{B716F2A0-B20B-4A41-8A78-202128C3081D}" type="presParOf" srcId="{A09BDA2C-4B0C-4CAC-95DB-79F37DC102F3}" destId="{DD51A617-B8AA-4A2A-B5EC-E336C8C2B15C}" srcOrd="0" destOrd="0" presId="urn:microsoft.com/office/officeart/2005/8/layout/hierarchy1"/>
    <dgm:cxn modelId="{17AA878B-0A7B-42C7-A733-A1FCE9E445AF}" type="presParOf" srcId="{A09BDA2C-4B0C-4CAC-95DB-79F37DC102F3}" destId="{15D26BB8-31C7-402C-ADD7-A80B3309242A}" srcOrd="1" destOrd="0" presId="urn:microsoft.com/office/officeart/2005/8/layout/hierarchy1"/>
    <dgm:cxn modelId="{45EE2AD2-E659-4982-BC14-E52F48047A9E}" type="presParOf" srcId="{15D26BB8-31C7-402C-ADD7-A80B3309242A}" destId="{260D792F-C856-4095-AE9E-0D663E1509B7}" srcOrd="0" destOrd="0" presId="urn:microsoft.com/office/officeart/2005/8/layout/hierarchy1"/>
    <dgm:cxn modelId="{420049B7-0FF8-4E82-9C9A-2D5174E5068B}" type="presParOf" srcId="{260D792F-C856-4095-AE9E-0D663E1509B7}" destId="{DA9A8F6E-9A47-4EAC-AD85-B0E6DE50C748}" srcOrd="0" destOrd="0" presId="urn:microsoft.com/office/officeart/2005/8/layout/hierarchy1"/>
    <dgm:cxn modelId="{E1954ADC-B845-4E6C-86A5-04F3ED20D418}" type="presParOf" srcId="{260D792F-C856-4095-AE9E-0D663E1509B7}" destId="{F9ED5C75-EFDD-46A7-A644-614E08F635B7}" srcOrd="1" destOrd="0" presId="urn:microsoft.com/office/officeart/2005/8/layout/hierarchy1"/>
    <dgm:cxn modelId="{B9CE933B-DB0E-47A2-9C33-DBF5B036B24E}" type="presParOf" srcId="{15D26BB8-31C7-402C-ADD7-A80B3309242A}" destId="{6DB7F1EF-65FE-45F9-983D-F478E4EE51F4}" srcOrd="1" destOrd="0" presId="urn:microsoft.com/office/officeart/2005/8/layout/hierarchy1"/>
    <dgm:cxn modelId="{19BFC94A-A057-42C1-8929-A2CD73442779}" type="presParOf" srcId="{6DB7F1EF-65FE-45F9-983D-F478E4EE51F4}" destId="{7B4F18DF-1E38-4A52-A0D2-BD7633DF62F1}" srcOrd="0" destOrd="0" presId="urn:microsoft.com/office/officeart/2005/8/layout/hierarchy1"/>
    <dgm:cxn modelId="{BB7FDD62-6DA3-4059-A864-E94359C60DFD}" type="presParOf" srcId="{6DB7F1EF-65FE-45F9-983D-F478E4EE51F4}" destId="{C622F5DF-2AAE-44D6-AD7D-A49E20F6C4F5}" srcOrd="1" destOrd="0" presId="urn:microsoft.com/office/officeart/2005/8/layout/hierarchy1"/>
    <dgm:cxn modelId="{C0ACC6AC-0C0F-405F-AC6C-5900575E8C11}" type="presParOf" srcId="{C622F5DF-2AAE-44D6-AD7D-A49E20F6C4F5}" destId="{22DC35C2-E1DE-4CB0-92B4-33C103F96741}" srcOrd="0" destOrd="0" presId="urn:microsoft.com/office/officeart/2005/8/layout/hierarchy1"/>
    <dgm:cxn modelId="{19CF8A33-023B-4D58-997C-29CCBA8EB3C4}" type="presParOf" srcId="{22DC35C2-E1DE-4CB0-92B4-33C103F96741}" destId="{771AAB57-E47F-414D-B391-488EA315A467}" srcOrd="0" destOrd="0" presId="urn:microsoft.com/office/officeart/2005/8/layout/hierarchy1"/>
    <dgm:cxn modelId="{D1EC4029-8734-4205-9C00-0A4CD629C035}" type="presParOf" srcId="{22DC35C2-E1DE-4CB0-92B4-33C103F96741}" destId="{6239AE44-1BB7-4B03-8A68-66E08555A8E9}" srcOrd="1" destOrd="0" presId="urn:microsoft.com/office/officeart/2005/8/layout/hierarchy1"/>
    <dgm:cxn modelId="{18E9FA74-F50D-48D6-8881-FC670F5C09D7}" type="presParOf" srcId="{C622F5DF-2AAE-44D6-AD7D-A49E20F6C4F5}" destId="{52129ED4-4426-406E-A958-F1C4B0C90879}" srcOrd="1" destOrd="0" presId="urn:microsoft.com/office/officeart/2005/8/layout/hierarchy1"/>
    <dgm:cxn modelId="{D3F8097A-B0BC-400F-9181-60456C2FDD79}" type="presParOf" srcId="{52129ED4-4426-406E-A958-F1C4B0C90879}" destId="{BE2BA857-17D9-4E33-8F08-2644B225799E}" srcOrd="0" destOrd="0" presId="urn:microsoft.com/office/officeart/2005/8/layout/hierarchy1"/>
    <dgm:cxn modelId="{A131B404-FED7-45E4-981D-E45EC05BF5C7}" type="presParOf" srcId="{52129ED4-4426-406E-A958-F1C4B0C90879}" destId="{24F8A592-BFFD-4BA1-B985-1E6C1E57444C}" srcOrd="1" destOrd="0" presId="urn:microsoft.com/office/officeart/2005/8/layout/hierarchy1"/>
    <dgm:cxn modelId="{06B8FA50-9AE5-4250-AD5F-A621BA4683FB}" type="presParOf" srcId="{24F8A592-BFFD-4BA1-B985-1E6C1E57444C}" destId="{AB08CF84-FD70-4EB9-B429-29E5ADC6670A}" srcOrd="0" destOrd="0" presId="urn:microsoft.com/office/officeart/2005/8/layout/hierarchy1"/>
    <dgm:cxn modelId="{9F21B7EE-D8D4-47BD-A7C7-92D1C5B398F1}" type="presParOf" srcId="{AB08CF84-FD70-4EB9-B429-29E5ADC6670A}" destId="{7E49929C-E54C-4E8C-AD19-BDFB059F8297}" srcOrd="0" destOrd="0" presId="urn:microsoft.com/office/officeart/2005/8/layout/hierarchy1"/>
    <dgm:cxn modelId="{342151DA-43AA-443D-8B52-38E6AF8A7E17}" type="presParOf" srcId="{AB08CF84-FD70-4EB9-B429-29E5ADC6670A}" destId="{55E5C8B0-EAB6-43D5-ADEC-5621EA47CEC4}" srcOrd="1" destOrd="0" presId="urn:microsoft.com/office/officeart/2005/8/layout/hierarchy1"/>
    <dgm:cxn modelId="{CCB336DD-E4E5-4547-9BD2-F97931E266ED}" type="presParOf" srcId="{24F8A592-BFFD-4BA1-B985-1E6C1E57444C}" destId="{CCA83E08-FBB6-456D-BD49-727A0BB480E9}" srcOrd="1" destOrd="0" presId="urn:microsoft.com/office/officeart/2005/8/layout/hierarchy1"/>
    <dgm:cxn modelId="{967A77B6-34F1-46FD-A381-602B2D69A0BC}" type="presParOf" srcId="{CCA83E08-FBB6-456D-BD49-727A0BB480E9}" destId="{8B3D424C-7072-41FB-B1E2-4644B060CA00}" srcOrd="0" destOrd="0" presId="urn:microsoft.com/office/officeart/2005/8/layout/hierarchy1"/>
    <dgm:cxn modelId="{DF13045F-20BC-4F00-9D57-2B1059C8B892}" type="presParOf" srcId="{CCA83E08-FBB6-456D-BD49-727A0BB480E9}" destId="{4A91C1CE-6FBF-439D-B86C-BCBD0BEB673C}" srcOrd="1" destOrd="0" presId="urn:microsoft.com/office/officeart/2005/8/layout/hierarchy1"/>
    <dgm:cxn modelId="{F466EFEA-09A3-48DE-BDEE-438F721E5A08}" type="presParOf" srcId="{4A91C1CE-6FBF-439D-B86C-BCBD0BEB673C}" destId="{54C99C76-4176-47FA-A374-24CD5410921F}" srcOrd="0" destOrd="0" presId="urn:microsoft.com/office/officeart/2005/8/layout/hierarchy1"/>
    <dgm:cxn modelId="{0D8DA959-82B7-436A-93C5-FB4662BD736F}" type="presParOf" srcId="{54C99C76-4176-47FA-A374-24CD5410921F}" destId="{B75C1462-68FB-43AB-8EFF-1A0D98D85619}" srcOrd="0" destOrd="0" presId="urn:microsoft.com/office/officeart/2005/8/layout/hierarchy1"/>
    <dgm:cxn modelId="{EB40DEA5-E687-4192-8A1B-6C5DAE11F8E7}" type="presParOf" srcId="{54C99C76-4176-47FA-A374-24CD5410921F}" destId="{C39AC80B-CF22-4191-8E17-6F706F6D1550}" srcOrd="1" destOrd="0" presId="urn:microsoft.com/office/officeart/2005/8/layout/hierarchy1"/>
    <dgm:cxn modelId="{75AEF97E-5C0B-4B57-9790-933E8A5F994B}" type="presParOf" srcId="{4A91C1CE-6FBF-439D-B86C-BCBD0BEB673C}" destId="{1EE84AC4-71F6-4F28-8BB8-14B4B3B447B7}" srcOrd="1" destOrd="0" presId="urn:microsoft.com/office/officeart/2005/8/layout/hierarchy1"/>
    <dgm:cxn modelId="{9CB73FCF-8B94-44B6-888B-37D326B05426}" type="presParOf" srcId="{CCA83E08-FBB6-456D-BD49-727A0BB480E9}" destId="{F983EDA2-95BA-4969-9F59-98EFA11EFFB4}" srcOrd="2" destOrd="0" presId="urn:microsoft.com/office/officeart/2005/8/layout/hierarchy1"/>
    <dgm:cxn modelId="{C66302B6-95E1-46C6-AB8C-9837A97D3BAA}" type="presParOf" srcId="{CCA83E08-FBB6-456D-BD49-727A0BB480E9}" destId="{EF642414-AD14-443C-ADDD-34C5A6158529}" srcOrd="3" destOrd="0" presId="urn:microsoft.com/office/officeart/2005/8/layout/hierarchy1"/>
    <dgm:cxn modelId="{D832CDC0-356C-4E24-9937-3FE715613FE5}" type="presParOf" srcId="{EF642414-AD14-443C-ADDD-34C5A6158529}" destId="{4C920EF7-FB9F-4604-B569-35684E21CBB3}" srcOrd="0" destOrd="0" presId="urn:microsoft.com/office/officeart/2005/8/layout/hierarchy1"/>
    <dgm:cxn modelId="{87EF2E08-571F-4D78-86AF-FBA4F000A1F7}" type="presParOf" srcId="{4C920EF7-FB9F-4604-B569-35684E21CBB3}" destId="{A53378BF-4C89-4B6A-AF9A-9BD8426E0211}" srcOrd="0" destOrd="0" presId="urn:microsoft.com/office/officeart/2005/8/layout/hierarchy1"/>
    <dgm:cxn modelId="{178DD5B0-41FA-4DC6-B807-DDF776656910}" type="presParOf" srcId="{4C920EF7-FB9F-4604-B569-35684E21CBB3}" destId="{FA2F8C78-3F06-4C74-A06F-EA80DAFA0F61}" srcOrd="1" destOrd="0" presId="urn:microsoft.com/office/officeart/2005/8/layout/hierarchy1"/>
    <dgm:cxn modelId="{7C6252D7-2AD0-4E1E-B5CE-9D6B6BC84DF3}" type="presParOf" srcId="{EF642414-AD14-443C-ADDD-34C5A6158529}" destId="{4B9C116E-AC1A-4BE7-840D-7A9F3306520C}" srcOrd="1" destOrd="0" presId="urn:microsoft.com/office/officeart/2005/8/layout/hierarchy1"/>
    <dgm:cxn modelId="{EF16DEC6-01BB-4111-89D2-F0AB32767822}" type="presParOf" srcId="{CCA83E08-FBB6-456D-BD49-727A0BB480E9}" destId="{84210F19-750D-46BA-B78D-31F1F75D2AAD}" srcOrd="4" destOrd="0" presId="urn:microsoft.com/office/officeart/2005/8/layout/hierarchy1"/>
    <dgm:cxn modelId="{50621465-D6BC-4009-9B46-E5E66F401802}" type="presParOf" srcId="{CCA83E08-FBB6-456D-BD49-727A0BB480E9}" destId="{61F373AD-B326-46D4-83F7-9861F9980FBC}" srcOrd="5" destOrd="0" presId="urn:microsoft.com/office/officeart/2005/8/layout/hierarchy1"/>
    <dgm:cxn modelId="{0591C8F0-CA00-4E56-8B08-49DA0FC8C475}" type="presParOf" srcId="{61F373AD-B326-46D4-83F7-9861F9980FBC}" destId="{AC35CD6A-0D9D-45D0-B50E-F5897101CC4C}" srcOrd="0" destOrd="0" presId="urn:microsoft.com/office/officeart/2005/8/layout/hierarchy1"/>
    <dgm:cxn modelId="{6D0287D6-01E3-4252-AA6C-5C6C3531244F}" type="presParOf" srcId="{AC35CD6A-0D9D-45D0-B50E-F5897101CC4C}" destId="{0E39DFE6-7A05-46A6-A3BE-568DF8A8189E}" srcOrd="0" destOrd="0" presId="urn:microsoft.com/office/officeart/2005/8/layout/hierarchy1"/>
    <dgm:cxn modelId="{52680148-5723-44DA-8722-05CBC807532C}" type="presParOf" srcId="{AC35CD6A-0D9D-45D0-B50E-F5897101CC4C}" destId="{912DE6E8-D9DC-4C5B-A344-D8783F007DDB}" srcOrd="1" destOrd="0" presId="urn:microsoft.com/office/officeart/2005/8/layout/hierarchy1"/>
    <dgm:cxn modelId="{59BD7813-185E-4501-A9C5-BE15461C9924}" type="presParOf" srcId="{61F373AD-B326-46D4-83F7-9861F9980FBC}" destId="{95718081-4570-4C3B-8FBE-AAE5513A7642}" srcOrd="1" destOrd="0" presId="urn:microsoft.com/office/officeart/2005/8/layout/hierarchy1"/>
    <dgm:cxn modelId="{9CB707A8-1B03-4FD3-AC14-1BBE33090158}" type="presParOf" srcId="{CCA83E08-FBB6-456D-BD49-727A0BB480E9}" destId="{2E4F86F4-BC0A-4BD8-82BC-97D27B745FDE}" srcOrd="6" destOrd="0" presId="urn:microsoft.com/office/officeart/2005/8/layout/hierarchy1"/>
    <dgm:cxn modelId="{DFE93435-26F6-49E1-AF47-BE727B37D5FD}" type="presParOf" srcId="{CCA83E08-FBB6-456D-BD49-727A0BB480E9}" destId="{8729BF2A-3356-4802-B3FD-D01D3B5A38B7}" srcOrd="7" destOrd="0" presId="urn:microsoft.com/office/officeart/2005/8/layout/hierarchy1"/>
    <dgm:cxn modelId="{396DAA22-39BA-4AC5-8DFA-DD19998E65B8}" type="presParOf" srcId="{8729BF2A-3356-4802-B3FD-D01D3B5A38B7}" destId="{8156A73E-A645-457C-9C49-EDDA9A388FA3}" srcOrd="0" destOrd="0" presId="urn:microsoft.com/office/officeart/2005/8/layout/hierarchy1"/>
    <dgm:cxn modelId="{286B91F3-97F0-4015-8897-50FB105FA6C5}" type="presParOf" srcId="{8156A73E-A645-457C-9C49-EDDA9A388FA3}" destId="{542B1932-75BD-4623-AF3C-99C90B616A33}" srcOrd="0" destOrd="0" presId="urn:microsoft.com/office/officeart/2005/8/layout/hierarchy1"/>
    <dgm:cxn modelId="{BD4B7354-8F34-4DD6-9FA3-835C47664926}" type="presParOf" srcId="{8156A73E-A645-457C-9C49-EDDA9A388FA3}" destId="{CA712085-03CE-49CE-A9D6-9926C30FB12A}" srcOrd="1" destOrd="0" presId="urn:microsoft.com/office/officeart/2005/8/layout/hierarchy1"/>
    <dgm:cxn modelId="{6398B619-3AAF-4329-A32A-38A1E1526BE4}" type="presParOf" srcId="{8729BF2A-3356-4802-B3FD-D01D3B5A38B7}" destId="{0D5B3E78-4AD0-4783-9EE4-22CD11F54F7B}" srcOrd="1" destOrd="0" presId="urn:microsoft.com/office/officeart/2005/8/layout/hierarchy1"/>
    <dgm:cxn modelId="{E2AA8CAC-0D5D-4C14-8C81-EACD4589CF40}" type="presParOf" srcId="{CCA83E08-FBB6-456D-BD49-727A0BB480E9}" destId="{FC016B7A-17F6-414B-A929-156678DB4CD5}" srcOrd="8" destOrd="0" presId="urn:microsoft.com/office/officeart/2005/8/layout/hierarchy1"/>
    <dgm:cxn modelId="{D558A83A-1D73-497D-98BA-07B929D06618}" type="presParOf" srcId="{CCA83E08-FBB6-456D-BD49-727A0BB480E9}" destId="{E2597141-D358-4929-A933-1D16437960BB}" srcOrd="9" destOrd="0" presId="urn:microsoft.com/office/officeart/2005/8/layout/hierarchy1"/>
    <dgm:cxn modelId="{46A54BF5-9B4F-4F20-B776-0DA5CADC60DC}" type="presParOf" srcId="{E2597141-D358-4929-A933-1D16437960BB}" destId="{3C18FDA1-FEC9-491B-ABB5-26C603C8474A}" srcOrd="0" destOrd="0" presId="urn:microsoft.com/office/officeart/2005/8/layout/hierarchy1"/>
    <dgm:cxn modelId="{66774389-2C23-4277-AECC-BF0EEC2485EE}" type="presParOf" srcId="{3C18FDA1-FEC9-491B-ABB5-26C603C8474A}" destId="{D069368A-76E0-4420-A43A-5B34F875A574}" srcOrd="0" destOrd="0" presId="urn:microsoft.com/office/officeart/2005/8/layout/hierarchy1"/>
    <dgm:cxn modelId="{56694EAB-A1E2-4B31-9FFF-3B9AB5DA56D9}" type="presParOf" srcId="{3C18FDA1-FEC9-491B-ABB5-26C603C8474A}" destId="{7E4CE718-B559-43D7-8465-4B9AE3F9C8A9}" srcOrd="1" destOrd="0" presId="urn:microsoft.com/office/officeart/2005/8/layout/hierarchy1"/>
    <dgm:cxn modelId="{766A6993-38B3-47D9-9BC3-E011727A3CCA}" type="presParOf" srcId="{E2597141-D358-4929-A933-1D16437960BB}" destId="{ED3C0253-3DBC-4053-ADDD-4CA7B878A8C6}" srcOrd="1" destOrd="0" presId="urn:microsoft.com/office/officeart/2005/8/layout/hierarchy1"/>
    <dgm:cxn modelId="{62B658E4-D5DB-48F2-8608-A653486B2D5C}" type="presParOf" srcId="{CCA83E08-FBB6-456D-BD49-727A0BB480E9}" destId="{C5AA710E-A26F-4434-8018-31FA649ECE65}" srcOrd="10" destOrd="0" presId="urn:microsoft.com/office/officeart/2005/8/layout/hierarchy1"/>
    <dgm:cxn modelId="{3F627EA0-BE4A-4C19-AA8A-B5B33008A56B}" type="presParOf" srcId="{CCA83E08-FBB6-456D-BD49-727A0BB480E9}" destId="{768A9B4D-56D5-42CC-B9EF-C9CC636763F0}" srcOrd="11" destOrd="0" presId="urn:microsoft.com/office/officeart/2005/8/layout/hierarchy1"/>
    <dgm:cxn modelId="{BDE05357-F6C5-4839-AB29-41EEF9455A27}" type="presParOf" srcId="{768A9B4D-56D5-42CC-B9EF-C9CC636763F0}" destId="{F8991ECE-C96F-4F88-8032-BEB64155F5ED}" srcOrd="0" destOrd="0" presId="urn:microsoft.com/office/officeart/2005/8/layout/hierarchy1"/>
    <dgm:cxn modelId="{4C2BDE83-2387-47D0-98FE-1880DF69F355}" type="presParOf" srcId="{F8991ECE-C96F-4F88-8032-BEB64155F5ED}" destId="{FA633C7A-A5BC-4D83-81D4-398F3B3139FA}" srcOrd="0" destOrd="0" presId="urn:microsoft.com/office/officeart/2005/8/layout/hierarchy1"/>
    <dgm:cxn modelId="{E46EE733-A390-471F-911F-35F7D60F4798}" type="presParOf" srcId="{F8991ECE-C96F-4F88-8032-BEB64155F5ED}" destId="{3FE16EAE-7B48-4CAA-A607-6AA87F7ABC85}" srcOrd="1" destOrd="0" presId="urn:microsoft.com/office/officeart/2005/8/layout/hierarchy1"/>
    <dgm:cxn modelId="{BDAA89AA-0618-4D78-AFFD-AF7DFB1A1FF9}" type="presParOf" srcId="{768A9B4D-56D5-42CC-B9EF-C9CC636763F0}" destId="{CA348E24-6D36-4DE4-A027-739879907C09}" srcOrd="1" destOrd="0" presId="urn:microsoft.com/office/officeart/2005/8/layout/hierarchy1"/>
    <dgm:cxn modelId="{E7FBF61D-42C2-42EC-B3F3-5180CBF05C81}" type="presParOf" srcId="{CCA83E08-FBB6-456D-BD49-727A0BB480E9}" destId="{5A947EE6-524D-4349-B474-525DEE428800}" srcOrd="12" destOrd="0" presId="urn:microsoft.com/office/officeart/2005/8/layout/hierarchy1"/>
    <dgm:cxn modelId="{26438669-461A-47A8-A6FE-CBF50441F6A8}" type="presParOf" srcId="{CCA83E08-FBB6-456D-BD49-727A0BB480E9}" destId="{4905698C-6834-4A2D-81D3-47B2F665FFE5}" srcOrd="13" destOrd="0" presId="urn:microsoft.com/office/officeart/2005/8/layout/hierarchy1"/>
    <dgm:cxn modelId="{AF9CF49D-62E2-4105-AC2A-D87A61256AB6}" type="presParOf" srcId="{4905698C-6834-4A2D-81D3-47B2F665FFE5}" destId="{650A6FC0-E7A0-41B1-8438-0F77B602CC8B}" srcOrd="0" destOrd="0" presId="urn:microsoft.com/office/officeart/2005/8/layout/hierarchy1"/>
    <dgm:cxn modelId="{D49DE4B7-2C32-4CDA-838D-8A9025FDC314}" type="presParOf" srcId="{650A6FC0-E7A0-41B1-8438-0F77B602CC8B}" destId="{AAC474BF-2A82-4EF9-B913-4F5128E7C148}" srcOrd="0" destOrd="0" presId="urn:microsoft.com/office/officeart/2005/8/layout/hierarchy1"/>
    <dgm:cxn modelId="{D3E7B2BD-C9EE-4B7D-87FC-50F5E10BB4CC}" type="presParOf" srcId="{650A6FC0-E7A0-41B1-8438-0F77B602CC8B}" destId="{E69EB42A-FB54-4063-BD93-2F00637C57BD}" srcOrd="1" destOrd="0" presId="urn:microsoft.com/office/officeart/2005/8/layout/hierarchy1"/>
    <dgm:cxn modelId="{3E5940FA-CAC1-4F94-A362-4081D5E112A8}" type="presParOf" srcId="{4905698C-6834-4A2D-81D3-47B2F665FFE5}" destId="{DDBCA28C-4BD1-4817-8550-2B0CD799979B}" srcOrd="1" destOrd="0" presId="urn:microsoft.com/office/officeart/2005/8/layout/hierarchy1"/>
    <dgm:cxn modelId="{39239550-6561-469D-BA0E-E775C3763642}" type="presParOf" srcId="{CCA83E08-FBB6-456D-BD49-727A0BB480E9}" destId="{0FE95B49-FE38-46B5-ACB8-AFE9A8E1F230}" srcOrd="14" destOrd="0" presId="urn:microsoft.com/office/officeart/2005/8/layout/hierarchy1"/>
    <dgm:cxn modelId="{688ED03C-5F57-419B-86B4-47F51E24C466}" type="presParOf" srcId="{CCA83E08-FBB6-456D-BD49-727A0BB480E9}" destId="{F8D15C4D-44C0-4D90-BA37-BB4DF2E91CF5}" srcOrd="15" destOrd="0" presId="urn:microsoft.com/office/officeart/2005/8/layout/hierarchy1"/>
    <dgm:cxn modelId="{F1069ACA-D070-4251-AF49-A392F788E3F9}" type="presParOf" srcId="{F8D15C4D-44C0-4D90-BA37-BB4DF2E91CF5}" destId="{B338CC54-1961-461F-88BF-493FD4C2DAB7}" srcOrd="0" destOrd="0" presId="urn:microsoft.com/office/officeart/2005/8/layout/hierarchy1"/>
    <dgm:cxn modelId="{58C5127D-E9D9-48D4-8CB6-1DAE0286ABC1}" type="presParOf" srcId="{B338CC54-1961-461F-88BF-493FD4C2DAB7}" destId="{56D50DE1-C047-48F8-A334-1230C6266496}" srcOrd="0" destOrd="0" presId="urn:microsoft.com/office/officeart/2005/8/layout/hierarchy1"/>
    <dgm:cxn modelId="{2EDE5D6E-516D-4348-A441-9B88BD95A8DA}" type="presParOf" srcId="{B338CC54-1961-461F-88BF-493FD4C2DAB7}" destId="{17CA1F52-67B9-4F98-8AE6-6DD5011AB43F}" srcOrd="1" destOrd="0" presId="urn:microsoft.com/office/officeart/2005/8/layout/hierarchy1"/>
    <dgm:cxn modelId="{011F4DED-5D84-4471-A99F-B16159D94011}" type="presParOf" srcId="{F8D15C4D-44C0-4D90-BA37-BB4DF2E91CF5}" destId="{CDAE3343-61FC-46F6-8035-9A9269800E17}" srcOrd="1" destOrd="0" presId="urn:microsoft.com/office/officeart/2005/8/layout/hierarchy1"/>
    <dgm:cxn modelId="{377E2C21-8646-41CC-BC2C-C357B7816637}" type="presParOf" srcId="{6DB7F1EF-65FE-45F9-983D-F478E4EE51F4}" destId="{81C28FB5-F6FD-46AD-BE57-60A5858C52AE}" srcOrd="2" destOrd="0" presId="urn:microsoft.com/office/officeart/2005/8/layout/hierarchy1"/>
    <dgm:cxn modelId="{41613944-EA5D-45CD-AE2F-1DA1FC79C551}" type="presParOf" srcId="{6DB7F1EF-65FE-45F9-983D-F478E4EE51F4}" destId="{03A8FFA8-9A87-4AE5-ADA0-0E46C1B4E29F}" srcOrd="3" destOrd="0" presId="urn:microsoft.com/office/officeart/2005/8/layout/hierarchy1"/>
    <dgm:cxn modelId="{323E74BD-22DC-4094-AAC9-AF588DDBE430}" type="presParOf" srcId="{03A8FFA8-9A87-4AE5-ADA0-0E46C1B4E29F}" destId="{40B92335-FA33-4200-9A40-482A8B678216}" srcOrd="0" destOrd="0" presId="urn:microsoft.com/office/officeart/2005/8/layout/hierarchy1"/>
    <dgm:cxn modelId="{7F5FB6C0-7FB0-43A1-AF69-E9DFE441DB3A}" type="presParOf" srcId="{40B92335-FA33-4200-9A40-482A8B678216}" destId="{59CEB695-85D8-4963-B6DC-5A32C71DECBD}" srcOrd="0" destOrd="0" presId="urn:microsoft.com/office/officeart/2005/8/layout/hierarchy1"/>
    <dgm:cxn modelId="{54BFB3FB-5744-416C-8979-F704D6896946}" type="presParOf" srcId="{40B92335-FA33-4200-9A40-482A8B678216}" destId="{C265D35B-8BE9-4406-8388-18F6CE283918}" srcOrd="1" destOrd="0" presId="urn:microsoft.com/office/officeart/2005/8/layout/hierarchy1"/>
    <dgm:cxn modelId="{67DC02D7-7BBF-4529-A122-52ADA01DE8AE}" type="presParOf" srcId="{03A8FFA8-9A87-4AE5-ADA0-0E46C1B4E29F}" destId="{CE6FA53E-D84D-4EF6-AEEA-8F32383D7669}" srcOrd="1" destOrd="0" presId="urn:microsoft.com/office/officeart/2005/8/layout/hierarchy1"/>
    <dgm:cxn modelId="{6B57F4C4-D540-4580-B49F-25E7B7C73F95}" type="presParOf" srcId="{6DB7F1EF-65FE-45F9-983D-F478E4EE51F4}" destId="{8D49C276-1EE3-42BA-9AFD-C50100415846}" srcOrd="4" destOrd="0" presId="urn:microsoft.com/office/officeart/2005/8/layout/hierarchy1"/>
    <dgm:cxn modelId="{8A88096B-75F2-46E2-8BF5-CD9977C41EC6}" type="presParOf" srcId="{6DB7F1EF-65FE-45F9-983D-F478E4EE51F4}" destId="{6BD9D9DA-390F-4F78-8736-AD77CF95414D}" srcOrd="5" destOrd="0" presId="urn:microsoft.com/office/officeart/2005/8/layout/hierarchy1"/>
    <dgm:cxn modelId="{A80F70D8-ABE7-40D7-A63D-E8377501CD5E}" type="presParOf" srcId="{6BD9D9DA-390F-4F78-8736-AD77CF95414D}" destId="{EB0DA880-4F19-4FB7-A5BE-C16871BCFF25}" srcOrd="0" destOrd="0" presId="urn:microsoft.com/office/officeart/2005/8/layout/hierarchy1"/>
    <dgm:cxn modelId="{C41530AB-0219-448B-96BD-21CB3F50A9C3}" type="presParOf" srcId="{EB0DA880-4F19-4FB7-A5BE-C16871BCFF25}" destId="{8DB2C5D0-6A96-4175-9F70-A372819BEB2E}" srcOrd="0" destOrd="0" presId="urn:microsoft.com/office/officeart/2005/8/layout/hierarchy1"/>
    <dgm:cxn modelId="{F43FC141-5332-4E27-8DAF-16C3DD9E8EB4}" type="presParOf" srcId="{EB0DA880-4F19-4FB7-A5BE-C16871BCFF25}" destId="{739280C5-87B4-499A-9F9C-0A4A61E8AEB0}" srcOrd="1" destOrd="0" presId="urn:microsoft.com/office/officeart/2005/8/layout/hierarchy1"/>
    <dgm:cxn modelId="{AC646662-867D-482C-AF8A-E371CEC0C40A}" type="presParOf" srcId="{6BD9D9DA-390F-4F78-8736-AD77CF95414D}" destId="{3656EC5C-F43F-4697-8CC2-9E722196A121}" srcOrd="1" destOrd="0" presId="urn:microsoft.com/office/officeart/2005/8/layout/hierarchy1"/>
    <dgm:cxn modelId="{DD914109-6484-46B2-A7D7-47421F7298B4}" type="presParOf" srcId="{6DB7F1EF-65FE-45F9-983D-F478E4EE51F4}" destId="{7C484186-D80F-46D9-9D22-95687302185A}" srcOrd="6" destOrd="0" presId="urn:microsoft.com/office/officeart/2005/8/layout/hierarchy1"/>
    <dgm:cxn modelId="{FA98840F-82D0-4318-9297-3F81D496CAB9}" type="presParOf" srcId="{6DB7F1EF-65FE-45F9-983D-F478E4EE51F4}" destId="{197DE5D4-0186-4B6E-8BA2-7BE8CF601164}" srcOrd="7" destOrd="0" presId="urn:microsoft.com/office/officeart/2005/8/layout/hierarchy1"/>
    <dgm:cxn modelId="{3B3DD29C-50FB-4A6F-A693-F9A05C58B4CB}" type="presParOf" srcId="{197DE5D4-0186-4B6E-8BA2-7BE8CF601164}" destId="{44C4E2E8-9CC1-4046-908E-51A3EE9DE92F}" srcOrd="0" destOrd="0" presId="urn:microsoft.com/office/officeart/2005/8/layout/hierarchy1"/>
    <dgm:cxn modelId="{A05728F7-0312-416E-86D0-DD91735EEF14}" type="presParOf" srcId="{44C4E2E8-9CC1-4046-908E-51A3EE9DE92F}" destId="{1E8BE2C3-CE6D-4829-BB8F-2C61EDF7425E}" srcOrd="0" destOrd="0" presId="urn:microsoft.com/office/officeart/2005/8/layout/hierarchy1"/>
    <dgm:cxn modelId="{9B87E82D-A44F-4530-8442-BD1E0E5D09A6}" type="presParOf" srcId="{44C4E2E8-9CC1-4046-908E-51A3EE9DE92F}" destId="{00B9AE4A-70A5-4A9F-886E-AA527DC1239B}" srcOrd="1" destOrd="0" presId="urn:microsoft.com/office/officeart/2005/8/layout/hierarchy1"/>
    <dgm:cxn modelId="{9B56C5C7-9436-4593-A302-6C63595ED2B9}" type="presParOf" srcId="{197DE5D4-0186-4B6E-8BA2-7BE8CF601164}" destId="{07DEE29C-7FFC-4C00-833B-AB8CF0161496}" srcOrd="1" destOrd="0" presId="urn:microsoft.com/office/officeart/2005/8/layout/hierarchy1"/>
    <dgm:cxn modelId="{BF9B5271-9106-411F-92A4-C5B399A803E7}" type="presParOf" srcId="{6DB7F1EF-65FE-45F9-983D-F478E4EE51F4}" destId="{D73E786D-C963-4E15-947B-33CB2158FB86}" srcOrd="8" destOrd="0" presId="urn:microsoft.com/office/officeart/2005/8/layout/hierarchy1"/>
    <dgm:cxn modelId="{3B1023F8-A2AD-4A4E-AA6B-C71D5FB9316D}" type="presParOf" srcId="{6DB7F1EF-65FE-45F9-983D-F478E4EE51F4}" destId="{0338ABF3-DA4A-4649-A69A-670BC10A57E2}" srcOrd="9" destOrd="0" presId="urn:microsoft.com/office/officeart/2005/8/layout/hierarchy1"/>
    <dgm:cxn modelId="{70B9E789-7323-449D-A9C4-BED63FEA1877}" type="presParOf" srcId="{0338ABF3-DA4A-4649-A69A-670BC10A57E2}" destId="{AF967E51-A576-4B6D-9C39-3CE96CD8CE78}" srcOrd="0" destOrd="0" presId="urn:microsoft.com/office/officeart/2005/8/layout/hierarchy1"/>
    <dgm:cxn modelId="{2ACFF7FE-E3F3-49E6-8181-3ABDC946BB2B}" type="presParOf" srcId="{AF967E51-A576-4B6D-9C39-3CE96CD8CE78}" destId="{BE67BD4F-F057-4964-B340-1D4D7E4EEB3D}" srcOrd="0" destOrd="0" presId="urn:microsoft.com/office/officeart/2005/8/layout/hierarchy1"/>
    <dgm:cxn modelId="{6C36D7C2-63ED-4E03-BB5A-29E14887DD39}" type="presParOf" srcId="{AF967E51-A576-4B6D-9C39-3CE96CD8CE78}" destId="{83E76063-F3A2-446C-9061-6F4B379993BC}" srcOrd="1" destOrd="0" presId="urn:microsoft.com/office/officeart/2005/8/layout/hierarchy1"/>
    <dgm:cxn modelId="{C18E2AB2-23A5-4DEC-9E29-BF4C5AFE8C03}" type="presParOf" srcId="{0338ABF3-DA4A-4649-A69A-670BC10A57E2}" destId="{CA0C51BB-AAE4-49FE-8720-D5B0E05355B0}" srcOrd="1" destOrd="0" presId="urn:microsoft.com/office/officeart/2005/8/layout/hierarchy1"/>
    <dgm:cxn modelId="{F8EFE6EA-C3D2-45A8-B63C-93C876289D55}" type="presParOf" srcId="{6DB7F1EF-65FE-45F9-983D-F478E4EE51F4}" destId="{EE0FB08D-A72F-4FC4-AFDC-D3043F7E31B7}" srcOrd="10" destOrd="0" presId="urn:microsoft.com/office/officeart/2005/8/layout/hierarchy1"/>
    <dgm:cxn modelId="{76AF0863-459C-412D-868E-2A1334EF7FB2}" type="presParOf" srcId="{6DB7F1EF-65FE-45F9-983D-F478E4EE51F4}" destId="{C19A7DE2-F8AC-4F32-B04B-F1181B434B37}" srcOrd="11" destOrd="0" presId="urn:microsoft.com/office/officeart/2005/8/layout/hierarchy1"/>
    <dgm:cxn modelId="{C541E8C5-216D-4A38-97B8-E524FCE5F8B3}" type="presParOf" srcId="{C19A7DE2-F8AC-4F32-B04B-F1181B434B37}" destId="{D33D2210-DE78-432A-AC2B-EB5056D2FFC5}" srcOrd="0" destOrd="0" presId="urn:microsoft.com/office/officeart/2005/8/layout/hierarchy1"/>
    <dgm:cxn modelId="{902B7AB5-91C4-481E-A0C1-C76E0A40F4F5}" type="presParOf" srcId="{D33D2210-DE78-432A-AC2B-EB5056D2FFC5}" destId="{FDF11167-D2B3-476F-A755-82CEEBF8C008}" srcOrd="0" destOrd="0" presId="urn:microsoft.com/office/officeart/2005/8/layout/hierarchy1"/>
    <dgm:cxn modelId="{DF2D0B2B-AC8F-4A45-ADE2-C6FD58E91A87}" type="presParOf" srcId="{D33D2210-DE78-432A-AC2B-EB5056D2FFC5}" destId="{8540A4CF-F446-40B3-B9E1-8B20AAD1AACB}" srcOrd="1" destOrd="0" presId="urn:microsoft.com/office/officeart/2005/8/layout/hierarchy1"/>
    <dgm:cxn modelId="{2D235B03-93E6-4845-9952-79C1627800A2}" type="presParOf" srcId="{C19A7DE2-F8AC-4F32-B04B-F1181B434B37}" destId="{1C1030E1-B8E0-4E0E-92F4-0B16D8C259A8}" srcOrd="1" destOrd="0" presId="urn:microsoft.com/office/officeart/2005/8/layout/hierarchy1"/>
    <dgm:cxn modelId="{D6BDE5EA-556F-478F-9DC5-E80453B67EBE}" type="presParOf" srcId="{A09BDA2C-4B0C-4CAC-95DB-79F37DC102F3}" destId="{9F42F82D-7E4D-4ED3-9BF7-4AD103DF9792}" srcOrd="2" destOrd="0" presId="urn:microsoft.com/office/officeart/2005/8/layout/hierarchy1"/>
    <dgm:cxn modelId="{14A3A62E-EA32-4C5E-859C-257CF99F1965}" type="presParOf" srcId="{A09BDA2C-4B0C-4CAC-95DB-79F37DC102F3}" destId="{0699EB37-B035-4E4E-933F-3208CCA95A6E}" srcOrd="3" destOrd="0" presId="urn:microsoft.com/office/officeart/2005/8/layout/hierarchy1"/>
    <dgm:cxn modelId="{4ADAC948-B052-4D5A-A520-C5D6DAA0B86A}" type="presParOf" srcId="{0699EB37-B035-4E4E-933F-3208CCA95A6E}" destId="{F1D43906-7486-41FD-B29B-82A8BA372D68}" srcOrd="0" destOrd="0" presId="urn:microsoft.com/office/officeart/2005/8/layout/hierarchy1"/>
    <dgm:cxn modelId="{103347E5-8D87-4235-A3B1-77AA0E971BDF}" type="presParOf" srcId="{F1D43906-7486-41FD-B29B-82A8BA372D68}" destId="{BCFD841B-E5C9-4C93-BEBD-84EE467DA682}" srcOrd="0" destOrd="0" presId="urn:microsoft.com/office/officeart/2005/8/layout/hierarchy1"/>
    <dgm:cxn modelId="{F7956BA1-2A70-45BE-87D4-21A08B598ABD}" type="presParOf" srcId="{F1D43906-7486-41FD-B29B-82A8BA372D68}" destId="{F40B72AE-E24F-4F36-B803-77883CAA1D8B}" srcOrd="1" destOrd="0" presId="urn:microsoft.com/office/officeart/2005/8/layout/hierarchy1"/>
    <dgm:cxn modelId="{D7656FC1-2D09-451C-A05D-78DF28444FC4}" type="presParOf" srcId="{0699EB37-B035-4E4E-933F-3208CCA95A6E}" destId="{969BF233-DC62-46FA-8DAA-41ADC74304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2F82D-7E4D-4ED3-9BF7-4AD103DF9792}">
      <dsp:nvSpPr>
        <dsp:cNvPr id="0" name=""/>
        <dsp:cNvSpPr/>
      </dsp:nvSpPr>
      <dsp:spPr>
        <a:xfrm>
          <a:off x="7754900" y="1751039"/>
          <a:ext cx="557728" cy="15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318"/>
              </a:lnTo>
              <a:lnTo>
                <a:pt x="557728" y="105318"/>
              </a:lnTo>
              <a:lnTo>
                <a:pt x="557728" y="154546"/>
              </a:lnTo>
            </a:path>
          </a:pathLst>
        </a:custGeom>
        <a:noFill/>
        <a:ln w="19050" cap="rnd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0FB08D-A72F-4FC4-AFDC-D3043F7E31B7}">
      <dsp:nvSpPr>
        <dsp:cNvPr id="0" name=""/>
        <dsp:cNvSpPr/>
      </dsp:nvSpPr>
      <dsp:spPr>
        <a:xfrm>
          <a:off x="7197172" y="2543589"/>
          <a:ext cx="2788642" cy="15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318"/>
              </a:lnTo>
              <a:lnTo>
                <a:pt x="2788642" y="105318"/>
              </a:lnTo>
              <a:lnTo>
                <a:pt x="2788642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3E786D-C963-4E15-947B-33CB2158FB86}">
      <dsp:nvSpPr>
        <dsp:cNvPr id="0" name=""/>
        <dsp:cNvSpPr/>
      </dsp:nvSpPr>
      <dsp:spPr>
        <a:xfrm>
          <a:off x="7197172" y="2543589"/>
          <a:ext cx="1673185" cy="15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318"/>
              </a:lnTo>
              <a:lnTo>
                <a:pt x="1673185" y="105318"/>
              </a:lnTo>
              <a:lnTo>
                <a:pt x="1673185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84186-D80F-46D9-9D22-95687302185A}">
      <dsp:nvSpPr>
        <dsp:cNvPr id="0" name=""/>
        <dsp:cNvSpPr/>
      </dsp:nvSpPr>
      <dsp:spPr>
        <a:xfrm>
          <a:off x="7197172" y="2543589"/>
          <a:ext cx="557728" cy="15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318"/>
              </a:lnTo>
              <a:lnTo>
                <a:pt x="557728" y="105318"/>
              </a:lnTo>
              <a:lnTo>
                <a:pt x="557728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9C276-1EE3-42BA-9AFD-C50100415846}">
      <dsp:nvSpPr>
        <dsp:cNvPr id="0" name=""/>
        <dsp:cNvSpPr/>
      </dsp:nvSpPr>
      <dsp:spPr>
        <a:xfrm>
          <a:off x="6639443" y="2543589"/>
          <a:ext cx="557728" cy="154546"/>
        </a:xfrm>
        <a:custGeom>
          <a:avLst/>
          <a:gdLst/>
          <a:ahLst/>
          <a:cxnLst/>
          <a:rect l="0" t="0" r="0" b="0"/>
          <a:pathLst>
            <a:path>
              <a:moveTo>
                <a:pt x="557728" y="0"/>
              </a:moveTo>
              <a:lnTo>
                <a:pt x="557728" y="105318"/>
              </a:lnTo>
              <a:lnTo>
                <a:pt x="0" y="105318"/>
              </a:lnTo>
              <a:lnTo>
                <a:pt x="0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C28FB5-F6FD-46AD-BE57-60A5858C52AE}">
      <dsp:nvSpPr>
        <dsp:cNvPr id="0" name=""/>
        <dsp:cNvSpPr/>
      </dsp:nvSpPr>
      <dsp:spPr>
        <a:xfrm>
          <a:off x="5523986" y="2543589"/>
          <a:ext cx="1673185" cy="154546"/>
        </a:xfrm>
        <a:custGeom>
          <a:avLst/>
          <a:gdLst/>
          <a:ahLst/>
          <a:cxnLst/>
          <a:rect l="0" t="0" r="0" b="0"/>
          <a:pathLst>
            <a:path>
              <a:moveTo>
                <a:pt x="1673185" y="0"/>
              </a:moveTo>
              <a:lnTo>
                <a:pt x="1673185" y="105318"/>
              </a:lnTo>
              <a:lnTo>
                <a:pt x="0" y="105318"/>
              </a:lnTo>
              <a:lnTo>
                <a:pt x="0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95B49-FE38-46B5-ACB8-AFE9A8E1F230}">
      <dsp:nvSpPr>
        <dsp:cNvPr id="0" name=""/>
        <dsp:cNvSpPr/>
      </dsp:nvSpPr>
      <dsp:spPr>
        <a:xfrm>
          <a:off x="4408529" y="4070943"/>
          <a:ext cx="3904099" cy="21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064"/>
              </a:lnTo>
              <a:lnTo>
                <a:pt x="3904099" y="163064"/>
              </a:lnTo>
              <a:lnTo>
                <a:pt x="3904099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47EE6-524D-4349-B474-525DEE428800}">
      <dsp:nvSpPr>
        <dsp:cNvPr id="0" name=""/>
        <dsp:cNvSpPr/>
      </dsp:nvSpPr>
      <dsp:spPr>
        <a:xfrm>
          <a:off x="4408529" y="4070943"/>
          <a:ext cx="2788642" cy="21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064"/>
              </a:lnTo>
              <a:lnTo>
                <a:pt x="2788642" y="163064"/>
              </a:lnTo>
              <a:lnTo>
                <a:pt x="2788642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A710E-A26F-4434-8018-31FA649ECE65}">
      <dsp:nvSpPr>
        <dsp:cNvPr id="0" name=""/>
        <dsp:cNvSpPr/>
      </dsp:nvSpPr>
      <dsp:spPr>
        <a:xfrm>
          <a:off x="4408529" y="4070943"/>
          <a:ext cx="1673185" cy="21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064"/>
              </a:lnTo>
              <a:lnTo>
                <a:pt x="1673185" y="163064"/>
              </a:lnTo>
              <a:lnTo>
                <a:pt x="1673185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016B7A-17F6-414B-A929-156678DB4CD5}">
      <dsp:nvSpPr>
        <dsp:cNvPr id="0" name=""/>
        <dsp:cNvSpPr/>
      </dsp:nvSpPr>
      <dsp:spPr>
        <a:xfrm>
          <a:off x="4408529" y="4070943"/>
          <a:ext cx="557728" cy="21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064"/>
              </a:lnTo>
              <a:lnTo>
                <a:pt x="557728" y="163064"/>
              </a:lnTo>
              <a:lnTo>
                <a:pt x="557728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4F86F4-BC0A-4BD8-82BC-97D27B745FDE}">
      <dsp:nvSpPr>
        <dsp:cNvPr id="0" name=""/>
        <dsp:cNvSpPr/>
      </dsp:nvSpPr>
      <dsp:spPr>
        <a:xfrm>
          <a:off x="3850801" y="4070943"/>
          <a:ext cx="557728" cy="212291"/>
        </a:xfrm>
        <a:custGeom>
          <a:avLst/>
          <a:gdLst/>
          <a:ahLst/>
          <a:cxnLst/>
          <a:rect l="0" t="0" r="0" b="0"/>
          <a:pathLst>
            <a:path>
              <a:moveTo>
                <a:pt x="557728" y="0"/>
              </a:moveTo>
              <a:lnTo>
                <a:pt x="557728" y="163064"/>
              </a:lnTo>
              <a:lnTo>
                <a:pt x="0" y="163064"/>
              </a:lnTo>
              <a:lnTo>
                <a:pt x="0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10F19-750D-46BA-B78D-31F1F75D2AAD}">
      <dsp:nvSpPr>
        <dsp:cNvPr id="0" name=""/>
        <dsp:cNvSpPr/>
      </dsp:nvSpPr>
      <dsp:spPr>
        <a:xfrm>
          <a:off x="2735344" y="4070943"/>
          <a:ext cx="1673185" cy="212291"/>
        </a:xfrm>
        <a:custGeom>
          <a:avLst/>
          <a:gdLst/>
          <a:ahLst/>
          <a:cxnLst/>
          <a:rect l="0" t="0" r="0" b="0"/>
          <a:pathLst>
            <a:path>
              <a:moveTo>
                <a:pt x="1673185" y="0"/>
              </a:moveTo>
              <a:lnTo>
                <a:pt x="1673185" y="163064"/>
              </a:lnTo>
              <a:lnTo>
                <a:pt x="0" y="163064"/>
              </a:lnTo>
              <a:lnTo>
                <a:pt x="0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83EDA2-95BA-4969-9F59-98EFA11EFFB4}">
      <dsp:nvSpPr>
        <dsp:cNvPr id="0" name=""/>
        <dsp:cNvSpPr/>
      </dsp:nvSpPr>
      <dsp:spPr>
        <a:xfrm>
          <a:off x="1619887" y="4070943"/>
          <a:ext cx="2788642" cy="212291"/>
        </a:xfrm>
        <a:custGeom>
          <a:avLst/>
          <a:gdLst/>
          <a:ahLst/>
          <a:cxnLst/>
          <a:rect l="0" t="0" r="0" b="0"/>
          <a:pathLst>
            <a:path>
              <a:moveTo>
                <a:pt x="2788642" y="0"/>
              </a:moveTo>
              <a:lnTo>
                <a:pt x="2788642" y="163064"/>
              </a:lnTo>
              <a:lnTo>
                <a:pt x="0" y="163064"/>
              </a:lnTo>
              <a:lnTo>
                <a:pt x="0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3D424C-7072-41FB-B1E2-4644B060CA00}">
      <dsp:nvSpPr>
        <dsp:cNvPr id="0" name=""/>
        <dsp:cNvSpPr/>
      </dsp:nvSpPr>
      <dsp:spPr>
        <a:xfrm>
          <a:off x="504430" y="4070943"/>
          <a:ext cx="3904099" cy="212291"/>
        </a:xfrm>
        <a:custGeom>
          <a:avLst/>
          <a:gdLst/>
          <a:ahLst/>
          <a:cxnLst/>
          <a:rect l="0" t="0" r="0" b="0"/>
          <a:pathLst>
            <a:path>
              <a:moveTo>
                <a:pt x="3904099" y="0"/>
              </a:moveTo>
              <a:lnTo>
                <a:pt x="3904099" y="163064"/>
              </a:lnTo>
              <a:lnTo>
                <a:pt x="0" y="163064"/>
              </a:lnTo>
              <a:lnTo>
                <a:pt x="0" y="21229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2BA857-17D9-4E33-8F08-2644B225799E}">
      <dsp:nvSpPr>
        <dsp:cNvPr id="0" name=""/>
        <dsp:cNvSpPr/>
      </dsp:nvSpPr>
      <dsp:spPr>
        <a:xfrm>
          <a:off x="4362809" y="3336138"/>
          <a:ext cx="91440" cy="968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6801"/>
              </a:lnTo>
            </a:path>
          </a:pathLst>
        </a:custGeom>
        <a:noFill/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F18DF-1E38-4A52-A0D2-BD7633DF62F1}">
      <dsp:nvSpPr>
        <dsp:cNvPr id="0" name=""/>
        <dsp:cNvSpPr/>
      </dsp:nvSpPr>
      <dsp:spPr>
        <a:xfrm>
          <a:off x="4408529" y="2543589"/>
          <a:ext cx="2788642" cy="154546"/>
        </a:xfrm>
        <a:custGeom>
          <a:avLst/>
          <a:gdLst/>
          <a:ahLst/>
          <a:cxnLst/>
          <a:rect l="0" t="0" r="0" b="0"/>
          <a:pathLst>
            <a:path>
              <a:moveTo>
                <a:pt x="2788642" y="0"/>
              </a:moveTo>
              <a:lnTo>
                <a:pt x="2788642" y="105318"/>
              </a:lnTo>
              <a:lnTo>
                <a:pt x="0" y="105318"/>
              </a:lnTo>
              <a:lnTo>
                <a:pt x="0" y="154546"/>
              </a:lnTo>
            </a:path>
          </a:pathLst>
        </a:custGeom>
        <a:noFill/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1A617-B8AA-4A2A-B5EC-E336C8C2B15C}">
      <dsp:nvSpPr>
        <dsp:cNvPr id="0" name=""/>
        <dsp:cNvSpPr/>
      </dsp:nvSpPr>
      <dsp:spPr>
        <a:xfrm>
          <a:off x="7197172" y="1751039"/>
          <a:ext cx="557728" cy="154546"/>
        </a:xfrm>
        <a:custGeom>
          <a:avLst/>
          <a:gdLst/>
          <a:ahLst/>
          <a:cxnLst/>
          <a:rect l="0" t="0" r="0" b="0"/>
          <a:pathLst>
            <a:path>
              <a:moveTo>
                <a:pt x="557728" y="0"/>
              </a:moveTo>
              <a:lnTo>
                <a:pt x="557728" y="105318"/>
              </a:lnTo>
              <a:lnTo>
                <a:pt x="0" y="105318"/>
              </a:lnTo>
              <a:lnTo>
                <a:pt x="0" y="154546"/>
              </a:lnTo>
            </a:path>
          </a:pathLst>
        </a:custGeom>
        <a:noFill/>
        <a:ln w="19050" cap="rnd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486B0E-0A24-4ADB-A793-27D979A2EFA7}">
      <dsp:nvSpPr>
        <dsp:cNvPr id="0" name=""/>
        <dsp:cNvSpPr/>
      </dsp:nvSpPr>
      <dsp:spPr>
        <a:xfrm>
          <a:off x="7256215" y="11130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444C1-3563-4793-8F17-890381FD24CA}">
      <dsp:nvSpPr>
        <dsp:cNvPr id="0" name=""/>
        <dsp:cNvSpPr/>
      </dsp:nvSpPr>
      <dsp:spPr>
        <a:xfrm>
          <a:off x="7315259" y="11691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CEO</a:t>
          </a:r>
          <a:br>
            <a:rPr lang="fr-FR" sz="800" kern="1200" dirty="0"/>
          </a:br>
          <a:r>
            <a:rPr lang="fr-FR" sz="800" kern="1200" dirty="0"/>
            <a:t>José GAULTIER</a:t>
          </a:r>
        </a:p>
      </dsp:txBody>
      <dsp:txXfrm>
        <a:off x="7333945" y="1187813"/>
        <a:ext cx="959997" cy="600631"/>
      </dsp:txXfrm>
    </dsp:sp>
    <dsp:sp modelId="{DA9A8F6E-9A47-4EAC-AD85-B0E6DE50C748}">
      <dsp:nvSpPr>
        <dsp:cNvPr id="0" name=""/>
        <dsp:cNvSpPr/>
      </dsp:nvSpPr>
      <dsp:spPr>
        <a:xfrm>
          <a:off x="6698487" y="190558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D5C75-EFDD-46A7-A644-614E08F635B7}">
      <dsp:nvSpPr>
        <dsp:cNvPr id="0" name=""/>
        <dsp:cNvSpPr/>
      </dsp:nvSpPr>
      <dsp:spPr>
        <a:xfrm>
          <a:off x="6757531" y="196167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Vice </a:t>
          </a:r>
          <a:r>
            <a:rPr lang="fr-FR" sz="800" b="1" kern="1200" dirty="0" err="1"/>
            <a:t>President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Alexandre GAIN</a:t>
          </a:r>
        </a:p>
      </dsp:txBody>
      <dsp:txXfrm>
        <a:off x="6776217" y="1980363"/>
        <a:ext cx="959997" cy="600631"/>
      </dsp:txXfrm>
    </dsp:sp>
    <dsp:sp modelId="{771AAB57-E47F-414D-B391-488EA315A467}">
      <dsp:nvSpPr>
        <dsp:cNvPr id="0" name=""/>
        <dsp:cNvSpPr/>
      </dsp:nvSpPr>
      <dsp:spPr>
        <a:xfrm>
          <a:off x="3909845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9AE44-1BB7-4B03-8A68-66E08555A8E9}">
      <dsp:nvSpPr>
        <dsp:cNvPr id="0" name=""/>
        <dsp:cNvSpPr/>
      </dsp:nvSpPr>
      <dsp:spPr>
        <a:xfrm>
          <a:off x="3968888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Program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Philippe BASSOT</a:t>
          </a:r>
        </a:p>
      </dsp:txBody>
      <dsp:txXfrm>
        <a:off x="3987574" y="2772913"/>
        <a:ext cx="959997" cy="600631"/>
      </dsp:txXfrm>
    </dsp:sp>
    <dsp:sp modelId="{7E49929C-E54C-4E8C-AD19-BDFB059F8297}">
      <dsp:nvSpPr>
        <dsp:cNvPr id="0" name=""/>
        <dsp:cNvSpPr/>
      </dsp:nvSpPr>
      <dsp:spPr>
        <a:xfrm>
          <a:off x="3197195" y="3432940"/>
          <a:ext cx="24226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5C8B0-EAB6-43D5-ADEC-5621EA47CEC4}">
      <dsp:nvSpPr>
        <dsp:cNvPr id="0" name=""/>
        <dsp:cNvSpPr/>
      </dsp:nvSpPr>
      <dsp:spPr>
        <a:xfrm>
          <a:off x="3256238" y="3489031"/>
          <a:ext cx="24226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PMO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Etienne BERTET [11/09 to 13/10]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Samira MHAMSA [16/10 to 10/11]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Elisa FAUCI [13/11 to 08/12]</a:t>
          </a:r>
        </a:p>
      </dsp:txBody>
      <dsp:txXfrm>
        <a:off x="3274924" y="3507717"/>
        <a:ext cx="2385297" cy="600631"/>
      </dsp:txXfrm>
    </dsp:sp>
    <dsp:sp modelId="{B75C1462-68FB-43AB-8EFF-1A0D98D85619}">
      <dsp:nvSpPr>
        <dsp:cNvPr id="0" name=""/>
        <dsp:cNvSpPr/>
      </dsp:nvSpPr>
      <dsp:spPr>
        <a:xfrm>
          <a:off x="5745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AC80B-CF22-4191-8E17-6F706F6D1550}">
      <dsp:nvSpPr>
        <dsp:cNvPr id="0" name=""/>
        <dsp:cNvSpPr/>
      </dsp:nvSpPr>
      <dsp:spPr>
        <a:xfrm>
          <a:off x="64789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 err="1"/>
            <a:t>Contract</a:t>
          </a:r>
          <a:r>
            <a:rPr lang="fr-FR" sz="800" b="1" kern="1200" dirty="0"/>
            <a:t>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Elisa FAUCI</a:t>
          </a:r>
        </a:p>
      </dsp:txBody>
      <dsp:txXfrm>
        <a:off x="83475" y="4358012"/>
        <a:ext cx="959997" cy="600631"/>
      </dsp:txXfrm>
    </dsp:sp>
    <dsp:sp modelId="{A53378BF-4C89-4B6A-AF9A-9BD8426E0211}">
      <dsp:nvSpPr>
        <dsp:cNvPr id="0" name=""/>
        <dsp:cNvSpPr/>
      </dsp:nvSpPr>
      <dsp:spPr>
        <a:xfrm>
          <a:off x="1121202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8C78-3F06-4C74-A06F-EA80DAFA0F61}">
      <dsp:nvSpPr>
        <dsp:cNvPr id="0" name=""/>
        <dsp:cNvSpPr/>
      </dsp:nvSpPr>
      <dsp:spPr>
        <a:xfrm>
          <a:off x="1180246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 err="1"/>
            <a:t>Contract</a:t>
          </a:r>
          <a:r>
            <a:rPr lang="fr-FR" sz="800" b="1" kern="1200" dirty="0"/>
            <a:t>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Dyhia AMOUR</a:t>
          </a:r>
        </a:p>
      </dsp:txBody>
      <dsp:txXfrm>
        <a:off x="1198932" y="4358012"/>
        <a:ext cx="959997" cy="600631"/>
      </dsp:txXfrm>
    </dsp:sp>
    <dsp:sp modelId="{0E39DFE6-7A05-46A6-A3BE-568DF8A8189E}">
      <dsp:nvSpPr>
        <dsp:cNvPr id="0" name=""/>
        <dsp:cNvSpPr/>
      </dsp:nvSpPr>
      <dsp:spPr>
        <a:xfrm>
          <a:off x="2236659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DE6E8-D9DC-4C5B-A344-D8783F007DDB}">
      <dsp:nvSpPr>
        <dsp:cNvPr id="0" name=""/>
        <dsp:cNvSpPr/>
      </dsp:nvSpPr>
      <dsp:spPr>
        <a:xfrm>
          <a:off x="2295703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Document Management </a:t>
          </a:r>
          <a:r>
            <a:rPr lang="fr-FR" sz="800" b="1" kern="1200" dirty="0" err="1"/>
            <a:t>Officer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Fanta GABY</a:t>
          </a:r>
        </a:p>
      </dsp:txBody>
      <dsp:txXfrm>
        <a:off x="2314389" y="4358012"/>
        <a:ext cx="959997" cy="600631"/>
      </dsp:txXfrm>
    </dsp:sp>
    <dsp:sp modelId="{542B1932-75BD-4623-AF3C-99C90B616A33}">
      <dsp:nvSpPr>
        <dsp:cNvPr id="0" name=""/>
        <dsp:cNvSpPr/>
      </dsp:nvSpPr>
      <dsp:spPr>
        <a:xfrm>
          <a:off x="3352116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12085-03CE-49CE-A9D6-9926C30FB12A}">
      <dsp:nvSpPr>
        <dsp:cNvPr id="0" name=""/>
        <dsp:cNvSpPr/>
      </dsp:nvSpPr>
      <dsp:spPr>
        <a:xfrm>
          <a:off x="3411160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Document Management </a:t>
          </a:r>
          <a:r>
            <a:rPr lang="fr-FR" sz="800" b="1" kern="1200" dirty="0" err="1"/>
            <a:t>Officer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Samira MHAMSA</a:t>
          </a:r>
        </a:p>
      </dsp:txBody>
      <dsp:txXfrm>
        <a:off x="3429846" y="4358012"/>
        <a:ext cx="959997" cy="600631"/>
      </dsp:txXfrm>
    </dsp:sp>
    <dsp:sp modelId="{D069368A-76E0-4420-A43A-5B34F875A574}">
      <dsp:nvSpPr>
        <dsp:cNvPr id="0" name=""/>
        <dsp:cNvSpPr/>
      </dsp:nvSpPr>
      <dsp:spPr>
        <a:xfrm>
          <a:off x="4467573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CE718-B559-43D7-8465-4B9AE3F9C8A9}">
      <dsp:nvSpPr>
        <dsp:cNvPr id="0" name=""/>
        <dsp:cNvSpPr/>
      </dsp:nvSpPr>
      <dsp:spPr>
        <a:xfrm>
          <a:off x="4526617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 err="1"/>
            <a:t>Quality</a:t>
          </a:r>
          <a:r>
            <a:rPr lang="fr-FR" sz="800" b="1" kern="1200" dirty="0"/>
            <a:t> </a:t>
          </a:r>
          <a:r>
            <a:rPr lang="fr-FR" sz="800" b="1" kern="1200" dirty="0" err="1"/>
            <a:t>Engineer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Atif SATIF</a:t>
          </a:r>
        </a:p>
      </dsp:txBody>
      <dsp:txXfrm>
        <a:off x="4545303" y="4358012"/>
        <a:ext cx="959997" cy="600631"/>
      </dsp:txXfrm>
    </dsp:sp>
    <dsp:sp modelId="{FA633C7A-A5BC-4D83-81D4-398F3B3139FA}">
      <dsp:nvSpPr>
        <dsp:cNvPr id="0" name=""/>
        <dsp:cNvSpPr/>
      </dsp:nvSpPr>
      <dsp:spPr>
        <a:xfrm>
          <a:off x="5583030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16EAE-7B48-4CAA-A607-6AA87F7ABC85}">
      <dsp:nvSpPr>
        <dsp:cNvPr id="0" name=""/>
        <dsp:cNvSpPr/>
      </dsp:nvSpPr>
      <dsp:spPr>
        <a:xfrm>
          <a:off x="5642074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 err="1"/>
            <a:t>Technical</a:t>
          </a:r>
          <a:r>
            <a:rPr lang="fr-FR" sz="800" b="1" kern="1200" dirty="0"/>
            <a:t> </a:t>
          </a:r>
          <a:r>
            <a:rPr lang="fr-FR" sz="800" b="1" kern="1200" dirty="0" err="1"/>
            <a:t>Engineer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Olivier CHATHENSENG</a:t>
          </a:r>
        </a:p>
      </dsp:txBody>
      <dsp:txXfrm>
        <a:off x="5660760" y="4358012"/>
        <a:ext cx="959997" cy="600631"/>
      </dsp:txXfrm>
    </dsp:sp>
    <dsp:sp modelId="{AAC474BF-2A82-4EF9-B913-4F5128E7C148}">
      <dsp:nvSpPr>
        <dsp:cNvPr id="0" name=""/>
        <dsp:cNvSpPr/>
      </dsp:nvSpPr>
      <dsp:spPr>
        <a:xfrm>
          <a:off x="6698487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EB42A-FB54-4063-BD93-2F00637C57BD}">
      <dsp:nvSpPr>
        <dsp:cNvPr id="0" name=""/>
        <dsp:cNvSpPr/>
      </dsp:nvSpPr>
      <dsp:spPr>
        <a:xfrm>
          <a:off x="6757531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 err="1"/>
            <a:t>Technical</a:t>
          </a:r>
          <a:r>
            <a:rPr lang="fr-FR" sz="800" b="1" kern="1200" dirty="0"/>
            <a:t> </a:t>
          </a:r>
          <a:r>
            <a:rPr lang="fr-FR" sz="800" b="1" kern="1200" dirty="0" err="1"/>
            <a:t>Engineer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Mohamed MHAMO</a:t>
          </a:r>
        </a:p>
      </dsp:txBody>
      <dsp:txXfrm>
        <a:off x="6776217" y="4358012"/>
        <a:ext cx="959997" cy="600631"/>
      </dsp:txXfrm>
    </dsp:sp>
    <dsp:sp modelId="{56D50DE1-C047-48F8-A334-1230C6266496}">
      <dsp:nvSpPr>
        <dsp:cNvPr id="0" name=""/>
        <dsp:cNvSpPr/>
      </dsp:nvSpPr>
      <dsp:spPr>
        <a:xfrm>
          <a:off x="7813944" y="42832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A1F52-67B9-4F98-8AE6-6DD5011AB43F}">
      <dsp:nvSpPr>
        <dsp:cNvPr id="0" name=""/>
        <dsp:cNvSpPr/>
      </dsp:nvSpPr>
      <dsp:spPr>
        <a:xfrm>
          <a:off x="7872988" y="4339326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Planning and </a:t>
          </a:r>
          <a:r>
            <a:rPr lang="fr-FR" sz="800" b="1" kern="1200" dirty="0" err="1"/>
            <a:t>Cost</a:t>
          </a:r>
          <a:r>
            <a:rPr lang="fr-FR" sz="800" b="1" kern="1200" dirty="0"/>
            <a:t> Controller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Etienne BERTET</a:t>
          </a:r>
        </a:p>
      </dsp:txBody>
      <dsp:txXfrm>
        <a:off x="7891674" y="4358012"/>
        <a:ext cx="959997" cy="600631"/>
      </dsp:txXfrm>
    </dsp:sp>
    <dsp:sp modelId="{59CEB695-85D8-4963-B6DC-5A32C71DECBD}">
      <dsp:nvSpPr>
        <dsp:cNvPr id="0" name=""/>
        <dsp:cNvSpPr/>
      </dsp:nvSpPr>
      <dsp:spPr>
        <a:xfrm>
          <a:off x="5025302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5D35B-8BE9-4406-8388-18F6CE283918}">
      <dsp:nvSpPr>
        <dsp:cNvPr id="0" name=""/>
        <dsp:cNvSpPr/>
      </dsp:nvSpPr>
      <dsp:spPr>
        <a:xfrm>
          <a:off x="5084345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Sales and Marketing </a:t>
          </a:r>
          <a:r>
            <a:rPr lang="fr-FR" sz="800" b="1" kern="1200" dirty="0" err="1"/>
            <a:t>Director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Elizabeth GOLOVANOW</a:t>
          </a:r>
        </a:p>
      </dsp:txBody>
      <dsp:txXfrm>
        <a:off x="5103031" y="2772913"/>
        <a:ext cx="959997" cy="600631"/>
      </dsp:txXfrm>
    </dsp:sp>
    <dsp:sp modelId="{8DB2C5D0-6A96-4175-9F70-A372819BEB2E}">
      <dsp:nvSpPr>
        <dsp:cNvPr id="0" name=""/>
        <dsp:cNvSpPr/>
      </dsp:nvSpPr>
      <dsp:spPr>
        <a:xfrm>
          <a:off x="6140759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280C5-87B4-499A-9F9C-0A4A61E8AEB0}">
      <dsp:nvSpPr>
        <dsp:cNvPr id="0" name=""/>
        <dsp:cNvSpPr/>
      </dsp:nvSpPr>
      <dsp:spPr>
        <a:xfrm>
          <a:off x="6199802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Digital Marketing Expert and Business Intelligence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Lotfi REBIAI</a:t>
          </a:r>
        </a:p>
      </dsp:txBody>
      <dsp:txXfrm>
        <a:off x="6218488" y="2772913"/>
        <a:ext cx="959997" cy="600631"/>
      </dsp:txXfrm>
    </dsp:sp>
    <dsp:sp modelId="{1E8BE2C3-CE6D-4829-BB8F-2C61EDF7425E}">
      <dsp:nvSpPr>
        <dsp:cNvPr id="0" name=""/>
        <dsp:cNvSpPr/>
      </dsp:nvSpPr>
      <dsp:spPr>
        <a:xfrm>
          <a:off x="7256215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9AE4A-70A5-4A9F-886E-AA527DC1239B}">
      <dsp:nvSpPr>
        <dsp:cNvPr id="0" name=""/>
        <dsp:cNvSpPr/>
      </dsp:nvSpPr>
      <dsp:spPr>
        <a:xfrm>
          <a:off x="7315259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Communication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Nancy GUENAT</a:t>
          </a:r>
        </a:p>
      </dsp:txBody>
      <dsp:txXfrm>
        <a:off x="7333945" y="2772913"/>
        <a:ext cx="959997" cy="600631"/>
      </dsp:txXfrm>
    </dsp:sp>
    <dsp:sp modelId="{BE67BD4F-F057-4964-B340-1D4D7E4EEB3D}">
      <dsp:nvSpPr>
        <dsp:cNvPr id="0" name=""/>
        <dsp:cNvSpPr/>
      </dsp:nvSpPr>
      <dsp:spPr>
        <a:xfrm>
          <a:off x="8371672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76063-F3A2-446C-9061-6F4B379993BC}">
      <dsp:nvSpPr>
        <dsp:cNvPr id="0" name=""/>
        <dsp:cNvSpPr/>
      </dsp:nvSpPr>
      <dsp:spPr>
        <a:xfrm>
          <a:off x="8430716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Salesforce Expert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Alain CLAUDE</a:t>
          </a:r>
        </a:p>
      </dsp:txBody>
      <dsp:txXfrm>
        <a:off x="8449402" y="2772913"/>
        <a:ext cx="959997" cy="600631"/>
      </dsp:txXfrm>
    </dsp:sp>
    <dsp:sp modelId="{FDF11167-D2B3-476F-A755-82CEEBF8C008}">
      <dsp:nvSpPr>
        <dsp:cNvPr id="0" name=""/>
        <dsp:cNvSpPr/>
      </dsp:nvSpPr>
      <dsp:spPr>
        <a:xfrm>
          <a:off x="9487129" y="269813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0A4CF-F446-40B3-B9E1-8B20AAD1AACB}">
      <dsp:nvSpPr>
        <dsp:cNvPr id="0" name=""/>
        <dsp:cNvSpPr/>
      </dsp:nvSpPr>
      <dsp:spPr>
        <a:xfrm>
          <a:off x="9546173" y="275422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Communication Expert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Pierre DAUVERGNE</a:t>
          </a:r>
        </a:p>
      </dsp:txBody>
      <dsp:txXfrm>
        <a:off x="9564859" y="2772913"/>
        <a:ext cx="959997" cy="600631"/>
      </dsp:txXfrm>
    </dsp:sp>
    <dsp:sp modelId="{BCFD841B-E5C9-4C93-BEBD-84EE467DA682}">
      <dsp:nvSpPr>
        <dsp:cNvPr id="0" name=""/>
        <dsp:cNvSpPr/>
      </dsp:nvSpPr>
      <dsp:spPr>
        <a:xfrm>
          <a:off x="7813944" y="1905585"/>
          <a:ext cx="997369" cy="638003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B72AE-E24F-4F36-B803-77883CAA1D8B}">
      <dsp:nvSpPr>
        <dsp:cNvPr id="0" name=""/>
        <dsp:cNvSpPr/>
      </dsp:nvSpPr>
      <dsp:spPr>
        <a:xfrm>
          <a:off x="7872988" y="1961677"/>
          <a:ext cx="997369" cy="638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Chief Financial </a:t>
          </a:r>
          <a:r>
            <a:rPr lang="fr-FR" sz="800" b="1" kern="1200" dirty="0" err="1"/>
            <a:t>Officer</a:t>
          </a:r>
          <a:endParaRPr lang="fr-FR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dirty="0"/>
            <a:t>Giles SAUVAGEAON</a:t>
          </a:r>
        </a:p>
      </dsp:txBody>
      <dsp:txXfrm>
        <a:off x="7891674" y="1980363"/>
        <a:ext cx="959997" cy="600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6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55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48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0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513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45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80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65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436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42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1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732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305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332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10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30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D37B1-F67D-49FB-90EA-E4B926564AF1}" type="datetimeFigureOut">
              <a:rPr lang="fr-FR" smtClean="0"/>
              <a:t>19/09/2023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65E27AA-E071-4128-8261-22D1647DAA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3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21F84-A702-0A41-B5B8-F2978A6C2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153" y="442762"/>
            <a:ext cx="4697128" cy="1463040"/>
          </a:xfrm>
        </p:spPr>
        <p:txBody>
          <a:bodyPr/>
          <a:lstStyle/>
          <a:p>
            <a:r>
              <a:rPr lang="fr-FR" dirty="0"/>
              <a:t>CRM ALPHA ORGANIGRAM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6311AB6-6828-0B2B-972A-5BD230B8C4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511397"/>
              </p:ext>
            </p:extLst>
          </p:nvPr>
        </p:nvGraphicFramePr>
        <p:xfrm>
          <a:off x="376538" y="141727"/>
          <a:ext cx="10549289" cy="609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98310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ypededocument xmlns="5e559808-d930-4970-91a1-bd6f234f8931" xsi:nil="true"/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5" ma:contentTypeDescription="Create a new document." ma:contentTypeScope="" ma:versionID="ff8b3f593a3b18c614f55e7798a0c7b7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edc24b2e0e41619a1ca2dcefd59f18a2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77E146-8E68-4974-9E42-2EC7D64FE644}">
  <ds:schemaRefs>
    <ds:schemaRef ds:uri="http://schemas.microsoft.com/office/2006/metadata/properties"/>
    <ds:schemaRef ds:uri="http://schemas.microsoft.com/office/infopath/2007/PartnerControls"/>
    <ds:schemaRef ds:uri="5e559808-d930-4970-91a1-bd6f234f8931"/>
    <ds:schemaRef ds:uri="e8aab117-5955-4390-81ce-465e4528e65f"/>
  </ds:schemaRefs>
</ds:datastoreItem>
</file>

<file path=customXml/itemProps2.xml><?xml version="1.0" encoding="utf-8"?>
<ds:datastoreItem xmlns:ds="http://schemas.openxmlformats.org/officeDocument/2006/customXml" ds:itemID="{2599380B-1BFD-4DAC-B388-D946418D74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ECBC-A641-4A32-B4BE-B8E4EE6798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559808-d930-4970-91a1-bd6f234f8931"/>
    <ds:schemaRef ds:uri="e8aab117-5955-4390-81ce-465e4528e6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153</TotalTime>
  <Words>104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Facette</vt:lpstr>
      <vt:lpstr>CRM ALPHA ORGANIGRAM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Dyhia AMOUR [EKVY]</dc:creator>
  <cp:lastModifiedBy>Etienne BERNOULI [EKVY]</cp:lastModifiedBy>
  <cp:revision>7</cp:revision>
  <dcterms:created xsi:type="dcterms:W3CDTF">2023-09-18T15:17:02Z</dcterms:created>
  <dcterms:modified xsi:type="dcterms:W3CDTF">2023-09-19T10:47:11Z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