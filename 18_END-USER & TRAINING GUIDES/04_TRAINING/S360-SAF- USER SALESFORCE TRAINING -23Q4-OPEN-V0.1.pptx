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1.xml.rels" ContentType="application/vnd.openxmlformats-package.relationships+xml"/>
  <Override PartName="/customXml/_rels/item2.xml.rels" ContentType="application/vnd.openxmlformats-package.relationships+xml"/>
  <Override PartName="/customXml/_rels/item3.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4.xml" ContentType="application/vnd.openxmlformats-officedocument.presentationml.notesSlide+xml"/>
  <Override PartName="/ppt/notesSlides/notesSlide12.xml" ContentType="application/vnd.openxmlformats-officedocument.presentationml.notesSlide+xml"/>
  <Override PartName="/ppt/notesSlides/notesSlide5.xml" ContentType="application/vnd.openxmlformats-officedocument.presentationml.notesSlide+xml"/>
  <Override PartName="/ppt/notesSlides/notesSlide1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_rels/notesSlide12.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10.xml.rels" ContentType="application/vnd.openxmlformats-package.relationships+xml"/>
  <Override PartName="/ppt/notesSlides/_rels/notesSlide7.xml.rels" ContentType="application/vnd.openxmlformats-package.relationships+xml"/>
  <Override PartName="/ppt/notesSlides/_rels/notesSlide11.xml.rels" ContentType="application/vnd.openxmlformats-package.relationships+xml"/>
  <Override PartName="/ppt/notesSlides/_rels/notesSlide14.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media/image1.png" ContentType="image/png"/>
  <Override PartName="/ppt/media/image13.png" ContentType="image/png"/>
  <Override PartName="/ppt/media/image6.svg" ContentType="image/svg"/>
  <Override PartName="/ppt/media/image2.svg" ContentType="image/svg"/>
  <Override PartName="/ppt/media/image5.png" ContentType="image/png"/>
  <Override PartName="/ppt/media/image3.png" ContentType="image/png"/>
  <Override PartName="/ppt/media/image15.png" ContentType="image/png"/>
  <Override PartName="/ppt/media/image8.svg" ContentType="image/svg"/>
  <Override PartName="/ppt/media/image7.png" ContentType="image/png"/>
  <Override PartName="/ppt/media/image4.svg" ContentType="image/svg"/>
  <Override PartName="/ppt/media/image11.png" ContentType="image/png"/>
  <Override PartName="/ppt/media/image9.png" ContentType="image/png"/>
  <Override PartName="/ppt/media/image10.svg" ContentType="image/svg"/>
  <Override PartName="/ppt/media/image12.png" ContentType="image/png"/>
  <Override PartName="/ppt/media/image14.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8.png" ContentType="image/png"/>
  <Override PartName="/ppt/media/image29.png" ContentType="image/png"/>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sldImg"/>
          </p:nvPr>
        </p:nvSpPr>
        <p:spPr>
          <a:xfrm>
            <a:off x="0" y="76428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30"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31"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32" name="PlaceHolder 4"/>
          <p:cNvSpPr>
            <a:spLocks noGrp="1"/>
          </p:cNvSpPr>
          <p:nvPr>
            <p:ph type="dt" idx="7"/>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3" name="PlaceHolder 5"/>
          <p:cNvSpPr>
            <a:spLocks noGrp="1"/>
          </p:cNvSpPr>
          <p:nvPr>
            <p:ph type="ftr" idx="8"/>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4" name="PlaceHolder 6"/>
          <p:cNvSpPr>
            <a:spLocks noGrp="1"/>
          </p:cNvSpPr>
          <p:nvPr>
            <p:ph type="sldNum" idx="9"/>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9D30F7F0-51B5-42A5-96A8-955303A8A869}"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sldImg"/>
          </p:nvPr>
        </p:nvSpPr>
        <p:spPr>
          <a:xfrm>
            <a:off x="0" y="0"/>
            <a:ext cx="0" cy="0"/>
          </a:xfrm>
          <a:prstGeom prst="rect">
            <a:avLst/>
          </a:prstGeom>
          <a:ln w="0">
            <a:noFill/>
          </a:ln>
        </p:spPr>
      </p:sp>
      <p:sp>
        <p:nvSpPr>
          <p:cNvPr id="18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190"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06325138-350F-418D-9E07-FDCED1CFFEA0}"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sldImg"/>
          </p:nvPr>
        </p:nvSpPr>
        <p:spPr>
          <a:xfrm>
            <a:off x="0" y="0"/>
            <a:ext cx="0" cy="0"/>
          </a:xfrm>
          <a:prstGeom prst="rect">
            <a:avLst/>
          </a:prstGeom>
          <a:ln w="0">
            <a:noFill/>
          </a:ln>
        </p:spPr>
      </p:sp>
      <p:sp>
        <p:nvSpPr>
          <p:cNvPr id="19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193"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FB588C3F-C55C-42A8-B43C-B5EAF93B16E3}"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sldImg"/>
          </p:nvPr>
        </p:nvSpPr>
        <p:spPr>
          <a:xfrm>
            <a:off x="0" y="0"/>
            <a:ext cx="0" cy="0"/>
          </a:xfrm>
          <a:prstGeom prst="rect">
            <a:avLst/>
          </a:prstGeom>
          <a:ln w="0">
            <a:noFill/>
          </a:ln>
        </p:spPr>
      </p:sp>
      <p:sp>
        <p:nvSpPr>
          <p:cNvPr id="19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196"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A2C1996B-4D60-4FEE-9200-C8DC5FED8D4A}"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0" y="0"/>
            <a:ext cx="0" cy="0"/>
          </a:xfrm>
          <a:prstGeom prst="rect">
            <a:avLst/>
          </a:prstGeom>
          <a:ln w="0">
            <a:noFill/>
          </a:ln>
        </p:spPr>
      </p:sp>
      <p:sp>
        <p:nvSpPr>
          <p:cNvPr id="19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199"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D08E9C98-3C62-4F06-8B99-6407554E93BD}"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0" y="0"/>
            <a:ext cx="0" cy="0"/>
          </a:xfrm>
          <a:prstGeom prst="rect">
            <a:avLst/>
          </a:prstGeom>
          <a:ln w="0">
            <a:noFill/>
          </a:ln>
        </p:spPr>
      </p:sp>
      <p:sp>
        <p:nvSpPr>
          <p:cNvPr id="20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202" name="PlaceHolder 3"/>
          <p:cNvSpPr>
            <a:spLocks noGrp="1"/>
          </p:cNvSpPr>
          <p:nvPr>
            <p:ph type="sldNum" idx="15"/>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21954A5E-9450-46C3-97A3-61E5A0C607C7}"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sldImg"/>
          </p:nvPr>
        </p:nvSpPr>
        <p:spPr>
          <a:xfrm>
            <a:off x="0" y="0"/>
            <a:ext cx="0" cy="0"/>
          </a:xfrm>
          <a:prstGeom prst="rect">
            <a:avLst/>
          </a:prstGeom>
          <a:ln w="0">
            <a:noFill/>
          </a:ln>
        </p:spPr>
      </p:sp>
      <p:sp>
        <p:nvSpPr>
          <p:cNvPr id="20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205" name="PlaceHolder 3"/>
          <p:cNvSpPr>
            <a:spLocks noGrp="1"/>
          </p:cNvSpPr>
          <p:nvPr>
            <p:ph type="sldNum" idx="16"/>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8F5F9B56-6906-4B34-99BF-D2E6F22D46A9}"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sldImg"/>
          </p:nvPr>
        </p:nvSpPr>
        <p:spPr>
          <a:xfrm>
            <a:off x="0" y="0"/>
            <a:ext cx="0" cy="0"/>
          </a:xfrm>
          <a:prstGeom prst="rect">
            <a:avLst/>
          </a:prstGeom>
          <a:ln w="0">
            <a:noFill/>
          </a:ln>
        </p:spPr>
      </p:sp>
      <p:sp>
        <p:nvSpPr>
          <p:cNvPr id="20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208" name="PlaceHolder 3"/>
          <p:cNvSpPr>
            <a:spLocks noGrp="1"/>
          </p:cNvSpPr>
          <p:nvPr>
            <p:ph type="sldNum" idx="17"/>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C45379A7-B0D5-4713-812C-9F9C9243CEEA}"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sldImg"/>
          </p:nvPr>
        </p:nvSpPr>
        <p:spPr>
          <a:xfrm>
            <a:off x="0" y="0"/>
            <a:ext cx="0" cy="0"/>
          </a:xfrm>
          <a:prstGeom prst="rect">
            <a:avLst/>
          </a:prstGeom>
          <a:ln w="0">
            <a:noFill/>
          </a:ln>
        </p:spPr>
      </p:sp>
      <p:sp>
        <p:nvSpPr>
          <p:cNvPr id="21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211" name="PlaceHolder 3"/>
          <p:cNvSpPr>
            <a:spLocks noGrp="1"/>
          </p:cNvSpPr>
          <p:nvPr>
            <p:ph type="sldNum" idx="18"/>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F140B9C6-9A13-4A17-AECB-FB8742F1025C}"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sldImg"/>
          </p:nvPr>
        </p:nvSpPr>
        <p:spPr>
          <a:xfrm>
            <a:off x="0" y="0"/>
            <a:ext cx="0" cy="0"/>
          </a:xfrm>
          <a:prstGeom prst="rect">
            <a:avLst/>
          </a:prstGeom>
          <a:ln w="0">
            <a:noFill/>
          </a:ln>
        </p:spPr>
      </p:sp>
      <p:sp>
        <p:nvSpPr>
          <p:cNvPr id="21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214" name="PlaceHolder 3"/>
          <p:cNvSpPr>
            <a:spLocks noGrp="1"/>
          </p:cNvSpPr>
          <p:nvPr>
            <p:ph type="sldNum" idx="19"/>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5842D09E-DAE4-4A8A-9A49-AE978F29FE6F}"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0" y="0"/>
            <a:ext cx="0" cy="0"/>
          </a:xfrm>
          <a:prstGeom prst="rect">
            <a:avLst/>
          </a:prstGeom>
          <a:ln w="0">
            <a:noFill/>
          </a:ln>
        </p:spPr>
      </p:sp>
      <p:sp>
        <p:nvSpPr>
          <p:cNvPr id="21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217" name="PlaceHolder 3"/>
          <p:cNvSpPr>
            <a:spLocks noGrp="1"/>
          </p:cNvSpPr>
          <p:nvPr>
            <p:ph type="sldNum" idx="20"/>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19B0A945-D7B0-4C4A-97FF-4BA210C14651}"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0" y="0"/>
            <a:ext cx="0" cy="0"/>
          </a:xfrm>
          <a:prstGeom prst="rect">
            <a:avLst/>
          </a:prstGeom>
          <a:ln w="0">
            <a:noFill/>
          </a:ln>
        </p:spPr>
      </p:sp>
      <p:sp>
        <p:nvSpPr>
          <p:cNvPr id="21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220" name="PlaceHolder 3"/>
          <p:cNvSpPr>
            <a:spLocks noGrp="1"/>
          </p:cNvSpPr>
          <p:nvPr>
            <p:ph type="sldNum" idx="21"/>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61EB2C6F-44EB-457A-AD54-D82B4DDA70AA}"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0" y="0"/>
            <a:ext cx="0" cy="0"/>
          </a:xfrm>
          <a:prstGeom prst="rect">
            <a:avLst/>
          </a:prstGeom>
          <a:ln w="0">
            <a:noFill/>
          </a:ln>
        </p:spPr>
      </p:sp>
      <p:sp>
        <p:nvSpPr>
          <p:cNvPr id="22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223" name="PlaceHolder 3"/>
          <p:cNvSpPr>
            <a:spLocks noGrp="1"/>
          </p:cNvSpPr>
          <p:nvPr>
            <p:ph type="sldNum" idx="22"/>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DB86E90B-47D7-4F5E-9CEA-EFAE2B4C8FD4}"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0" y="0"/>
            <a:ext cx="0" cy="0"/>
          </a:xfrm>
          <a:prstGeom prst="rect">
            <a:avLst/>
          </a:prstGeom>
          <a:ln w="0">
            <a:noFill/>
          </a:ln>
        </p:spPr>
      </p:sp>
      <p:sp>
        <p:nvSpPr>
          <p:cNvPr id="22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226" name="PlaceHolder 3"/>
          <p:cNvSpPr>
            <a:spLocks noGrp="1"/>
          </p:cNvSpPr>
          <p:nvPr>
            <p:ph type="sldNum" idx="23"/>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51E08585-C159-48B0-98A0-4DCB737ADA72}"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0" y="0"/>
            <a:ext cx="0" cy="0"/>
          </a:xfrm>
          <a:prstGeom prst="rect">
            <a:avLst/>
          </a:prstGeom>
          <a:ln w="0">
            <a:noFill/>
          </a:ln>
        </p:spPr>
      </p:sp>
      <p:sp>
        <p:nvSpPr>
          <p:cNvPr id="22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229" name="PlaceHolder 3"/>
          <p:cNvSpPr>
            <a:spLocks noGrp="1"/>
          </p:cNvSpPr>
          <p:nvPr>
            <p:ph type="sldNum" idx="24"/>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7C44688F-1956-4564-93F5-E3EEB78ECF4A}"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0" y="0"/>
            <a:ext cx="0" cy="0"/>
          </a:xfrm>
          <a:prstGeom prst="rect">
            <a:avLst/>
          </a:prstGeom>
          <a:ln w="0">
            <a:noFill/>
          </a:ln>
        </p:spPr>
      </p:sp>
      <p:sp>
        <p:nvSpPr>
          <p:cNvPr id="23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232" name="PlaceHolder 3"/>
          <p:cNvSpPr>
            <a:spLocks noGrp="1"/>
          </p:cNvSpPr>
          <p:nvPr>
            <p:ph type="sldNum" idx="25"/>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D9E4CA84-E0EE-4C84-A087-B8ED1DD1BFFF}"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0" y="0"/>
            <a:ext cx="0" cy="0"/>
          </a:xfrm>
          <a:prstGeom prst="rect">
            <a:avLst/>
          </a:prstGeom>
          <a:ln w="0">
            <a:noFill/>
          </a:ln>
        </p:spPr>
      </p:sp>
      <p:sp>
        <p:nvSpPr>
          <p:cNvPr id="23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235" name="PlaceHolder 3"/>
          <p:cNvSpPr>
            <a:spLocks noGrp="1"/>
          </p:cNvSpPr>
          <p:nvPr>
            <p:ph type="sldNum" idx="26"/>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3AD14986-418B-445D-B196-C79804572B6D}"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0" y="0"/>
            <a:ext cx="0" cy="0"/>
          </a:xfrm>
          <a:prstGeom prst="rect">
            <a:avLst/>
          </a:prstGeom>
          <a:ln w="0">
            <a:noFill/>
          </a:ln>
        </p:spPr>
      </p:sp>
      <p:sp>
        <p:nvSpPr>
          <p:cNvPr id="23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238" name="PlaceHolder 3"/>
          <p:cNvSpPr>
            <a:spLocks noGrp="1"/>
          </p:cNvSpPr>
          <p:nvPr>
            <p:ph type="sldNum" idx="27"/>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F25D54B0-0715-462F-9ED0-8CF300D29CEA}"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iapositive de titre">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re seul">
    <p:spTree>
      <p:nvGrpSpPr>
        <p:cNvPr id="1" name=""/>
        <p:cNvGrpSpPr/>
        <p:nvPr/>
      </p:nvGrpSpPr>
      <p:grpSpPr>
        <a:xfrm>
          <a:off x="0" y="0"/>
          <a:ext cx="0" cy="0"/>
          <a:chOff x="0" y="0"/>
          <a:chExt cx="0" cy="0"/>
        </a:xfrm>
      </p:grpSpPr>
      <p:sp>
        <p:nvSpPr>
          <p:cNvPr id="13" name="PlaceHolder 1"/>
          <p:cNvSpPr>
            <a:spLocks noGrp="1"/>
          </p:cNvSpPr>
          <p:nvPr>
            <p:ph type="title"/>
          </p:nvPr>
        </p:nvSpPr>
        <p:spPr>
          <a:xfrm>
            <a:off x="1828800" y="2985120"/>
            <a:ext cx="10972440" cy="23364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Roboto"/>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31F539D7-9F2E-4910-AEEF-06271DD181F5}"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re et contenu">
    <p:spTree>
      <p:nvGrpSpPr>
        <p:cNvPr id="1" name=""/>
        <p:cNvGrpSpPr/>
        <p:nvPr/>
      </p:nvGrpSpPr>
      <p:grpSpPr>
        <a:xfrm>
          <a:off x="0" y="0"/>
          <a:ext cx="0" cy="0"/>
          <a:chOff x="0" y="0"/>
          <a:chExt cx="0" cy="0"/>
        </a:xfrm>
      </p:grpSpPr>
      <p:sp>
        <p:nvSpPr>
          <p:cNvPr id="27" name="PlaceHolder 1"/>
          <p:cNvSpPr>
            <a:spLocks noGrp="1"/>
          </p:cNvSpPr>
          <p:nvPr>
            <p:ph type="title"/>
          </p:nvPr>
        </p:nvSpPr>
        <p:spPr>
          <a:xfrm>
            <a:off x="1828800" y="2985120"/>
            <a:ext cx="10972440" cy="23364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Roboto"/>
            </a:endParaRPr>
          </a:p>
        </p:txBody>
      </p:sp>
      <p:sp>
        <p:nvSpPr>
          <p:cNvPr id="28" name="PlaceHolder 2"/>
          <p:cNvSpPr>
            <a:spLocks noGrp="1"/>
          </p:cNvSpPr>
          <p:nvPr>
            <p:ph/>
          </p:nvPr>
        </p:nvSpPr>
        <p:spPr>
          <a:xfrm>
            <a:off x="731520" y="1925640"/>
            <a:ext cx="13167000" cy="4772520"/>
          </a:xfrm>
          <a:prstGeom prst="rect">
            <a:avLst/>
          </a:prstGeom>
          <a:noFill/>
          <a:ln w="0">
            <a:noFill/>
          </a:ln>
        </p:spPr>
        <p:txBody>
          <a:bodyPr lIns="0" rIns="0" tIns="0" bIns="0" anchor="t">
            <a:normAutofit/>
          </a:bodyPr>
          <a:p>
            <a:pPr indent="0">
              <a:lnSpc>
                <a:spcPct val="90000"/>
              </a:lnSpc>
              <a:spcBef>
                <a:spcPts val="1417"/>
              </a:spcBef>
              <a:buNone/>
            </a:pPr>
            <a:endParaRPr b="0" lang="en-US" sz="3359" spc="-1" strike="noStrike">
              <a:solidFill>
                <a:schemeClr val="dk1"/>
              </a:solidFill>
              <a:latin typeface="Roboto"/>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9B19DFE2-1525-4D73-A9DB-E7EE357E0E5E}" type="slidenum">
              <a:t>&lt;#&gt;</a:t>
            </a:fld>
          </a:p>
        </p:txBody>
      </p:sp>
      <p:sp>
        <p:nvSpPr>
          <p:cNvPr id="6" name="PlaceHolder 5"/>
          <p:cNvSpPr>
            <a:spLocks noGrp="1"/>
          </p:cNvSpPr>
          <p:nvPr>
            <p:ph type="dt" idx="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image" Target="../media/image7.png"/><Relationship Id="rId9" Type="http://schemas.openxmlformats.org/officeDocument/2006/relationships/image" Target="../media/image8.svg"/><Relationship Id="rId10"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image" Target="../media/image7.png"/><Relationship Id="rId9" Type="http://schemas.openxmlformats.org/officeDocument/2006/relationships/image" Target="../media/image8.svg"/><Relationship Id="rId10"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9.png"/><Relationship Id="rId5" Type="http://schemas.openxmlformats.org/officeDocument/2006/relationships/image" Target="../media/image10.svg"/><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6f9e2e"/>
            </a:gs>
            <a:gs pos="55000">
              <a:srgbClr val="52684d"/>
            </a:gs>
            <a:gs pos="100000">
              <a:srgbClr val="52684d"/>
            </a:gs>
          </a:gsLst>
          <a:lin ang="16200000"/>
        </a:gradFill>
      </p:bgPr>
    </p:bg>
    <p:spTree>
      <p:nvGrpSpPr>
        <p:cNvPr id="1" name=""/>
        <p:cNvGrpSpPr/>
        <p:nvPr/>
      </p:nvGrpSpPr>
      <p:grpSpPr>
        <a:xfrm>
          <a:off x="0" y="0"/>
          <a:ext cx="0" cy="0"/>
          <a:chOff x="0" y="0"/>
          <a:chExt cx="0" cy="0"/>
        </a:xfrm>
      </p:grpSpPr>
      <p:pic>
        <p:nvPicPr>
          <p:cNvPr id="0" name="Graphique 11" descr=""/>
          <p:cNvPicPr/>
          <p:nvPr/>
        </p:nvPicPr>
        <p:blipFill>
          <a:blip r:embed="rId2">
            <a:extLst>
              <a:ext uri="{96DAC541-7B7A-43D3-8B79-37D633B846F1}">
                <asvg:svgBlip xmlns:asvg="http://schemas.microsoft.com/office/drawing/2016/SVG/main" r:embed="rId3"/>
              </a:ext>
            </a:extLst>
          </a:blip>
          <a:stretch/>
        </p:blipFill>
        <p:spPr>
          <a:xfrm>
            <a:off x="9993960" y="0"/>
            <a:ext cx="4636080" cy="3820320"/>
          </a:xfrm>
          <a:prstGeom prst="rect">
            <a:avLst/>
          </a:prstGeom>
          <a:ln w="0">
            <a:noFill/>
          </a:ln>
        </p:spPr>
      </p:pic>
      <p:pic>
        <p:nvPicPr>
          <p:cNvPr id="1" name="Graphique 7" descr=""/>
          <p:cNvPicPr/>
          <p:nvPr/>
        </p:nvPicPr>
        <p:blipFill>
          <a:blip r:embed="rId4">
            <a:extLst>
              <a:ext uri="{96DAC541-7B7A-43D3-8B79-37D633B846F1}">
                <asvg:svgBlip xmlns:asvg="http://schemas.microsoft.com/office/drawing/2016/SVG/main" r:embed="rId5"/>
              </a:ext>
            </a:extLst>
          </a:blip>
          <a:stretch/>
        </p:blipFill>
        <p:spPr>
          <a:xfrm>
            <a:off x="-3600" y="3325320"/>
            <a:ext cx="4636080" cy="4903920"/>
          </a:xfrm>
          <a:prstGeom prst="rect">
            <a:avLst/>
          </a:prstGeom>
          <a:ln w="0">
            <a:noFill/>
          </a:ln>
        </p:spPr>
      </p:pic>
      <p:sp>
        <p:nvSpPr>
          <p:cNvPr id="2" name="PlaceHolder 1"/>
          <p:cNvSpPr>
            <a:spLocks noGrp="1"/>
          </p:cNvSpPr>
          <p:nvPr>
            <p:ph type="title"/>
          </p:nvPr>
        </p:nvSpPr>
        <p:spPr>
          <a:xfrm>
            <a:off x="1828800" y="2985120"/>
            <a:ext cx="10972440" cy="2336400"/>
          </a:xfrm>
          <a:prstGeom prst="rect">
            <a:avLst/>
          </a:prstGeom>
          <a:noFill/>
          <a:ln w="0">
            <a:noFill/>
          </a:ln>
        </p:spPr>
        <p:txBody>
          <a:bodyPr lIns="90000" rIns="90000" tIns="45000" bIns="45000" anchor="b">
            <a:noAutofit/>
          </a:bodyPr>
          <a:p>
            <a:pPr indent="0" algn="ctr" defTabSz="914400">
              <a:lnSpc>
                <a:spcPct val="100000"/>
              </a:lnSpc>
              <a:buNone/>
            </a:pPr>
            <a:r>
              <a:rPr b="0" lang="fr-FR" sz="7200" spc="-1" strike="noStrike">
                <a:solidFill>
                  <a:schemeClr val="lt1"/>
                </a:solidFill>
                <a:latin typeface="Calibri Light"/>
              </a:rPr>
              <a:t>Modifiez le style du titre</a:t>
            </a:r>
            <a:endParaRPr b="0" lang="en-US" sz="7200" spc="-1" strike="noStrike">
              <a:solidFill>
                <a:schemeClr val="dk1"/>
              </a:solidFill>
              <a:latin typeface="Calibri"/>
            </a:endParaRPr>
          </a:p>
        </p:txBody>
      </p:sp>
      <p:pic>
        <p:nvPicPr>
          <p:cNvPr id="3" name="Graphique 13" descr=""/>
          <p:cNvPicPr/>
          <p:nvPr/>
        </p:nvPicPr>
        <p:blipFill>
          <a:blip r:embed="rId6">
            <a:extLst>
              <a:ext uri="{96DAC541-7B7A-43D3-8B79-37D633B846F1}">
                <asvg:svgBlip xmlns:asvg="http://schemas.microsoft.com/office/drawing/2016/SVG/main" r:embed="rId7"/>
              </a:ext>
            </a:extLst>
          </a:blip>
          <a:stretch/>
        </p:blipFill>
        <p:spPr>
          <a:xfrm>
            <a:off x="522720" y="163440"/>
            <a:ext cx="2128680" cy="2336400"/>
          </a:xfrm>
          <a:prstGeom prst="rect">
            <a:avLst/>
          </a:prstGeom>
          <a:ln w="0">
            <a:noFill/>
          </a:ln>
        </p:spPr>
      </p:pic>
      <p:pic>
        <p:nvPicPr>
          <p:cNvPr id="4" name="Graphique 17" descr=""/>
          <p:cNvPicPr/>
          <p:nvPr/>
        </p:nvPicPr>
        <p:blipFill>
          <a:blip r:embed="rId8">
            <a:extLst>
              <a:ext uri="{96DAC541-7B7A-43D3-8B79-37D633B846F1}">
                <asvg:svgBlip xmlns:asvg="http://schemas.microsoft.com/office/drawing/2016/SVG/main" r:embed="rId9"/>
              </a:ext>
            </a:extLst>
          </a:blip>
          <a:stretch/>
        </p:blipFill>
        <p:spPr>
          <a:xfrm>
            <a:off x="8686800" y="7121160"/>
            <a:ext cx="5371920" cy="719640"/>
          </a:xfrm>
          <a:prstGeom prst="rect">
            <a:avLst/>
          </a:prstGeom>
          <a:ln w="0">
            <a:noFill/>
          </a:ln>
        </p:spPr>
      </p:pic>
      <p:sp>
        <p:nvSpPr>
          <p:cNvPr id="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ffffff"/>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ffffff"/>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ffffff"/>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ffffff"/>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ffffff"/>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ffffff"/>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1" r:id="rId10"/>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 name="Graphique 10" descr=""/>
          <p:cNvPicPr/>
          <p:nvPr/>
        </p:nvPicPr>
        <p:blipFill>
          <a:blip r:embed="rId2">
            <a:extLst>
              <a:ext uri="{96DAC541-7B7A-43D3-8B79-37D633B846F1}">
                <asvg:svgBlip xmlns:asvg="http://schemas.microsoft.com/office/drawing/2016/SVG/main" r:embed="rId3"/>
              </a:ext>
            </a:extLst>
          </a:blip>
          <a:stretch/>
        </p:blipFill>
        <p:spPr>
          <a:xfrm>
            <a:off x="9993960" y="0"/>
            <a:ext cx="4636080" cy="3820320"/>
          </a:xfrm>
          <a:prstGeom prst="rect">
            <a:avLst/>
          </a:prstGeom>
          <a:ln w="0">
            <a:noFill/>
          </a:ln>
        </p:spPr>
      </p:pic>
      <p:pic>
        <p:nvPicPr>
          <p:cNvPr id="7" name="Graphique 11" descr=""/>
          <p:cNvPicPr/>
          <p:nvPr/>
        </p:nvPicPr>
        <p:blipFill>
          <a:blip r:embed="rId4">
            <a:extLst>
              <a:ext uri="{96DAC541-7B7A-43D3-8B79-37D633B846F1}">
                <asvg:svgBlip xmlns:asvg="http://schemas.microsoft.com/office/drawing/2016/SVG/main" r:embed="rId5"/>
              </a:ext>
            </a:extLst>
          </a:blip>
          <a:stretch/>
        </p:blipFill>
        <p:spPr>
          <a:xfrm>
            <a:off x="-3600" y="3325320"/>
            <a:ext cx="4636080" cy="4903920"/>
          </a:xfrm>
          <a:prstGeom prst="rect">
            <a:avLst/>
          </a:prstGeom>
          <a:ln w="0">
            <a:noFill/>
          </a:ln>
        </p:spPr>
      </p:pic>
      <p:sp>
        <p:nvSpPr>
          <p:cNvPr id="8" name="PlaceHolder 1"/>
          <p:cNvSpPr>
            <a:spLocks noGrp="1"/>
          </p:cNvSpPr>
          <p:nvPr>
            <p:ph type="title"/>
          </p:nvPr>
        </p:nvSpPr>
        <p:spPr>
          <a:xfrm>
            <a:off x="0" y="0"/>
            <a:ext cx="0" cy="0"/>
          </a:xfrm>
          <a:prstGeom prst="rect">
            <a:avLst/>
          </a:prstGeom>
          <a:noFill/>
          <a:ln w="0">
            <a:noFill/>
          </a:ln>
        </p:spPr>
        <p:txBody>
          <a:bodyPr lIns="90000" rIns="90000" tIns="-45000" bIns="-45000" anchor="t">
            <a:noAutofit/>
          </a:bodyPr>
          <a:p>
            <a:pPr indent="0" algn="ctr" defTabSz="914400">
              <a:lnSpc>
                <a:spcPct val="100000"/>
              </a:lnSpc>
              <a:buNone/>
            </a:pPr>
            <a:r>
              <a:rPr b="0" lang="fr-FR" sz="4400" spc="-1" strike="noStrike">
                <a:solidFill>
                  <a:srgbClr val="6f9e2e"/>
                </a:solidFill>
                <a:latin typeface="Calibri Light"/>
              </a:rPr>
              <a:t>Modifiez le style du titre</a:t>
            </a:r>
            <a:endParaRPr b="0" lang="en-US" sz="4400" spc="-1" strike="noStrike">
              <a:solidFill>
                <a:schemeClr val="dk1"/>
              </a:solidFill>
              <a:latin typeface="Calibri"/>
            </a:endParaRPr>
          </a:p>
        </p:txBody>
      </p:sp>
      <p:sp>
        <p:nvSpPr>
          <p:cNvPr id="9" name="PlaceHolder 2"/>
          <p:cNvSpPr>
            <a:spLocks noGrp="1"/>
          </p:cNvSpPr>
          <p:nvPr>
            <p:ph type="dt" idx="1"/>
          </p:nvPr>
        </p:nvSpPr>
        <p:spPr>
          <a:xfrm>
            <a:off x="1005840" y="7627680"/>
            <a:ext cx="1885680" cy="437760"/>
          </a:xfrm>
          <a:prstGeom prst="rect">
            <a:avLst/>
          </a:prstGeom>
          <a:noFill/>
          <a:ln w="0">
            <a:noFill/>
          </a:ln>
        </p:spPr>
        <p:txBody>
          <a:bodyPr lIns="90000" rIns="90000" tIns="45000" bIns="45000" anchor="t">
            <a:noAutofit/>
          </a:bodyPr>
          <a:lstStyle>
            <a:lvl1pPr indent="0" defTabSz="914400">
              <a:lnSpc>
                <a:spcPct val="100000"/>
              </a:lnSpc>
              <a:buNone/>
              <a:defRPr b="0" lang="fr-FR" sz="1800" spc="-1" strike="noStrike">
                <a:solidFill>
                  <a:schemeClr val="dk1"/>
                </a:solidFill>
                <a:latin typeface="Calibri"/>
              </a:defRPr>
            </a:lvl1pPr>
          </a:lstStyle>
          <a:p>
            <a:pPr indent="0" defTabSz="914400">
              <a:lnSpc>
                <a:spcPct val="100000"/>
              </a:lnSpc>
              <a:buNone/>
            </a:pPr>
            <a:r>
              <a:rPr b="0" lang="fr-FR" sz="1800" spc="-1" strike="noStrike">
                <a:solidFill>
                  <a:schemeClr val="dk1"/>
                </a:solidFill>
                <a:latin typeface="Calibri"/>
              </a:rPr>
              <a:t>&lt;date/time&gt;</a:t>
            </a:r>
            <a:endParaRPr b="0" lang="en-US" sz="1800" spc="-1" strike="noStrike">
              <a:solidFill>
                <a:srgbClr val="000000"/>
              </a:solidFill>
              <a:latin typeface="Times New Roman"/>
            </a:endParaRPr>
          </a:p>
        </p:txBody>
      </p:sp>
      <p:sp>
        <p:nvSpPr>
          <p:cNvPr id="10" name="PlaceHolder 3"/>
          <p:cNvSpPr>
            <a:spLocks noGrp="1"/>
          </p:cNvSpPr>
          <p:nvPr>
            <p:ph type="ftr" idx="2"/>
          </p:nvPr>
        </p:nvSpPr>
        <p:spPr>
          <a:xfrm>
            <a:off x="3143160" y="7627680"/>
            <a:ext cx="2217240" cy="437760"/>
          </a:xfrm>
          <a:prstGeom prst="rect">
            <a:avLst/>
          </a:prstGeom>
          <a:noFill/>
          <a:ln w="0">
            <a:noFill/>
          </a:ln>
        </p:spPr>
        <p:txBody>
          <a:bodyPr lIns="90000" rIns="90000" tIns="45000" bIns="45000" anchor="t">
            <a:noAutofit/>
          </a:bodyPr>
          <a:lstStyle>
            <a:lvl1pPr indent="0" defTabSz="914400">
              <a:lnSpc>
                <a:spcPct val="100000"/>
              </a:lnSpc>
              <a:buNone/>
              <a:defRPr b="0" lang="fr-FR" sz="1800" spc="-1" strike="noStrike">
                <a:solidFill>
                  <a:schemeClr val="dk1"/>
                </a:solidFill>
                <a:latin typeface="Calibri"/>
              </a:defRPr>
            </a:lvl1pPr>
          </a:lstStyle>
          <a:p>
            <a:pPr indent="0" defTabSz="914400">
              <a:lnSpc>
                <a:spcPct val="100000"/>
              </a:lnSpc>
              <a:buNone/>
            </a:pPr>
            <a:r>
              <a:rPr b="0" lang="fr-FR" sz="1800" spc="-1" strike="noStrike">
                <a:solidFill>
                  <a:schemeClr val="dk1"/>
                </a:solidFill>
                <a:latin typeface="Calibri"/>
              </a:rPr>
              <a:t>&lt;footer&gt;</a:t>
            </a:r>
            <a:endParaRPr b="0" lang="en-US" sz="1800" spc="-1" strike="noStrike">
              <a:solidFill>
                <a:srgbClr val="000000"/>
              </a:solidFill>
              <a:latin typeface="Times New Roman"/>
            </a:endParaRPr>
          </a:p>
        </p:txBody>
      </p:sp>
      <p:sp>
        <p:nvSpPr>
          <p:cNvPr id="11" name="PlaceHolder 4"/>
          <p:cNvSpPr>
            <a:spLocks noGrp="1"/>
          </p:cNvSpPr>
          <p:nvPr>
            <p:ph type="sldNum" idx="3"/>
          </p:nvPr>
        </p:nvSpPr>
        <p:spPr>
          <a:xfrm>
            <a:off x="5612040" y="7627680"/>
            <a:ext cx="1655280" cy="437760"/>
          </a:xfrm>
          <a:prstGeom prst="rect">
            <a:avLst/>
          </a:prstGeom>
          <a:noFill/>
          <a:ln w="0">
            <a:noFill/>
          </a:ln>
        </p:spPr>
        <p:txBody>
          <a:bodyPr lIns="90000" rIns="90000" tIns="45000" bIns="45000" anchor="t">
            <a:noAutofit/>
          </a:bodyPr>
          <a:lstStyle>
            <a:lvl1pPr indent="0" defTabSz="914400">
              <a:lnSpc>
                <a:spcPct val="100000"/>
              </a:lnSpc>
              <a:buNone/>
              <a:defRPr b="0" lang="fr-FR" sz="1800" spc="-1" strike="noStrike">
                <a:solidFill>
                  <a:schemeClr val="dk1"/>
                </a:solidFill>
                <a:latin typeface="Calibri"/>
              </a:defRPr>
            </a:lvl1pPr>
          </a:lstStyle>
          <a:p>
            <a:pPr indent="0" defTabSz="914400">
              <a:lnSpc>
                <a:spcPct val="100000"/>
              </a:lnSpc>
              <a:buNone/>
            </a:pPr>
            <a:fld id="{9632B53C-BEFB-4079-9C87-862E5C40C090}" type="slidenum">
              <a:rPr b="0" lang="fr-FR" sz="1800" spc="-1" strike="noStrike">
                <a:solidFill>
                  <a:schemeClr val="dk1"/>
                </a:solidFill>
                <a:latin typeface="Calibri"/>
              </a:rPr>
              <a:t>&lt;number&gt;</a:t>
            </a:fld>
            <a:endParaRPr b="0" lang="en-US" sz="1800" spc="-1" strike="noStrike">
              <a:solidFill>
                <a:srgbClr val="000000"/>
              </a:solidFill>
              <a:latin typeface="Times New Roman"/>
            </a:endParaRPr>
          </a:p>
        </p:txBody>
      </p:sp>
      <p:sp>
        <p:nvSpPr>
          <p:cNvPr id="12" name="PlaceHolder 5"/>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3" r:id="rId6"/>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6f9e2e"/>
            </a:gs>
            <a:gs pos="55000">
              <a:srgbClr val="52684d"/>
            </a:gs>
            <a:gs pos="100000">
              <a:srgbClr val="52684d"/>
            </a:gs>
          </a:gsLst>
          <a:lin ang="16200000"/>
        </a:gradFill>
      </p:bgPr>
    </p:bg>
    <p:spTree>
      <p:nvGrpSpPr>
        <p:cNvPr id="1" name=""/>
        <p:cNvGrpSpPr/>
        <p:nvPr/>
      </p:nvGrpSpPr>
      <p:grpSpPr>
        <a:xfrm>
          <a:off x="0" y="0"/>
          <a:ext cx="0" cy="0"/>
          <a:chOff x="0" y="0"/>
          <a:chExt cx="0" cy="0"/>
        </a:xfrm>
      </p:grpSpPr>
      <p:pic>
        <p:nvPicPr>
          <p:cNvPr id="14" name="Graphique 11" descr=""/>
          <p:cNvPicPr/>
          <p:nvPr/>
        </p:nvPicPr>
        <p:blipFill>
          <a:blip r:embed="rId2">
            <a:extLst>
              <a:ext uri="{96DAC541-7B7A-43D3-8B79-37D633B846F1}">
                <asvg:svgBlip xmlns:asvg="http://schemas.microsoft.com/office/drawing/2016/SVG/main" r:embed="rId3"/>
              </a:ext>
            </a:extLst>
          </a:blip>
          <a:stretch/>
        </p:blipFill>
        <p:spPr>
          <a:xfrm>
            <a:off x="9993960" y="0"/>
            <a:ext cx="4636080" cy="3820320"/>
          </a:xfrm>
          <a:prstGeom prst="rect">
            <a:avLst/>
          </a:prstGeom>
          <a:ln w="0">
            <a:noFill/>
          </a:ln>
        </p:spPr>
      </p:pic>
      <p:pic>
        <p:nvPicPr>
          <p:cNvPr id="15" name="Graphique 7" descr=""/>
          <p:cNvPicPr/>
          <p:nvPr/>
        </p:nvPicPr>
        <p:blipFill>
          <a:blip r:embed="rId4">
            <a:extLst>
              <a:ext uri="{96DAC541-7B7A-43D3-8B79-37D633B846F1}">
                <asvg:svgBlip xmlns:asvg="http://schemas.microsoft.com/office/drawing/2016/SVG/main" r:embed="rId5"/>
              </a:ext>
            </a:extLst>
          </a:blip>
          <a:stretch/>
        </p:blipFill>
        <p:spPr>
          <a:xfrm>
            <a:off x="-3600" y="3325320"/>
            <a:ext cx="4636080" cy="4903920"/>
          </a:xfrm>
          <a:prstGeom prst="rect">
            <a:avLst/>
          </a:prstGeom>
          <a:ln w="0">
            <a:noFill/>
          </a:ln>
        </p:spPr>
      </p:pic>
      <p:sp>
        <p:nvSpPr>
          <p:cNvPr id="16" name="PlaceHolder 1"/>
          <p:cNvSpPr>
            <a:spLocks noGrp="1"/>
          </p:cNvSpPr>
          <p:nvPr>
            <p:ph type="title"/>
          </p:nvPr>
        </p:nvSpPr>
        <p:spPr>
          <a:xfrm>
            <a:off x="1828800" y="2985120"/>
            <a:ext cx="10972440" cy="2336400"/>
          </a:xfrm>
          <a:prstGeom prst="rect">
            <a:avLst/>
          </a:prstGeom>
          <a:noFill/>
          <a:ln w="0">
            <a:noFill/>
          </a:ln>
        </p:spPr>
        <p:txBody>
          <a:bodyPr lIns="91440" rIns="91440" tIns="45720" bIns="45720" anchor="b">
            <a:noAutofit/>
          </a:bodyPr>
          <a:p>
            <a:pPr indent="0" algn="ctr" defTabSz="1097280">
              <a:lnSpc>
                <a:spcPct val="90000"/>
              </a:lnSpc>
              <a:buNone/>
            </a:pPr>
            <a:r>
              <a:rPr b="0" lang="fr-FR" sz="7200" spc="-1" strike="noStrike">
                <a:solidFill>
                  <a:schemeClr val="lt1"/>
                </a:solidFill>
                <a:latin typeface="Roboto"/>
              </a:rPr>
              <a:t>Modifiez le style du titre</a:t>
            </a:r>
            <a:endParaRPr b="0" lang="en-US" sz="7200" spc="-1" strike="noStrike">
              <a:solidFill>
                <a:schemeClr val="dk1"/>
              </a:solidFill>
              <a:latin typeface="Roboto"/>
            </a:endParaRPr>
          </a:p>
        </p:txBody>
      </p:sp>
      <p:pic>
        <p:nvPicPr>
          <p:cNvPr id="17" name="Graphique 13" descr=""/>
          <p:cNvPicPr/>
          <p:nvPr/>
        </p:nvPicPr>
        <p:blipFill>
          <a:blip r:embed="rId6">
            <a:extLst>
              <a:ext uri="{96DAC541-7B7A-43D3-8B79-37D633B846F1}">
                <asvg:svgBlip xmlns:asvg="http://schemas.microsoft.com/office/drawing/2016/SVG/main" r:embed="rId7"/>
              </a:ext>
            </a:extLst>
          </a:blip>
          <a:stretch/>
        </p:blipFill>
        <p:spPr>
          <a:xfrm>
            <a:off x="522720" y="163440"/>
            <a:ext cx="2128680" cy="2336400"/>
          </a:xfrm>
          <a:prstGeom prst="rect">
            <a:avLst/>
          </a:prstGeom>
          <a:ln w="0">
            <a:noFill/>
          </a:ln>
        </p:spPr>
      </p:pic>
      <p:pic>
        <p:nvPicPr>
          <p:cNvPr id="18" name="Graphique 17" descr=""/>
          <p:cNvPicPr/>
          <p:nvPr/>
        </p:nvPicPr>
        <p:blipFill>
          <a:blip r:embed="rId8">
            <a:extLst>
              <a:ext uri="{96DAC541-7B7A-43D3-8B79-37D633B846F1}">
                <asvg:svgBlip xmlns:asvg="http://schemas.microsoft.com/office/drawing/2016/SVG/main" r:embed="rId9"/>
              </a:ext>
            </a:extLst>
          </a:blip>
          <a:stretch/>
        </p:blipFill>
        <p:spPr>
          <a:xfrm>
            <a:off x="8686800" y="7121160"/>
            <a:ext cx="5371920" cy="719640"/>
          </a:xfrm>
          <a:prstGeom prst="rect">
            <a:avLst/>
          </a:prstGeom>
          <a:ln w="0">
            <a:noFill/>
          </a:ln>
        </p:spPr>
      </p:pic>
      <p:sp>
        <p:nvSpPr>
          <p:cNvPr id="1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3359" spc="-1" strike="noStrike">
                <a:solidFill>
                  <a:schemeClr val="dk1"/>
                </a:solidFill>
                <a:latin typeface="Roboto"/>
              </a:rPr>
              <a:t>Click to edit the outline text format</a:t>
            </a:r>
            <a:endParaRPr b="0" lang="en-US" sz="3359" spc="-1" strike="noStrike">
              <a:solidFill>
                <a:schemeClr val="dk1"/>
              </a:solidFill>
              <a:latin typeface="Roboto"/>
            </a:endParaRPr>
          </a:p>
          <a:p>
            <a:pPr lvl="1" marL="864000" indent="-324000">
              <a:lnSpc>
                <a:spcPct val="90000"/>
              </a:lnSpc>
              <a:spcBef>
                <a:spcPts val="1134"/>
              </a:spcBef>
              <a:buClr>
                <a:srgbClr val="ffffff"/>
              </a:buClr>
              <a:buSzPct val="75000"/>
              <a:buFont typeface="Symbol" charset="2"/>
              <a:buChar char=""/>
            </a:pPr>
            <a:r>
              <a:rPr b="0" lang="en-US" sz="2400" spc="-1" strike="noStrike">
                <a:solidFill>
                  <a:schemeClr val="dk1"/>
                </a:solidFill>
                <a:latin typeface="Roboto"/>
              </a:rPr>
              <a:t>Second Outline Level</a:t>
            </a:r>
            <a:endParaRPr b="0" lang="en-US" sz="2400" spc="-1" strike="noStrike">
              <a:solidFill>
                <a:schemeClr val="dk1"/>
              </a:solidFill>
              <a:latin typeface="Roboto"/>
            </a:endParaRPr>
          </a:p>
          <a:p>
            <a:pPr lvl="2" marL="1296000" indent="-288000">
              <a:lnSpc>
                <a:spcPct val="90000"/>
              </a:lnSpc>
              <a:spcBef>
                <a:spcPts val="850"/>
              </a:spcBef>
              <a:buClr>
                <a:srgbClr val="ffffff"/>
              </a:buClr>
              <a:buSzPct val="45000"/>
              <a:buFont typeface="Wingdings" charset="2"/>
              <a:buChar char=""/>
            </a:pPr>
            <a:r>
              <a:rPr b="0" lang="en-US" sz="2160" spc="-1" strike="noStrike">
                <a:solidFill>
                  <a:schemeClr val="dk1"/>
                </a:solidFill>
                <a:latin typeface="Roboto"/>
              </a:rPr>
              <a:t>Third Outline Level</a:t>
            </a:r>
            <a:endParaRPr b="0" lang="en-US" sz="2160" spc="-1" strike="noStrike">
              <a:solidFill>
                <a:schemeClr val="dk1"/>
              </a:solidFill>
              <a:latin typeface="Roboto"/>
            </a:endParaRPr>
          </a:p>
          <a:p>
            <a:pPr lvl="3" marL="1728000" indent="-216000">
              <a:lnSpc>
                <a:spcPct val="90000"/>
              </a:lnSpc>
              <a:spcBef>
                <a:spcPts val="567"/>
              </a:spcBef>
              <a:buClr>
                <a:srgbClr val="ffffff"/>
              </a:buClr>
              <a:buSzPct val="75000"/>
              <a:buFont typeface="Symbol" charset="2"/>
              <a:buChar char=""/>
            </a:pPr>
            <a:r>
              <a:rPr b="0" lang="en-US" sz="2160" spc="-1" strike="noStrike">
                <a:solidFill>
                  <a:schemeClr val="dk1"/>
                </a:solidFill>
                <a:latin typeface="Roboto"/>
              </a:rPr>
              <a:t>Fourth Outline Level</a:t>
            </a:r>
            <a:endParaRPr b="0" lang="en-US" sz="2160" spc="-1" strike="noStrike">
              <a:solidFill>
                <a:schemeClr val="dk1"/>
              </a:solidFill>
              <a:latin typeface="Roboto"/>
            </a:endParaRPr>
          </a:p>
          <a:p>
            <a:pPr lvl="4" marL="2160000" indent="-216000">
              <a:lnSpc>
                <a:spcPct val="90000"/>
              </a:lnSpc>
              <a:spcBef>
                <a:spcPts val="283"/>
              </a:spcBef>
              <a:buClr>
                <a:srgbClr val="ffffff"/>
              </a:buClr>
              <a:buSzPct val="45000"/>
              <a:buFont typeface="Wingdings" charset="2"/>
              <a:buChar char=""/>
            </a:pPr>
            <a:r>
              <a:rPr b="0" lang="en-US" sz="2000" spc="-1" strike="noStrike">
                <a:solidFill>
                  <a:schemeClr val="dk1"/>
                </a:solidFill>
                <a:latin typeface="Roboto"/>
              </a:rPr>
              <a:t>Fifth Outline Level</a:t>
            </a:r>
            <a:endParaRPr b="0" lang="en-US" sz="2000" spc="-1" strike="noStrike">
              <a:solidFill>
                <a:schemeClr val="dk1"/>
              </a:solidFill>
              <a:latin typeface="Roboto"/>
            </a:endParaRPr>
          </a:p>
          <a:p>
            <a:pPr lvl="5" marL="2592000" indent="-216000">
              <a:lnSpc>
                <a:spcPct val="90000"/>
              </a:lnSpc>
              <a:spcBef>
                <a:spcPts val="283"/>
              </a:spcBef>
              <a:buClr>
                <a:srgbClr val="ffffff"/>
              </a:buClr>
              <a:buSzPct val="45000"/>
              <a:buFont typeface="Wingdings" charset="2"/>
              <a:buChar char=""/>
            </a:pPr>
            <a:r>
              <a:rPr b="0" lang="en-US" sz="2000" spc="-1" strike="noStrike">
                <a:solidFill>
                  <a:schemeClr val="dk1"/>
                </a:solidFill>
                <a:latin typeface="Roboto"/>
              </a:rPr>
              <a:t>Sixth Outline Level</a:t>
            </a:r>
            <a:endParaRPr b="0" lang="en-US" sz="2000" spc="-1" strike="noStrike">
              <a:solidFill>
                <a:schemeClr val="dk1"/>
              </a:solidFill>
              <a:latin typeface="Roboto"/>
            </a:endParaRPr>
          </a:p>
          <a:p>
            <a:pPr lvl="6" marL="3024000" indent="-216000">
              <a:lnSpc>
                <a:spcPct val="90000"/>
              </a:lnSpc>
              <a:spcBef>
                <a:spcPts val="283"/>
              </a:spcBef>
              <a:buClr>
                <a:srgbClr val="ffffff"/>
              </a:buClr>
              <a:buSzPct val="45000"/>
              <a:buFont typeface="Wingdings" charset="2"/>
              <a:buChar char=""/>
            </a:pPr>
            <a:r>
              <a:rPr b="0" lang="en-US" sz="2000" spc="-1" strike="noStrike">
                <a:solidFill>
                  <a:schemeClr val="dk1"/>
                </a:solidFill>
                <a:latin typeface="Roboto"/>
              </a:rPr>
              <a:t>Seventh Outline Level</a:t>
            </a:r>
            <a:endParaRPr b="0" lang="en-US" sz="2000" spc="-1" strike="noStrike">
              <a:solidFill>
                <a:schemeClr val="dk1"/>
              </a:solidFill>
              <a:latin typeface="Roboto"/>
            </a:endParaRPr>
          </a:p>
        </p:txBody>
      </p:sp>
    </p:spTree>
  </p:cSld>
  <p:clrMap bg1="lt1" bg2="lt2" tx1="dk1" tx2="dk2" accent1="accent1" accent2="accent2" accent3="accent3" accent4="accent4" accent5="accent5" accent6="accent6" hlink="hlink" folHlink="folHlink"/>
  <p:sldLayoutIdLst>
    <p:sldLayoutId id="2147483655" r:id="rId10"/>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0" name="Graphique 7" descr=""/>
          <p:cNvPicPr/>
          <p:nvPr/>
        </p:nvPicPr>
        <p:blipFill>
          <a:blip r:embed="rId2">
            <a:extLst>
              <a:ext uri="{96DAC541-7B7A-43D3-8B79-37D633B846F1}">
                <asvg:svgBlip xmlns:asvg="http://schemas.microsoft.com/office/drawing/2016/SVG/main" r:embed="rId3"/>
              </a:ext>
            </a:extLst>
          </a:blip>
          <a:stretch/>
        </p:blipFill>
        <p:spPr>
          <a:xfrm>
            <a:off x="9586800" y="0"/>
            <a:ext cx="5043240" cy="3683880"/>
          </a:xfrm>
          <a:prstGeom prst="rect">
            <a:avLst/>
          </a:prstGeom>
          <a:ln w="0">
            <a:noFill/>
          </a:ln>
        </p:spPr>
      </p:pic>
      <p:sp>
        <p:nvSpPr>
          <p:cNvPr id="21" name="PlaceHolder 1"/>
          <p:cNvSpPr>
            <a:spLocks noGrp="1"/>
          </p:cNvSpPr>
          <p:nvPr>
            <p:ph type="title"/>
          </p:nvPr>
        </p:nvSpPr>
        <p:spPr>
          <a:xfrm>
            <a:off x="1005840" y="535320"/>
            <a:ext cx="12618360" cy="957960"/>
          </a:xfrm>
          <a:prstGeom prst="rect">
            <a:avLst/>
          </a:prstGeom>
          <a:noFill/>
          <a:ln w="0">
            <a:noFill/>
          </a:ln>
        </p:spPr>
        <p:txBody>
          <a:bodyPr lIns="91440" rIns="91440" tIns="45720" bIns="45720" anchor="ctr">
            <a:noAutofit/>
          </a:bodyPr>
          <a:p>
            <a:pPr indent="0" defTabSz="1097280">
              <a:lnSpc>
                <a:spcPct val="90000"/>
              </a:lnSpc>
              <a:buNone/>
            </a:pPr>
            <a:r>
              <a:rPr b="0" lang="fr-FR" sz="5280" spc="-1" strike="noStrike">
                <a:solidFill>
                  <a:srgbClr val="6f9e2e"/>
                </a:solidFill>
                <a:latin typeface="Roboto"/>
              </a:rPr>
              <a:t>Modifiez le style du titre</a:t>
            </a:r>
            <a:endParaRPr b="0" lang="en-US" sz="5280" spc="-1" strike="noStrike">
              <a:solidFill>
                <a:schemeClr val="dk1"/>
              </a:solidFill>
              <a:latin typeface="Roboto"/>
            </a:endParaRPr>
          </a:p>
        </p:txBody>
      </p:sp>
      <p:sp>
        <p:nvSpPr>
          <p:cNvPr id="22" name="PlaceHolder 2"/>
          <p:cNvSpPr>
            <a:spLocks noGrp="1"/>
          </p:cNvSpPr>
          <p:nvPr>
            <p:ph type="body"/>
          </p:nvPr>
        </p:nvSpPr>
        <p:spPr>
          <a:xfrm>
            <a:off x="1005840" y="1719360"/>
            <a:ext cx="12618360" cy="4212000"/>
          </a:xfrm>
          <a:prstGeom prst="rect">
            <a:avLst/>
          </a:prstGeom>
          <a:noFill/>
          <a:ln w="0">
            <a:noFill/>
          </a:ln>
        </p:spPr>
        <p:txBody>
          <a:bodyPr lIns="91440" rIns="91440" tIns="45720" bIns="45720" anchor="t">
            <a:noAutofit/>
          </a:bodyPr>
          <a:p>
            <a:pPr marL="274320" indent="-274320" defTabSz="1097280">
              <a:lnSpc>
                <a:spcPct val="90000"/>
              </a:lnSpc>
              <a:spcBef>
                <a:spcPts val="1199"/>
              </a:spcBef>
              <a:buClr>
                <a:srgbClr val="000000"/>
              </a:buClr>
              <a:buFont typeface="Arial"/>
              <a:buChar char="•"/>
            </a:pPr>
            <a:r>
              <a:rPr b="0" lang="fr-FR" sz="3359" spc="-1" strike="noStrike">
                <a:solidFill>
                  <a:schemeClr val="dk1"/>
                </a:solidFill>
                <a:latin typeface="Roboto"/>
              </a:rPr>
              <a:t>Cliquez pour modifier les styles du texte du masque</a:t>
            </a:r>
            <a:endParaRPr b="0" lang="en-US" sz="3359" spc="-1" strike="noStrike">
              <a:solidFill>
                <a:schemeClr val="dk1"/>
              </a:solidFill>
              <a:latin typeface="Roboto"/>
            </a:endParaRPr>
          </a:p>
          <a:p>
            <a:pPr lvl="1" marL="822960" indent="-274320" defTabSz="1097280">
              <a:lnSpc>
                <a:spcPct val="90000"/>
              </a:lnSpc>
              <a:spcBef>
                <a:spcPts val="601"/>
              </a:spcBef>
              <a:buClr>
                <a:srgbClr val="000000"/>
              </a:buClr>
              <a:buFont typeface="Arial"/>
              <a:buChar char="•"/>
            </a:pPr>
            <a:r>
              <a:rPr b="0" lang="fr-FR" sz="2880" spc="-1" strike="noStrike">
                <a:solidFill>
                  <a:schemeClr val="dk1"/>
                </a:solidFill>
                <a:latin typeface="Roboto"/>
              </a:rPr>
              <a:t>Deuxième niveau</a:t>
            </a:r>
            <a:endParaRPr b="0" lang="en-US" sz="2880" spc="-1" strike="noStrike">
              <a:solidFill>
                <a:schemeClr val="dk1"/>
              </a:solidFill>
              <a:latin typeface="Roboto"/>
            </a:endParaRPr>
          </a:p>
          <a:p>
            <a:pPr lvl="2" marL="1371600" indent="-274320" defTabSz="1097280">
              <a:lnSpc>
                <a:spcPct val="90000"/>
              </a:lnSpc>
              <a:spcBef>
                <a:spcPts val="601"/>
              </a:spcBef>
              <a:buClr>
                <a:srgbClr val="000000"/>
              </a:buClr>
              <a:buFont typeface="Arial"/>
              <a:buChar char="•"/>
            </a:pPr>
            <a:r>
              <a:rPr b="0" lang="fr-FR" sz="2400" spc="-1" strike="noStrike">
                <a:solidFill>
                  <a:schemeClr val="dk1"/>
                </a:solidFill>
                <a:latin typeface="Roboto"/>
              </a:rPr>
              <a:t>Troisième niveau</a:t>
            </a:r>
            <a:endParaRPr b="0" lang="en-US" sz="2400" spc="-1" strike="noStrike">
              <a:solidFill>
                <a:schemeClr val="dk1"/>
              </a:solidFill>
              <a:latin typeface="Roboto"/>
            </a:endParaRPr>
          </a:p>
          <a:p>
            <a:pPr lvl="3" marL="1920240" indent="-274320" defTabSz="1097280">
              <a:lnSpc>
                <a:spcPct val="90000"/>
              </a:lnSpc>
              <a:spcBef>
                <a:spcPts val="601"/>
              </a:spcBef>
              <a:buClr>
                <a:srgbClr val="000000"/>
              </a:buClr>
              <a:buFont typeface="Arial"/>
              <a:buChar char="•"/>
            </a:pPr>
            <a:r>
              <a:rPr b="0" lang="fr-FR" sz="2160" spc="-1" strike="noStrike">
                <a:solidFill>
                  <a:schemeClr val="dk1"/>
                </a:solidFill>
                <a:latin typeface="Roboto"/>
              </a:rPr>
              <a:t>Quatrième niveau</a:t>
            </a:r>
            <a:endParaRPr b="0" lang="en-US" sz="2160" spc="-1" strike="noStrike">
              <a:solidFill>
                <a:schemeClr val="dk1"/>
              </a:solidFill>
              <a:latin typeface="Roboto"/>
            </a:endParaRPr>
          </a:p>
          <a:p>
            <a:pPr lvl="4" marL="2468880" indent="-274320" defTabSz="1097280">
              <a:lnSpc>
                <a:spcPct val="90000"/>
              </a:lnSpc>
              <a:spcBef>
                <a:spcPts val="601"/>
              </a:spcBef>
              <a:buClr>
                <a:srgbClr val="000000"/>
              </a:buClr>
              <a:buFont typeface="Arial"/>
              <a:buChar char="•"/>
            </a:pPr>
            <a:r>
              <a:rPr b="0" lang="fr-FR" sz="2160" spc="-1" strike="noStrike">
                <a:solidFill>
                  <a:schemeClr val="dk1"/>
                </a:solidFill>
                <a:latin typeface="Roboto"/>
              </a:rPr>
              <a:t>Cinquième niveau</a:t>
            </a:r>
            <a:endParaRPr b="0" lang="en-US" sz="2160" spc="-1" strike="noStrike">
              <a:solidFill>
                <a:schemeClr val="dk1"/>
              </a:solidFill>
              <a:latin typeface="Roboto"/>
            </a:endParaRPr>
          </a:p>
        </p:txBody>
      </p:sp>
      <p:sp>
        <p:nvSpPr>
          <p:cNvPr id="23" name="PlaceHolder 3"/>
          <p:cNvSpPr>
            <a:spLocks noGrp="1"/>
          </p:cNvSpPr>
          <p:nvPr>
            <p:ph type="dt" idx="4"/>
          </p:nvPr>
        </p:nvSpPr>
        <p:spPr>
          <a:xfrm>
            <a:off x="1005840" y="7627680"/>
            <a:ext cx="1885680" cy="437760"/>
          </a:xfrm>
          <a:prstGeom prst="rect">
            <a:avLst/>
          </a:prstGeom>
          <a:noFill/>
          <a:ln w="0">
            <a:noFill/>
          </a:ln>
        </p:spPr>
        <p:txBody>
          <a:bodyPr lIns="91440" rIns="91440" tIns="45720" bIns="45720" anchor="ctr">
            <a:noAutofit/>
          </a:bodyPr>
          <a:lstStyle>
            <a:lvl1pPr indent="0" defTabSz="914400">
              <a:lnSpc>
                <a:spcPct val="100000"/>
              </a:lnSpc>
              <a:buNone/>
              <a:defRPr b="0" lang="fr-FR" sz="1440" spc="-1" strike="noStrike">
                <a:solidFill>
                  <a:schemeClr val="dk1">
                    <a:tint val="75000"/>
                  </a:schemeClr>
                </a:solidFill>
                <a:latin typeface="Roboto"/>
              </a:defRPr>
            </a:lvl1pPr>
          </a:lstStyle>
          <a:p>
            <a:pPr indent="0" defTabSz="914400">
              <a:lnSpc>
                <a:spcPct val="100000"/>
              </a:lnSpc>
              <a:buNone/>
            </a:pPr>
            <a:r>
              <a:rPr b="0" lang="fr-FR" sz="1440" spc="-1" strike="noStrike">
                <a:solidFill>
                  <a:schemeClr val="dk1">
                    <a:tint val="75000"/>
                  </a:schemeClr>
                </a:solidFill>
                <a:latin typeface="Roboto"/>
              </a:rPr>
              <a:t>&lt;date/time&gt;</a:t>
            </a:r>
            <a:endParaRPr b="0" lang="en-US" sz="1440" spc="-1" strike="noStrike">
              <a:solidFill>
                <a:srgbClr val="000000"/>
              </a:solidFill>
              <a:latin typeface="Times New Roman"/>
            </a:endParaRPr>
          </a:p>
        </p:txBody>
      </p:sp>
      <p:sp>
        <p:nvSpPr>
          <p:cNvPr id="24" name="PlaceHolder 4"/>
          <p:cNvSpPr>
            <a:spLocks noGrp="1"/>
          </p:cNvSpPr>
          <p:nvPr>
            <p:ph type="ftr" idx="5"/>
          </p:nvPr>
        </p:nvSpPr>
        <p:spPr>
          <a:xfrm>
            <a:off x="3143160" y="7627680"/>
            <a:ext cx="2217240" cy="437760"/>
          </a:xfrm>
          <a:prstGeom prst="rect">
            <a:avLst/>
          </a:prstGeom>
          <a:noFill/>
          <a:ln w="0">
            <a:noFill/>
          </a:ln>
        </p:spPr>
        <p:txBody>
          <a:bodyPr lIns="91440" rIns="91440" tIns="45720" bIns="45720" anchor="ctr">
            <a:noAutofit/>
          </a:bodyPr>
          <a:lstStyle>
            <a:lvl1pPr indent="0" algn="ctr" defTabSz="914400">
              <a:lnSpc>
                <a:spcPct val="100000"/>
              </a:lnSpc>
              <a:buNone/>
              <a:defRPr b="0" lang="fr-FR" sz="1440" spc="-1" strike="noStrike">
                <a:solidFill>
                  <a:schemeClr val="dk1">
                    <a:tint val="75000"/>
                  </a:schemeClr>
                </a:solidFill>
                <a:latin typeface="Roboto"/>
              </a:defRPr>
            </a:lvl1pPr>
          </a:lstStyle>
          <a:p>
            <a:pPr indent="0" algn="ctr" defTabSz="914400">
              <a:lnSpc>
                <a:spcPct val="100000"/>
              </a:lnSpc>
              <a:buNone/>
            </a:pPr>
            <a:r>
              <a:rPr b="0" lang="fr-FR" sz="1440" spc="-1" strike="noStrike">
                <a:solidFill>
                  <a:schemeClr val="dk1">
                    <a:tint val="75000"/>
                  </a:schemeClr>
                </a:solidFill>
                <a:latin typeface="Roboto"/>
              </a:rPr>
              <a:t>&lt;footer&gt;</a:t>
            </a:r>
            <a:endParaRPr b="0" lang="en-US" sz="1440" spc="-1" strike="noStrike">
              <a:solidFill>
                <a:srgbClr val="000000"/>
              </a:solidFill>
              <a:latin typeface="Times New Roman"/>
            </a:endParaRPr>
          </a:p>
        </p:txBody>
      </p:sp>
      <p:sp>
        <p:nvSpPr>
          <p:cNvPr id="25" name="PlaceHolder 5"/>
          <p:cNvSpPr>
            <a:spLocks noGrp="1"/>
          </p:cNvSpPr>
          <p:nvPr>
            <p:ph type="sldNum" idx="6"/>
          </p:nvPr>
        </p:nvSpPr>
        <p:spPr>
          <a:xfrm>
            <a:off x="5612040" y="7627680"/>
            <a:ext cx="1655280" cy="437760"/>
          </a:xfrm>
          <a:prstGeom prst="rect">
            <a:avLst/>
          </a:prstGeom>
          <a:noFill/>
          <a:ln w="0">
            <a:noFill/>
          </a:ln>
        </p:spPr>
        <p:txBody>
          <a:bodyPr lIns="91440" rIns="91440" tIns="45720" bIns="45720" anchor="ctr">
            <a:noAutofit/>
          </a:bodyPr>
          <a:lstStyle>
            <a:lvl1pPr indent="0" algn="r" defTabSz="914400">
              <a:lnSpc>
                <a:spcPct val="100000"/>
              </a:lnSpc>
              <a:buNone/>
              <a:defRPr b="0" lang="fr-FR" sz="1440" spc="-1" strike="noStrike">
                <a:solidFill>
                  <a:schemeClr val="dk1">
                    <a:tint val="75000"/>
                  </a:schemeClr>
                </a:solidFill>
                <a:latin typeface="Roboto"/>
              </a:defRPr>
            </a:lvl1pPr>
          </a:lstStyle>
          <a:p>
            <a:pPr indent="0" algn="r" defTabSz="914400">
              <a:lnSpc>
                <a:spcPct val="100000"/>
              </a:lnSpc>
              <a:buNone/>
            </a:pPr>
            <a:fld id="{312CA63B-1F24-473A-958E-59B37A143ABD}" type="slidenum">
              <a:rPr b="0" lang="fr-FR" sz="1440" spc="-1" strike="noStrike">
                <a:solidFill>
                  <a:schemeClr val="dk1">
                    <a:tint val="75000"/>
                  </a:schemeClr>
                </a:solidFill>
                <a:latin typeface="Roboto"/>
              </a:rPr>
              <a:t>&lt;number&gt;</a:t>
            </a:fld>
            <a:endParaRPr b="0" lang="en-US" sz="1440" spc="-1" strike="noStrike">
              <a:solidFill>
                <a:srgbClr val="000000"/>
              </a:solidFill>
              <a:latin typeface="Times New Roman"/>
            </a:endParaRPr>
          </a:p>
        </p:txBody>
      </p:sp>
      <p:pic>
        <p:nvPicPr>
          <p:cNvPr id="26" name="Graphique 9" descr=""/>
          <p:cNvPicPr/>
          <p:nvPr/>
        </p:nvPicPr>
        <p:blipFill>
          <a:blip r:embed="rId4">
            <a:extLst>
              <a:ext uri="{96DAC541-7B7A-43D3-8B79-37D633B846F1}">
                <asvg:svgBlip xmlns:asvg="http://schemas.microsoft.com/office/drawing/2016/SVG/main" r:embed="rId5"/>
              </a:ext>
            </a:extLst>
          </a:blip>
          <a:stretch/>
        </p:blipFill>
        <p:spPr>
          <a:xfrm>
            <a:off x="12517560" y="6120720"/>
            <a:ext cx="1655280" cy="17254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7" r:id="rId6"/>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5.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slideLayout" Target="../slideLayouts/slideLayout5.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3.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3.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slideLayout" Target="../slideLayouts/slideLayout5.xml"/><Relationship Id="rId5"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3.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slideLayout" Target="../slideLayouts/slideLayout5.xml"/><Relationship Id="rId5"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title"/>
          </p:nvPr>
        </p:nvSpPr>
        <p:spPr>
          <a:xfrm>
            <a:off x="1828800" y="938520"/>
            <a:ext cx="10972440" cy="2336400"/>
          </a:xfrm>
          <a:prstGeom prst="rect">
            <a:avLst/>
          </a:prstGeom>
          <a:noFill/>
          <a:ln w="0">
            <a:noFill/>
          </a:ln>
        </p:spPr>
        <p:txBody>
          <a:bodyPr lIns="91440" rIns="91440" tIns="45720" bIns="45720" anchor="b">
            <a:noAutofit/>
          </a:bodyPr>
          <a:p>
            <a:pPr indent="0" algn="ctr" defTabSz="914400">
              <a:lnSpc>
                <a:spcPct val="100000"/>
              </a:lnSpc>
              <a:buNone/>
            </a:pPr>
            <a:r>
              <a:rPr b="0" lang="en-US" sz="7200" spc="-1" strike="noStrike">
                <a:solidFill>
                  <a:schemeClr val="lt1"/>
                </a:solidFill>
                <a:latin typeface="roboto"/>
                <a:ea typeface="roboto"/>
              </a:rPr>
              <a:t>Salesforce user training</a:t>
            </a:r>
            <a:endParaRPr b="0" lang="en-US" sz="7200" spc="-1" strike="noStrike">
              <a:solidFill>
                <a:schemeClr val="dk1"/>
              </a:solidFill>
              <a:latin typeface="Calibri"/>
            </a:endParaRPr>
          </a:p>
        </p:txBody>
      </p:sp>
      <p:sp>
        <p:nvSpPr>
          <p:cNvPr id="36" name="PlaceHolder 2"/>
          <p:cNvSpPr>
            <a:spLocks noGrp="1"/>
          </p:cNvSpPr>
          <p:nvPr>
            <p:ph type="subTitle"/>
          </p:nvPr>
        </p:nvSpPr>
        <p:spPr>
          <a:xfrm>
            <a:off x="1609560" y="6499440"/>
            <a:ext cx="5920560" cy="878400"/>
          </a:xfrm>
          <a:prstGeom prst="rect">
            <a:avLst/>
          </a:prstGeom>
          <a:noFill/>
          <a:ln w="0">
            <a:noFill/>
          </a:ln>
        </p:spPr>
        <p:txBody>
          <a:bodyPr lIns="109800" rIns="109800" tIns="54720" bIns="54720" anchor="t">
            <a:normAutofit fontScale="93750" lnSpcReduction="20000"/>
          </a:bodyPr>
          <a:p>
            <a:pPr indent="0">
              <a:lnSpc>
                <a:spcPct val="100000"/>
              </a:lnSpc>
              <a:buNone/>
              <a:tabLst>
                <a:tab algn="l" pos="0"/>
              </a:tabLst>
            </a:pPr>
            <a:r>
              <a:rPr b="0" lang="en-US" sz="2150" spc="-1" strike="noStrike">
                <a:solidFill>
                  <a:schemeClr val="lt1"/>
                </a:solidFill>
                <a:latin typeface="roboto"/>
                <a:ea typeface="roboto"/>
              </a:rPr>
              <a:t>Responsible of document:  Dyhia and Samira</a:t>
            </a:r>
            <a:endParaRPr b="0" lang="en-US" sz="2150" spc="-1" strike="noStrike">
              <a:solidFill>
                <a:srgbClr val="ffffff"/>
              </a:solidFill>
              <a:latin typeface="Arial"/>
            </a:endParaRPr>
          </a:p>
          <a:p>
            <a:pPr indent="0">
              <a:lnSpc>
                <a:spcPct val="100000"/>
              </a:lnSpc>
              <a:buNone/>
              <a:tabLst>
                <a:tab algn="l" pos="0"/>
              </a:tabLst>
            </a:pPr>
            <a:r>
              <a:rPr b="0" lang="en-US" sz="2150" spc="-1" strike="noStrike">
                <a:solidFill>
                  <a:schemeClr val="lt1"/>
                </a:solidFill>
                <a:latin typeface="roboto"/>
                <a:ea typeface="roboto"/>
              </a:rPr>
              <a:t>Author of document : Atif SATIF</a:t>
            </a:r>
            <a:endParaRPr b="0" lang="en-US" sz="2150" spc="-1" strike="noStrike">
              <a:solidFill>
                <a:srgbClr val="ffffff"/>
              </a:solidFill>
              <a:latin typeface="Arial"/>
            </a:endParaRPr>
          </a:p>
        </p:txBody>
      </p:sp>
      <p:sp>
        <p:nvSpPr>
          <p:cNvPr id="37" name="Sous-titre 2"/>
          <p:cNvSpPr/>
          <p:nvPr/>
        </p:nvSpPr>
        <p:spPr>
          <a:xfrm>
            <a:off x="1760400" y="3778200"/>
            <a:ext cx="11266200" cy="1949760"/>
          </a:xfrm>
          <a:prstGeom prst="rect">
            <a:avLst/>
          </a:prstGeom>
          <a:noFill/>
          <a:ln w="0">
            <a:noFill/>
          </a:ln>
        </p:spPr>
        <p:style>
          <a:lnRef idx="0"/>
          <a:fillRef idx="0"/>
          <a:effectRef idx="0"/>
          <a:fontRef idx="minor"/>
        </p:style>
        <p:txBody>
          <a:bodyPr lIns="109800" rIns="109800" tIns="54720" bIns="54720" anchor="t">
            <a:normAutofit/>
          </a:bodyPr>
          <a:p>
            <a:pPr defTabSz="914400">
              <a:lnSpc>
                <a:spcPct val="90000"/>
              </a:lnSpc>
              <a:spcBef>
                <a:spcPts val="1001"/>
              </a:spcBef>
              <a:tabLst>
                <a:tab algn="l" pos="0"/>
              </a:tabLst>
            </a:pPr>
            <a:r>
              <a:rPr b="0" lang="en-US" sz="2800" spc="-1" strike="noStrike">
                <a:solidFill>
                  <a:schemeClr val="lt1"/>
                </a:solidFill>
                <a:latin typeface="roboto"/>
                <a:ea typeface="roboto"/>
              </a:rPr>
              <a:t>Customer Relationship Management (CRM) is an indispensable tool in today's business world. These slides guide you through Salesforce, one of the world's most widely used customer relationship management platforms.</a:t>
            </a:r>
            <a:endParaRPr b="0" lang="en-US" sz="2800" spc="-1" strike="noStrike">
              <a:solidFill>
                <a:srgbClr val="ffffff"/>
              </a:solidFill>
              <a:latin typeface="Arial"/>
            </a:endParaRPr>
          </a:p>
          <a:p>
            <a:pPr defTabSz="914400">
              <a:lnSpc>
                <a:spcPct val="90000"/>
              </a:lnSpc>
              <a:spcBef>
                <a:spcPts val="1001"/>
              </a:spcBef>
              <a:tabLst>
                <a:tab algn="l" pos="0"/>
              </a:tabLst>
            </a:pPr>
            <a:endParaRPr b="0" lang="en-US" sz="2000" spc="-1" strike="noStrike">
              <a:solidFill>
                <a:srgbClr val="ffffff"/>
              </a:solidFill>
              <a:latin typeface="Arial"/>
            </a:endParaRPr>
          </a:p>
        </p:txBody>
      </p:sp>
    </p:spTree>
  </p:cSld>
  <p:transition spd="med">
    <p:pull dir="r"/>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Title 1"/>
          <p:cNvSpPr/>
          <p:nvPr/>
        </p:nvSpPr>
        <p:spPr>
          <a:xfrm>
            <a:off x="1593000" y="582120"/>
            <a:ext cx="5862600" cy="6296040"/>
          </a:xfrm>
          <a:solidFill>
            <a:schemeClr val="accent6"/>
          </a:solidFill>
          <a:ln w="0">
            <a:noFill/>
          </a:ln>
        </p:spPr>
        <p:style>
          <a:lnRef idx="0"/>
          <a:fillRef idx="0"/>
          <a:effectRef idx="0"/>
          <a:fontRef idx="minor"/>
        </p:style>
        <p:txBody>
          <a:bodyPr anchor="t">
            <a:noAutofit/>
          </a:bodyPr>
          <a:p>
            <a:pPr defTabSz="914400">
              <a:lnSpc>
                <a:spcPct val="150000"/>
              </a:lnSpc>
            </a:pPr>
            <a:r>
              <a:rPr b="1" lang="en-US" sz="2000" spc="-1" strike="noStrike">
                <a:solidFill>
                  <a:srgbClr val="000000"/>
                </a:solidFill>
                <a:latin typeface="roboto"/>
                <a:ea typeface="roboto"/>
              </a:rPr>
              <a:t>Introducing Salesforce</a:t>
            </a:r>
            <a:endParaRPr b="0" lang="en-US" sz="2000" spc="-1" strike="noStrike">
              <a:solidFill>
                <a:srgbClr val="ffffff"/>
              </a:solidFill>
              <a:latin typeface="Arial"/>
            </a:endParaRPr>
          </a:p>
          <a:p>
            <a:pPr marL="457200" indent="-457200" defTabSz="914400">
              <a:lnSpc>
                <a:spcPct val="150000"/>
              </a:lnSpc>
              <a:buClr>
                <a:srgbClr val="000000"/>
              </a:buClr>
              <a:buFont typeface="OpenSymbol"/>
              <a:buAutoNum type="arabicPeriod"/>
            </a:pPr>
            <a:r>
              <a:rPr b="1" lang="en-US" sz="2000" spc="-1" strike="noStrike">
                <a:solidFill>
                  <a:srgbClr val="000000"/>
                </a:solidFill>
                <a:latin typeface="roboto"/>
                <a:ea typeface="roboto"/>
              </a:rPr>
              <a:t>What is a CRM?</a:t>
            </a:r>
            <a:endParaRPr b="0" lang="en-US" sz="2000" spc="-1" strike="noStrike">
              <a:solidFill>
                <a:srgbClr val="ffffff"/>
              </a:solidFill>
              <a:latin typeface="Arial"/>
            </a:endParaRPr>
          </a:p>
          <a:p>
            <a:pPr marL="457200" indent="-457200" defTabSz="914400">
              <a:lnSpc>
                <a:spcPct val="150000"/>
              </a:lnSpc>
              <a:buClr>
                <a:srgbClr val="000000"/>
              </a:buClr>
              <a:buFont typeface="OpenSymbol"/>
              <a:buAutoNum type="arabicPeriod"/>
            </a:pPr>
            <a:r>
              <a:rPr b="1" lang="en-US" sz="2000" spc="-1" strike="noStrike">
                <a:solidFill>
                  <a:srgbClr val="000000"/>
                </a:solidFill>
                <a:latin typeface="roboto"/>
                <a:ea typeface="roboto"/>
              </a:rPr>
              <a:t>The Power of Salesforce</a:t>
            </a:r>
            <a:endParaRPr b="0" lang="en-US" sz="2000" spc="-1" strike="noStrike">
              <a:solidFill>
                <a:srgbClr val="ffffff"/>
              </a:solidFill>
              <a:latin typeface="Arial"/>
            </a:endParaRPr>
          </a:p>
          <a:p>
            <a:pPr marL="457200" indent="-457200" defTabSz="914400">
              <a:lnSpc>
                <a:spcPct val="150000"/>
              </a:lnSpc>
              <a:buClr>
                <a:srgbClr val="000000"/>
              </a:buClr>
              <a:buFont typeface="OpenSymbol"/>
              <a:buAutoNum type="arabicPeriod"/>
            </a:pPr>
            <a:r>
              <a:rPr b="1" lang="en-US" sz="2000" spc="-1" strike="noStrike">
                <a:solidFill>
                  <a:srgbClr val="000000"/>
                </a:solidFill>
                <a:latin typeface="roboto"/>
                <a:ea typeface="roboto"/>
              </a:rPr>
              <a:t>Getting Started with Salesforce</a:t>
            </a:r>
            <a:endParaRPr b="0" lang="en-US" sz="2000" spc="-1" strike="noStrike">
              <a:solidFill>
                <a:srgbClr val="ffffff"/>
              </a:solidFill>
              <a:latin typeface="Arial"/>
            </a:endParaRPr>
          </a:p>
          <a:p>
            <a:pPr lvl="1" marL="800280" indent="-343080" defTabSz="914400">
              <a:lnSpc>
                <a:spcPct val="150000"/>
              </a:lnSpc>
              <a:buClr>
                <a:srgbClr val="272525"/>
              </a:buClr>
              <a:buFont typeface="Arial"/>
              <a:buChar char="•"/>
            </a:pPr>
            <a:r>
              <a:rPr b="1" lang="en-US" sz="1800" spc="-1" strike="noStrike">
                <a:solidFill>
                  <a:srgbClr val="272525"/>
                </a:solidFill>
                <a:latin typeface="roboto"/>
                <a:ea typeface="roboto"/>
              </a:rPr>
              <a:t>Creating a Salesforce account</a:t>
            </a:r>
            <a:endParaRPr b="0" lang="en-US" sz="1800" spc="-1" strike="noStrike">
              <a:solidFill>
                <a:srgbClr val="ffffff"/>
              </a:solidFill>
              <a:latin typeface="Arial"/>
            </a:endParaRPr>
          </a:p>
          <a:p>
            <a:pPr lvl="1" marL="800280" indent="-343080" defTabSz="914400">
              <a:lnSpc>
                <a:spcPct val="150000"/>
              </a:lnSpc>
              <a:buClr>
                <a:srgbClr val="272525"/>
              </a:buClr>
              <a:buFont typeface="Arial"/>
              <a:buChar char="•"/>
            </a:pPr>
            <a:r>
              <a:rPr b="1" lang="en-US" sz="1800" spc="-1" strike="noStrike">
                <a:solidFill>
                  <a:srgbClr val="272525"/>
                </a:solidFill>
                <a:latin typeface="roboto"/>
                <a:ea typeface="roboto"/>
              </a:rPr>
              <a:t>Logging in to Salesforce</a:t>
            </a:r>
            <a:endParaRPr b="0" lang="en-US" sz="1800" spc="-1" strike="noStrike">
              <a:solidFill>
                <a:srgbClr val="ffffff"/>
              </a:solidFill>
              <a:latin typeface="Arial"/>
            </a:endParaRPr>
          </a:p>
          <a:p>
            <a:pPr lvl="1" marL="800280" indent="-343080" defTabSz="914400">
              <a:lnSpc>
                <a:spcPct val="150000"/>
              </a:lnSpc>
              <a:buClr>
                <a:srgbClr val="272525"/>
              </a:buClr>
              <a:buFont typeface="Arial"/>
              <a:buChar char="•"/>
            </a:pPr>
            <a:r>
              <a:rPr b="1" lang="en-US" sz="1800" spc="-1" strike="noStrike">
                <a:solidFill>
                  <a:srgbClr val="272525"/>
                </a:solidFill>
                <a:latin typeface="roboto"/>
                <a:ea typeface="roboto"/>
              </a:rPr>
              <a:t>Navigating the Home Page</a:t>
            </a:r>
            <a:endParaRPr b="0" lang="en-US" sz="1800" spc="-1" strike="noStrike">
              <a:solidFill>
                <a:srgbClr val="ffffff"/>
              </a:solidFill>
              <a:latin typeface="Arial"/>
            </a:endParaRPr>
          </a:p>
          <a:p>
            <a:pPr lvl="1" marL="743040" indent="-285840" defTabSz="914400">
              <a:lnSpc>
                <a:spcPct val="150000"/>
              </a:lnSpc>
              <a:buClr>
                <a:srgbClr val="272525"/>
              </a:buClr>
              <a:buFont typeface="Arial"/>
              <a:buChar char="•"/>
            </a:pPr>
            <a:r>
              <a:rPr b="1" lang="en-US" sz="1800" spc="-1" strike="noStrike">
                <a:solidFill>
                  <a:srgbClr val="272525"/>
                </a:solidFill>
                <a:latin typeface="roboto"/>
                <a:ea typeface="roboto"/>
              </a:rPr>
              <a:t>Exploring Salesforce Features</a:t>
            </a:r>
            <a:endParaRPr b="0" lang="en-US" sz="1800" spc="-1" strike="noStrike">
              <a:solidFill>
                <a:srgbClr val="ffffff"/>
              </a:solidFill>
              <a:latin typeface="Arial"/>
            </a:endParaRPr>
          </a:p>
          <a:p>
            <a:pPr defTabSz="914400">
              <a:lnSpc>
                <a:spcPct val="150000"/>
              </a:lnSpc>
            </a:pPr>
            <a:r>
              <a:rPr b="1" lang="en-US" sz="2000" spc="-1" strike="noStrike">
                <a:solidFill>
                  <a:srgbClr val="000000"/>
                </a:solidFill>
                <a:latin typeface="roboto"/>
                <a:ea typeface="roboto"/>
              </a:rPr>
              <a:t>4. Optimising Your Salesforce Interface</a:t>
            </a:r>
            <a:endParaRPr b="0" lang="en-US" sz="2000" spc="-1" strike="noStrike">
              <a:solidFill>
                <a:srgbClr val="ffffff"/>
              </a:solidFill>
              <a:latin typeface="Arial"/>
            </a:endParaRPr>
          </a:p>
          <a:p>
            <a:pPr defTabSz="914400">
              <a:lnSpc>
                <a:spcPct val="150000"/>
              </a:lnSpc>
            </a:pPr>
            <a:r>
              <a:rPr b="1" lang="en-US" sz="2000" spc="-1" strike="noStrike">
                <a:solidFill>
                  <a:srgbClr val="000000"/>
                </a:solidFill>
                <a:latin typeface="roboto"/>
                <a:ea typeface="roboto"/>
              </a:rPr>
              <a:t>5. Creating a Stellar Salesforce Profile</a:t>
            </a:r>
            <a:endParaRPr b="0" lang="en-US" sz="2000" spc="-1" strike="noStrike">
              <a:solidFill>
                <a:srgbClr val="ffffff"/>
              </a:solidFill>
              <a:latin typeface="Arial"/>
            </a:endParaRPr>
          </a:p>
          <a:p>
            <a:pPr defTabSz="914400">
              <a:lnSpc>
                <a:spcPct val="150000"/>
              </a:lnSpc>
            </a:pPr>
            <a:r>
              <a:rPr b="1" lang="en-US" sz="1800" spc="-1" strike="noStrike">
                <a:solidFill>
                  <a:srgbClr val="000000"/>
                </a:solidFill>
                <a:latin typeface="roboto"/>
                <a:ea typeface="roboto"/>
              </a:rPr>
              <a:t>      </a:t>
            </a:r>
            <a:r>
              <a:rPr b="1" lang="en-US" sz="1800" spc="-1" strike="noStrike">
                <a:solidFill>
                  <a:srgbClr val="000000"/>
                </a:solidFill>
                <a:latin typeface="roboto"/>
                <a:ea typeface="roboto"/>
              </a:rPr>
              <a:t>1. </a:t>
            </a:r>
            <a:r>
              <a:rPr b="1" lang="en-US" sz="1800" spc="-1" strike="noStrike">
                <a:solidFill>
                  <a:srgbClr val="272525"/>
                </a:solidFill>
                <a:latin typeface="roboto"/>
                <a:ea typeface="roboto"/>
              </a:rPr>
              <a:t>Maximising Your Data Input</a:t>
            </a:r>
            <a:endParaRPr b="0" lang="en-US" sz="1800" spc="-1" strike="noStrike">
              <a:solidFill>
                <a:srgbClr val="ffffff"/>
              </a:solidFill>
              <a:latin typeface="Arial"/>
            </a:endParaRPr>
          </a:p>
          <a:p>
            <a:pPr defTabSz="914400">
              <a:lnSpc>
                <a:spcPct val="150000"/>
              </a:lnSpc>
            </a:pPr>
            <a:r>
              <a:rPr b="1" lang="en-US" sz="1800" spc="-1" strike="noStrike">
                <a:solidFill>
                  <a:srgbClr val="272525"/>
                </a:solidFill>
                <a:latin typeface="roboto"/>
                <a:ea typeface="roboto"/>
              </a:rPr>
              <a:t>      </a:t>
            </a:r>
            <a:r>
              <a:rPr b="1" lang="en-US" sz="1800" spc="-1" strike="noStrike">
                <a:solidFill>
                  <a:srgbClr val="272525"/>
                </a:solidFill>
                <a:latin typeface="roboto"/>
                <a:ea typeface="roboto"/>
              </a:rPr>
              <a:t>2. Organising Your Folders</a:t>
            </a:r>
            <a:endParaRPr b="0" lang="en-US" sz="1800" spc="-1" strike="noStrike">
              <a:solidFill>
                <a:srgbClr val="ffffff"/>
              </a:solidFill>
              <a:latin typeface="Arial"/>
            </a:endParaRPr>
          </a:p>
          <a:p>
            <a:pPr defTabSz="914400">
              <a:lnSpc>
                <a:spcPct val="150000"/>
              </a:lnSpc>
            </a:pPr>
            <a:r>
              <a:rPr b="1" lang="en-US" sz="1800" spc="-1" strike="noStrike">
                <a:solidFill>
                  <a:srgbClr val="272525"/>
                </a:solidFill>
                <a:latin typeface="roboto"/>
                <a:ea typeface="roboto"/>
              </a:rPr>
              <a:t>      </a:t>
            </a:r>
            <a:r>
              <a:rPr b="1" lang="en-US" sz="1800" spc="-1" strike="noStrike">
                <a:solidFill>
                  <a:srgbClr val="272525"/>
                </a:solidFill>
                <a:latin typeface="roboto"/>
                <a:ea typeface="roboto"/>
              </a:rPr>
              <a:t>3. Optimising Your Sales Processes</a:t>
            </a:r>
            <a:endParaRPr b="0" lang="en-US" sz="1800" spc="-1" strike="noStrike">
              <a:solidFill>
                <a:srgbClr val="ffffff"/>
              </a:solidFill>
              <a:latin typeface="Arial"/>
            </a:endParaRPr>
          </a:p>
          <a:p>
            <a:pPr defTabSz="914400">
              <a:lnSpc>
                <a:spcPct val="150000"/>
              </a:lnSpc>
            </a:pPr>
            <a:r>
              <a:rPr b="1" lang="en-US" sz="2000" spc="-1" strike="noStrike">
                <a:solidFill>
                  <a:srgbClr val="000000"/>
                </a:solidFill>
                <a:latin typeface="roboto"/>
                <a:ea typeface="roboto"/>
              </a:rPr>
              <a:t>6. Collaborating Across Teams with Salesforce</a:t>
            </a:r>
            <a:endParaRPr b="0" lang="en-US" sz="2000" spc="-1" strike="noStrike">
              <a:solidFill>
                <a:srgbClr val="ffffff"/>
              </a:solidFill>
              <a:latin typeface="Arial"/>
            </a:endParaRPr>
          </a:p>
          <a:p>
            <a:pPr defTabSz="914400">
              <a:lnSpc>
                <a:spcPct val="150000"/>
              </a:lnSpc>
            </a:pPr>
            <a:endParaRPr b="0" lang="en-US" sz="2000" spc="-1" strike="noStrike">
              <a:solidFill>
                <a:srgbClr val="ffffff"/>
              </a:solidFill>
              <a:latin typeface="Arial"/>
            </a:endParaRPr>
          </a:p>
          <a:p>
            <a:pPr defTabSz="914400">
              <a:lnSpc>
                <a:spcPct val="150000"/>
              </a:lnSpc>
            </a:pPr>
            <a:endParaRPr b="0" lang="en-US" sz="2000" spc="-1" strike="noStrike">
              <a:solidFill>
                <a:srgbClr val="ffffff"/>
              </a:solidFill>
              <a:latin typeface="Arial"/>
            </a:endParaRPr>
          </a:p>
          <a:p>
            <a:pPr defTabSz="914400">
              <a:lnSpc>
                <a:spcPct val="150000"/>
              </a:lnSpc>
            </a:pPr>
            <a:endParaRPr b="0" lang="en-US" sz="2000" spc="-1" strike="noStrike">
              <a:solidFill>
                <a:srgbClr val="ffffff"/>
              </a:solidFill>
              <a:latin typeface="Arial"/>
            </a:endParaRPr>
          </a:p>
          <a:p>
            <a:pPr defTabSz="914400">
              <a:lnSpc>
                <a:spcPct val="150000"/>
              </a:lnSpc>
            </a:pPr>
            <a:endParaRPr b="0" lang="en-US" sz="2000" spc="-1" strike="noStrike">
              <a:solidFill>
                <a:srgbClr val="ffffff"/>
              </a:solidFill>
              <a:latin typeface="Arial"/>
            </a:endParaRPr>
          </a:p>
          <a:p>
            <a:pPr defTabSz="914400">
              <a:lnSpc>
                <a:spcPct val="150000"/>
              </a:lnSpc>
            </a:pPr>
            <a:endParaRPr b="0" lang="en-US" sz="2000" spc="-1" strike="noStrike">
              <a:solidFill>
                <a:srgbClr val="ffffff"/>
              </a:solidFill>
              <a:latin typeface="Arial"/>
            </a:endParaRPr>
          </a:p>
          <a:p>
            <a:pPr defTabSz="914400">
              <a:lnSpc>
                <a:spcPct val="150000"/>
              </a:lnSpc>
            </a:pPr>
            <a:endParaRPr b="0" lang="en-US" sz="2000" spc="-1" strike="noStrike">
              <a:solidFill>
                <a:srgbClr val="ffffff"/>
              </a:solidFill>
              <a:latin typeface="Arial"/>
            </a:endParaRPr>
          </a:p>
          <a:p>
            <a:pPr defTabSz="914400">
              <a:lnSpc>
                <a:spcPct val="150000"/>
              </a:lnSpc>
            </a:pPr>
            <a:endParaRPr b="0" lang="en-US" sz="2000" spc="-1" strike="noStrike">
              <a:solidFill>
                <a:srgbClr val="ffffff"/>
              </a:solidFill>
              <a:latin typeface="Arial"/>
            </a:endParaRPr>
          </a:p>
          <a:p>
            <a:pPr defTabSz="914400">
              <a:lnSpc>
                <a:spcPct val="150000"/>
              </a:lnSpc>
            </a:pPr>
            <a:endParaRPr b="0" lang="en-US" sz="2000" spc="-1" strike="noStrike">
              <a:solidFill>
                <a:srgbClr val="ffffff"/>
              </a:solidFill>
              <a:latin typeface="Arial"/>
            </a:endParaRPr>
          </a:p>
          <a:p>
            <a:pPr defTabSz="914400">
              <a:lnSpc>
                <a:spcPct val="150000"/>
              </a:lnSpc>
            </a:pPr>
            <a:endParaRPr b="0" lang="en-US" sz="2000" spc="-1" strike="noStrike">
              <a:solidFill>
                <a:srgbClr val="ffffff"/>
              </a:solidFill>
              <a:latin typeface="Arial"/>
            </a:endParaRPr>
          </a:p>
          <a:p>
            <a:pPr defTabSz="914400">
              <a:lnSpc>
                <a:spcPct val="150000"/>
              </a:lnSpc>
            </a:pPr>
            <a:endParaRPr b="0" lang="en-US" sz="2000" spc="-1" strike="noStrike">
              <a:solidFill>
                <a:srgbClr val="ffffff"/>
              </a:solidFill>
              <a:latin typeface="Arial"/>
            </a:endParaRPr>
          </a:p>
          <a:p>
            <a:pPr defTabSz="914400">
              <a:lnSpc>
                <a:spcPct val="150000"/>
              </a:lnSpc>
            </a:pPr>
            <a:endParaRPr b="0" lang="en-US" sz="2000" spc="-1" strike="noStrike">
              <a:solidFill>
                <a:srgbClr val="ffffff"/>
              </a:solidFill>
              <a:latin typeface="Arial"/>
            </a:endParaRPr>
          </a:p>
          <a:p>
            <a:pPr defTabSz="914400">
              <a:lnSpc>
                <a:spcPts val="5468"/>
              </a:lnSpc>
            </a:pPr>
            <a:endParaRPr b="0" lang="en-US" sz="2000" spc="-1" strike="noStrike">
              <a:solidFill>
                <a:srgbClr val="ffffff"/>
              </a:solidFill>
              <a:latin typeface="Arial"/>
            </a:endParaRPr>
          </a:p>
          <a:p>
            <a:pPr defTabSz="914400">
              <a:lnSpc>
                <a:spcPts val="5468"/>
              </a:lnSpc>
            </a:pPr>
            <a:endParaRPr b="0" lang="en-US" sz="2000" spc="-1" strike="noStrike">
              <a:solidFill>
                <a:srgbClr val="ffffff"/>
              </a:solidFill>
              <a:latin typeface="Arial"/>
            </a:endParaRPr>
          </a:p>
        </p:txBody>
      </p:sp>
      <p:sp>
        <p:nvSpPr>
          <p:cNvPr id="39" name="ZoneTexte 10"/>
          <p:cNvSpPr/>
          <p:nvPr/>
        </p:nvSpPr>
        <p:spPr>
          <a:xfrm>
            <a:off x="7404480" y="1634760"/>
            <a:ext cx="6132600" cy="4205880"/>
          </a:xfrm>
          <a:prstGeom prst="rect">
            <a:avLst/>
          </a:prstGeom>
          <a:noFill/>
          <a:ln w="0">
            <a:noFill/>
          </a:ln>
        </p:spPr>
        <p:style>
          <a:lnRef idx="0"/>
          <a:fillRef idx="0"/>
          <a:effectRef idx="0"/>
          <a:fontRef idx="minor"/>
        </p:style>
        <p:txBody>
          <a:bodyPr anchor="t">
            <a:spAutoFit/>
          </a:bodyPr>
          <a:p>
            <a:pPr defTabSz="914400">
              <a:lnSpc>
                <a:spcPct val="150000"/>
              </a:lnSpc>
            </a:pPr>
            <a:r>
              <a:rPr b="1" lang="en-US" sz="2000" spc="-1" strike="noStrike">
                <a:solidFill>
                  <a:srgbClr val="000000"/>
                </a:solidFill>
                <a:latin typeface="roboto"/>
                <a:ea typeface="roboto"/>
              </a:rPr>
              <a:t>7. Salesforce Tips and Tricks</a:t>
            </a:r>
            <a:endParaRPr b="0" lang="en-US" sz="2000" spc="-1" strike="noStrike">
              <a:solidFill>
                <a:srgbClr val="000000"/>
              </a:solidFill>
              <a:latin typeface="Arial"/>
            </a:endParaRPr>
          </a:p>
          <a:p>
            <a:pPr defTabSz="914400">
              <a:lnSpc>
                <a:spcPct val="150000"/>
              </a:lnSpc>
            </a:pPr>
            <a:r>
              <a:rPr b="1" lang="en-US" sz="2000" spc="-1" strike="noStrike">
                <a:solidFill>
                  <a:srgbClr val="000000"/>
                </a:solidFill>
                <a:latin typeface="roboto"/>
                <a:ea typeface="roboto"/>
              </a:rPr>
              <a:t>8.  Navigation</a:t>
            </a:r>
            <a:endParaRPr b="0" lang="en-US" sz="2000" spc="-1" strike="noStrike">
              <a:solidFill>
                <a:srgbClr val="000000"/>
              </a:solidFill>
              <a:latin typeface="Arial"/>
            </a:endParaRPr>
          </a:p>
          <a:p>
            <a:pPr defTabSz="914400">
              <a:lnSpc>
                <a:spcPct val="150000"/>
              </a:lnSpc>
            </a:pPr>
            <a:r>
              <a:rPr b="1" lang="en-US" sz="2000" spc="-1" strike="noStrike">
                <a:solidFill>
                  <a:srgbClr val="000000"/>
                </a:solidFill>
                <a:latin typeface="roboto"/>
                <a:ea typeface="roboto"/>
              </a:rPr>
              <a:t>9.  Account and Contact Creation</a:t>
            </a:r>
            <a:endParaRPr b="0" lang="en-US" sz="2000" spc="-1" strike="noStrike">
              <a:solidFill>
                <a:srgbClr val="000000"/>
              </a:solidFill>
              <a:latin typeface="Arial"/>
            </a:endParaRPr>
          </a:p>
          <a:p>
            <a:pPr defTabSz="914400">
              <a:lnSpc>
                <a:spcPct val="150000"/>
              </a:lnSpc>
            </a:pPr>
            <a:r>
              <a:rPr b="1" lang="en-US" sz="2000" spc="-1" strike="noStrike">
                <a:solidFill>
                  <a:srgbClr val="000000"/>
                </a:solidFill>
                <a:latin typeface="roboto"/>
                <a:ea typeface="roboto"/>
              </a:rPr>
              <a:t>10. Lead, Opportunity, and Task Creation</a:t>
            </a:r>
            <a:endParaRPr b="0" lang="en-US" sz="2000" spc="-1" strike="noStrike">
              <a:solidFill>
                <a:srgbClr val="000000"/>
              </a:solidFill>
              <a:latin typeface="Arial"/>
            </a:endParaRPr>
          </a:p>
          <a:p>
            <a:pPr defTabSz="914400">
              <a:lnSpc>
                <a:spcPct val="150000"/>
              </a:lnSpc>
            </a:pPr>
            <a:r>
              <a:rPr b="1" lang="en-US" sz="2000" spc="-1" strike="noStrike">
                <a:solidFill>
                  <a:srgbClr val="000000"/>
                </a:solidFill>
                <a:latin typeface="roboto"/>
                <a:ea typeface="roboto"/>
              </a:rPr>
              <a:t>11. Driving Success with Salesforce</a:t>
            </a:r>
            <a:endParaRPr b="0" lang="en-US" sz="2000" spc="-1" strike="noStrike">
              <a:solidFill>
                <a:srgbClr val="000000"/>
              </a:solidFill>
              <a:latin typeface="Arial"/>
            </a:endParaRPr>
          </a:p>
          <a:p>
            <a:pPr defTabSz="914400">
              <a:lnSpc>
                <a:spcPct val="150000"/>
              </a:lnSpc>
            </a:pPr>
            <a:r>
              <a:rPr b="1" lang="en-US" sz="2000" spc="-1" strike="noStrike">
                <a:solidFill>
                  <a:srgbClr val="000000"/>
                </a:solidFill>
                <a:latin typeface="roboto"/>
                <a:ea typeface="roboto"/>
              </a:rPr>
              <a:t>12. Best Practices and Tips</a:t>
            </a:r>
            <a:endParaRPr b="0" lang="en-US" sz="2000" spc="-1" strike="noStrike">
              <a:solidFill>
                <a:srgbClr val="000000"/>
              </a:solidFill>
              <a:latin typeface="Arial"/>
            </a:endParaRPr>
          </a:p>
          <a:p>
            <a:pPr defTabSz="914400">
              <a:lnSpc>
                <a:spcPct val="150000"/>
              </a:lnSpc>
            </a:pPr>
            <a:r>
              <a:rPr b="1" lang="en-US" sz="2000" spc="-1" strike="noStrike">
                <a:solidFill>
                  <a:srgbClr val="000000"/>
                </a:solidFill>
                <a:latin typeface="roboto"/>
                <a:ea typeface="roboto"/>
              </a:rPr>
              <a:t>13. Sending Emails in Salesforce</a:t>
            </a:r>
            <a:endParaRPr b="0" lang="en-US" sz="2000" spc="-1" strike="noStrike">
              <a:solidFill>
                <a:srgbClr val="000000"/>
              </a:solidFill>
              <a:latin typeface="Arial"/>
            </a:endParaRPr>
          </a:p>
          <a:p>
            <a:pPr defTabSz="914400">
              <a:lnSpc>
                <a:spcPct val="150000"/>
              </a:lnSpc>
            </a:pPr>
            <a:r>
              <a:rPr b="1" lang="en-US" sz="2000" spc="-1" strike="noStrike">
                <a:solidFill>
                  <a:srgbClr val="000000"/>
                </a:solidFill>
                <a:latin typeface="roboto"/>
                <a:ea typeface="roboto"/>
              </a:rPr>
              <a:t>14. Adding Products to Salesforce</a:t>
            </a:r>
            <a:endParaRPr b="0" lang="en-US" sz="2000" spc="-1" strike="noStrike">
              <a:solidFill>
                <a:srgbClr val="000000"/>
              </a:solidFill>
              <a:latin typeface="Arial"/>
            </a:endParaRPr>
          </a:p>
          <a:p>
            <a:pPr defTabSz="914400">
              <a:lnSpc>
                <a:spcPct val="150000"/>
              </a:lnSpc>
            </a:pPr>
            <a:r>
              <a:rPr b="1" lang="en-US" sz="2000" spc="-1" strike="noStrike">
                <a:solidFill>
                  <a:srgbClr val="000000"/>
                </a:solidFill>
                <a:latin typeface="roboto"/>
                <a:ea typeface="roboto"/>
              </a:rPr>
              <a:t>15. Creating a Quote in Salesforce</a:t>
            </a:r>
            <a:endParaRPr b="0" lang="en-US" sz="2000" spc="-1" strike="noStrike">
              <a:solidFill>
                <a:srgbClr val="000000"/>
              </a:solidFill>
              <a:latin typeface="Arial"/>
            </a:endParaRPr>
          </a:p>
        </p:txBody>
      </p:sp>
    </p:spTree>
  </p:cSld>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TextBox 4"/>
          <p:cNvSpPr/>
          <p:nvPr/>
        </p:nvSpPr>
        <p:spPr>
          <a:xfrm>
            <a:off x="5939280" y="1862640"/>
            <a:ext cx="8557920" cy="234684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1" lang="en-US" sz="5200" spc="-1" strike="noStrike">
                <a:solidFill>
                  <a:schemeClr val="dk1"/>
                </a:solidFill>
                <a:latin typeface="p22-mackinac-pro"/>
              </a:rPr>
              <a:t>Salesforce </a:t>
            </a:r>
            <a:r>
              <a:rPr b="1" lang="en-US" sz="4400" spc="-1" strike="noStrike">
                <a:solidFill>
                  <a:schemeClr val="dk1"/>
                </a:solidFill>
                <a:latin typeface="p22-mackinac-pro"/>
              </a:rPr>
              <a:t>User Training: Maximising Your CRM</a:t>
            </a:r>
            <a:r>
              <a:rPr b="1" lang="en-US" sz="5200" spc="-1" strike="noStrike">
                <a:solidFill>
                  <a:schemeClr val="dk1"/>
                </a:solidFill>
                <a:latin typeface="p22-mackinac-pro"/>
              </a:rPr>
              <a:t> Experience</a:t>
            </a:r>
            <a:endParaRPr b="0" lang="en-US" sz="5200" spc="-1" strike="noStrike">
              <a:solidFill>
                <a:srgbClr val="000000"/>
              </a:solidFill>
              <a:latin typeface="Arial"/>
            </a:endParaRPr>
          </a:p>
        </p:txBody>
      </p:sp>
      <p:sp>
        <p:nvSpPr>
          <p:cNvPr id="41" name="TextBox 5"/>
          <p:cNvSpPr/>
          <p:nvPr/>
        </p:nvSpPr>
        <p:spPr>
          <a:xfrm>
            <a:off x="5998320" y="4856760"/>
            <a:ext cx="8101080" cy="259164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2800" spc="-1" strike="noStrike">
                <a:solidFill>
                  <a:srgbClr val="272525"/>
                </a:solidFill>
                <a:latin typeface="roboto"/>
              </a:rPr>
              <a:t>Looking to get the most out of your Salesforce experience? Join us to learn the basics of CRM, how to navigate Salesforce, and best practices for getting the most out of your platform.​</a:t>
            </a:r>
            <a:endParaRPr b="0" lang="en-US" sz="2800" spc="-1" strike="noStrike">
              <a:solidFill>
                <a:srgbClr val="000000"/>
              </a:solidFill>
              <a:latin typeface="Arial"/>
            </a:endParaRPr>
          </a:p>
          <a:p>
            <a:pPr defTabSz="914400">
              <a:lnSpc>
                <a:spcPct val="100000"/>
              </a:lnSpc>
            </a:pPr>
            <a:r>
              <a:rPr b="0" lang="en-US" sz="2400" spc="-1" strike="noStrike">
                <a:solidFill>
                  <a:srgbClr val="272525"/>
                </a:solidFill>
                <a:latin typeface="roboto"/>
              </a:rPr>
              <a:t>​</a:t>
            </a:r>
            <a:endParaRPr b="0" lang="en-US" sz="2400" spc="-1" strike="noStrike">
              <a:solidFill>
                <a:srgbClr val="000000"/>
              </a:solidFill>
              <a:latin typeface="Arial"/>
            </a:endParaRPr>
          </a:p>
        </p:txBody>
      </p:sp>
      <p:pic>
        <p:nvPicPr>
          <p:cNvPr id="42" name="Image 1" descr="preencoded.png"/>
          <p:cNvPicPr/>
          <p:nvPr/>
        </p:nvPicPr>
        <p:blipFill>
          <a:blip r:embed="rId1"/>
          <a:stretch/>
        </p:blipFill>
        <p:spPr>
          <a:xfrm>
            <a:off x="0" y="0"/>
            <a:ext cx="5486040" cy="8229240"/>
          </a:xfrm>
          <a:prstGeom prst="rect">
            <a:avLst/>
          </a:prstGeom>
          <a:ln w="0">
            <a:noFill/>
          </a:ln>
        </p:spPr>
      </p:pic>
      <p:sp>
        <p:nvSpPr>
          <p:cNvPr id="2" name="PlaceHolder 1"/>
          <p:cNvSpPr>
            <a:spLocks noGrp="1"/>
          </p:cNvSpPr>
          <p:nvPr>
            <p:ph type="sldNum" idx="3"/>
          </p:nvPr>
        </p:nvSpPr>
        <p:spPr/>
        <p:txBody>
          <a:bodyPr/>
          <a:p>
            <a:fld id="{2641EF2C-298E-4ADB-929C-153F5CA3CD73}" type="slidenum">
              <a:t>3</a:t>
            </a:fld>
          </a:p>
        </p:txBody>
      </p:sp>
    </p:spTree>
  </p:cSld>
  <mc:AlternateContent>
    <mc:Choice Requires="p14">
      <p:transition spd="slow" p14:dur="2750">
        <p:fade/>
      </p:transition>
    </mc:Choice>
    <mc:Fallback>
      <p:transition spd="slow">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Text 1"/>
          <p:cNvSpPr/>
          <p:nvPr/>
        </p:nvSpPr>
        <p:spPr>
          <a:xfrm>
            <a:off x="2037960" y="971280"/>
            <a:ext cx="6476760" cy="694080"/>
          </a:xfrm>
          <a:prstGeom prst="rect">
            <a:avLst/>
          </a:prstGeom>
          <a:noFill/>
          <a:ln w="0">
            <a:noFill/>
          </a:ln>
        </p:spPr>
        <p:style>
          <a:lnRef idx="0"/>
          <a:fillRef idx="0"/>
          <a:effectRef idx="0"/>
          <a:fontRef idx="minor"/>
        </p:style>
        <p:txBody>
          <a:bodyPr wrap="none" anchor="t">
            <a:noAutofit/>
          </a:bodyPr>
          <a:p>
            <a:pPr defTabSz="914400">
              <a:lnSpc>
                <a:spcPts val="5468"/>
              </a:lnSpc>
              <a:tabLst>
                <a:tab algn="l" pos="0"/>
              </a:tabLst>
            </a:pPr>
            <a:r>
              <a:rPr b="1" lang="en-US" sz="4350" spc="-1" strike="noStrike">
                <a:solidFill>
                  <a:srgbClr val="000000"/>
                </a:solidFill>
                <a:latin typeface="p22-mackinac-pro"/>
                <a:ea typeface="p22-mackinac-pro"/>
              </a:rPr>
              <a:t>Introducing Salesforce</a:t>
            </a:r>
            <a:endParaRPr b="0" lang="en-US" sz="4350" spc="-1" strike="noStrike">
              <a:solidFill>
                <a:srgbClr val="000000"/>
              </a:solidFill>
              <a:latin typeface="Arial"/>
            </a:endParaRPr>
          </a:p>
        </p:txBody>
      </p:sp>
      <p:pic>
        <p:nvPicPr>
          <p:cNvPr id="44" name="Image 0" descr="preencoded.png"/>
          <p:cNvPicPr/>
          <p:nvPr/>
        </p:nvPicPr>
        <p:blipFill>
          <a:blip r:embed="rId1"/>
          <a:stretch/>
        </p:blipFill>
        <p:spPr>
          <a:xfrm>
            <a:off x="2037960" y="2179080"/>
            <a:ext cx="3295440" cy="2036520"/>
          </a:xfrm>
          <a:prstGeom prst="rect">
            <a:avLst/>
          </a:prstGeom>
          <a:ln w="0">
            <a:noFill/>
          </a:ln>
        </p:spPr>
      </p:pic>
      <p:pic>
        <p:nvPicPr>
          <p:cNvPr id="45" name="Image 1" descr="preencoded.png"/>
          <p:cNvPicPr/>
          <p:nvPr/>
        </p:nvPicPr>
        <p:blipFill>
          <a:blip r:embed="rId2"/>
          <a:stretch/>
        </p:blipFill>
        <p:spPr>
          <a:xfrm>
            <a:off x="5667120" y="2179080"/>
            <a:ext cx="3295800" cy="2036520"/>
          </a:xfrm>
          <a:prstGeom prst="rect">
            <a:avLst/>
          </a:prstGeom>
          <a:ln w="0">
            <a:noFill/>
          </a:ln>
        </p:spPr>
      </p:pic>
      <p:pic>
        <p:nvPicPr>
          <p:cNvPr id="46" name="Image 2" descr="preencoded.png"/>
          <p:cNvPicPr/>
          <p:nvPr/>
        </p:nvPicPr>
        <p:blipFill>
          <a:blip r:embed="rId3"/>
          <a:stretch/>
        </p:blipFill>
        <p:spPr>
          <a:xfrm>
            <a:off x="9296280" y="2179080"/>
            <a:ext cx="3295800" cy="2036520"/>
          </a:xfrm>
          <a:prstGeom prst="rect">
            <a:avLst/>
          </a:prstGeom>
          <a:ln w="0">
            <a:noFill/>
          </a:ln>
        </p:spPr>
      </p:pic>
      <p:sp>
        <p:nvSpPr>
          <p:cNvPr id="47" name="Text 3"/>
          <p:cNvSpPr/>
          <p:nvPr/>
        </p:nvSpPr>
        <p:spPr>
          <a:xfrm>
            <a:off x="2037960" y="4608000"/>
            <a:ext cx="3295440" cy="694080"/>
          </a:xfrm>
          <a:prstGeom prst="rect">
            <a:avLst/>
          </a:prstGeom>
          <a:noFill/>
          <a:ln w="0">
            <a:noFill/>
          </a:ln>
        </p:spPr>
        <p:style>
          <a:lnRef idx="0"/>
          <a:fillRef idx="0"/>
          <a:effectRef idx="0"/>
          <a:fontRef idx="minor"/>
        </p:style>
        <p:txBody>
          <a:bodyPr anchor="t">
            <a:noAutofit/>
          </a:bodyPr>
          <a:p>
            <a:pPr defTabSz="914400">
              <a:lnSpc>
                <a:spcPts val="2733"/>
              </a:lnSpc>
              <a:tabLst>
                <a:tab algn="l" pos="0"/>
              </a:tabLst>
            </a:pPr>
            <a:r>
              <a:rPr b="0" lang="en-US" sz="2150" spc="-1" strike="noStrike">
                <a:solidFill>
                  <a:srgbClr val="000000"/>
                </a:solidFill>
                <a:latin typeface="Roboto Slab"/>
                <a:ea typeface="Roboto Slab"/>
              </a:rPr>
              <a:t>The global leader in CRM</a:t>
            </a:r>
            <a:endParaRPr b="0" lang="en-US" sz="2150" spc="-1" strike="noStrike">
              <a:solidFill>
                <a:srgbClr val="000000"/>
              </a:solidFill>
              <a:latin typeface="Arial"/>
            </a:endParaRPr>
          </a:p>
        </p:txBody>
      </p:sp>
      <p:sp>
        <p:nvSpPr>
          <p:cNvPr id="48" name="Text 4"/>
          <p:cNvSpPr/>
          <p:nvPr/>
        </p:nvSpPr>
        <p:spPr>
          <a:xfrm>
            <a:off x="2037960" y="5524560"/>
            <a:ext cx="3295440" cy="2487600"/>
          </a:xfrm>
          <a:prstGeom prst="rect">
            <a:avLst/>
          </a:prstGeom>
          <a:noFill/>
          <a:ln w="0">
            <a:noFill/>
          </a:ln>
        </p:spPr>
        <p:style>
          <a:lnRef idx="0"/>
          <a:fillRef idx="0"/>
          <a:effectRef idx="0"/>
          <a:fontRef idx="minor"/>
        </p:style>
        <p:txBody>
          <a:bodyPr anchor="t">
            <a:noAutofit/>
          </a:bodyPr>
          <a:p>
            <a:pPr defTabSz="914400">
              <a:lnSpc>
                <a:spcPts val="2798"/>
              </a:lnSpc>
              <a:tabLst>
                <a:tab algn="l" pos="0"/>
              </a:tabLst>
            </a:pPr>
            <a:r>
              <a:rPr b="0" lang="en-US" sz="1750" spc="-1" strike="noStrike">
                <a:solidFill>
                  <a:srgbClr val="000000"/>
                </a:solidFill>
                <a:latin typeface="Roboto"/>
                <a:ea typeface="Roboto"/>
              </a:rPr>
              <a:t>Salesforce is the most widely used customer relationship management platform in the world. It is used to improve collaboration between teams and to better understand customer expectations.</a:t>
            </a:r>
            <a:endParaRPr b="0" lang="en-US" sz="1750" spc="-1" strike="noStrike">
              <a:solidFill>
                <a:srgbClr val="000000"/>
              </a:solidFill>
              <a:latin typeface="Arial"/>
            </a:endParaRPr>
          </a:p>
        </p:txBody>
      </p:sp>
      <p:sp>
        <p:nvSpPr>
          <p:cNvPr id="49" name="Text 5"/>
          <p:cNvSpPr/>
          <p:nvPr/>
        </p:nvSpPr>
        <p:spPr>
          <a:xfrm>
            <a:off x="5667120" y="4608000"/>
            <a:ext cx="3295800" cy="694080"/>
          </a:xfrm>
          <a:prstGeom prst="rect">
            <a:avLst/>
          </a:prstGeom>
          <a:noFill/>
          <a:ln w="0">
            <a:noFill/>
          </a:ln>
        </p:spPr>
        <p:style>
          <a:lnRef idx="0"/>
          <a:fillRef idx="0"/>
          <a:effectRef idx="0"/>
          <a:fontRef idx="minor"/>
        </p:style>
        <p:txBody>
          <a:bodyPr anchor="t">
            <a:noAutofit/>
          </a:bodyPr>
          <a:p>
            <a:pPr defTabSz="914400">
              <a:lnSpc>
                <a:spcPts val="2733"/>
              </a:lnSpc>
              <a:tabLst>
                <a:tab algn="l" pos="0"/>
              </a:tabLst>
            </a:pPr>
            <a:r>
              <a:rPr b="0" lang="en-US" sz="2150" spc="-1" strike="noStrike">
                <a:solidFill>
                  <a:srgbClr val="000000"/>
                </a:solidFill>
                <a:latin typeface="Roboto Slab"/>
                <a:ea typeface="Roboto Slab"/>
              </a:rPr>
              <a:t>Customisable dashboard</a:t>
            </a:r>
            <a:endParaRPr b="0" lang="en-US" sz="2150" spc="-1" strike="noStrike">
              <a:solidFill>
                <a:srgbClr val="000000"/>
              </a:solidFill>
              <a:latin typeface="Arial"/>
            </a:endParaRPr>
          </a:p>
        </p:txBody>
      </p:sp>
      <p:sp>
        <p:nvSpPr>
          <p:cNvPr id="50" name="Text 6"/>
          <p:cNvSpPr/>
          <p:nvPr/>
        </p:nvSpPr>
        <p:spPr>
          <a:xfrm>
            <a:off x="5667120" y="5524560"/>
            <a:ext cx="3295800" cy="2131920"/>
          </a:xfrm>
          <a:prstGeom prst="rect">
            <a:avLst/>
          </a:prstGeom>
          <a:noFill/>
          <a:ln w="0">
            <a:noFill/>
          </a:ln>
        </p:spPr>
        <p:style>
          <a:lnRef idx="0"/>
          <a:fillRef idx="0"/>
          <a:effectRef idx="0"/>
          <a:fontRef idx="minor"/>
        </p:style>
        <p:txBody>
          <a:bodyPr anchor="t">
            <a:noAutofit/>
          </a:bodyPr>
          <a:p>
            <a:pPr defTabSz="914400">
              <a:lnSpc>
                <a:spcPts val="2798"/>
              </a:lnSpc>
              <a:tabLst>
                <a:tab algn="l" pos="0"/>
              </a:tabLst>
            </a:pPr>
            <a:r>
              <a:rPr b="0" lang="en-US" sz="1750" spc="-1" strike="noStrike">
                <a:solidFill>
                  <a:srgbClr val="000000"/>
                </a:solidFill>
                <a:latin typeface="Roboto"/>
                <a:ea typeface="Roboto"/>
              </a:rPr>
              <a:t>Easily track your company's performance, manage your sales activity in real time, and take advantage of predictive analysis to improve your customer relations.</a:t>
            </a:r>
            <a:endParaRPr b="0" lang="en-US" sz="1750" spc="-1" strike="noStrike">
              <a:solidFill>
                <a:srgbClr val="000000"/>
              </a:solidFill>
              <a:latin typeface="Arial"/>
            </a:endParaRPr>
          </a:p>
        </p:txBody>
      </p:sp>
      <p:sp>
        <p:nvSpPr>
          <p:cNvPr id="51" name="Text 7"/>
          <p:cNvSpPr/>
          <p:nvPr/>
        </p:nvSpPr>
        <p:spPr>
          <a:xfrm>
            <a:off x="9296280" y="4608000"/>
            <a:ext cx="2499120" cy="346680"/>
          </a:xfrm>
          <a:prstGeom prst="rect">
            <a:avLst/>
          </a:prstGeom>
          <a:noFill/>
          <a:ln w="0">
            <a:noFill/>
          </a:ln>
        </p:spPr>
        <p:style>
          <a:lnRef idx="0"/>
          <a:fillRef idx="0"/>
          <a:effectRef idx="0"/>
          <a:fontRef idx="minor"/>
        </p:style>
        <p:txBody>
          <a:bodyPr wrap="none" anchor="t">
            <a:noAutofit/>
          </a:bodyPr>
          <a:p>
            <a:pPr defTabSz="914400">
              <a:lnSpc>
                <a:spcPts val="2733"/>
              </a:lnSpc>
              <a:tabLst>
                <a:tab algn="l" pos="0"/>
              </a:tabLst>
            </a:pPr>
            <a:r>
              <a:rPr b="0" lang="en-US" sz="2150" spc="-1" strike="noStrike">
                <a:solidFill>
                  <a:srgbClr val="000000"/>
                </a:solidFill>
                <a:latin typeface="Roboto Slab"/>
                <a:ea typeface="Roboto Slab"/>
              </a:rPr>
              <a:t>Application mobile</a:t>
            </a:r>
            <a:endParaRPr b="0" lang="en-US" sz="2150" spc="-1" strike="noStrike">
              <a:solidFill>
                <a:srgbClr val="000000"/>
              </a:solidFill>
              <a:latin typeface="Arial"/>
            </a:endParaRPr>
          </a:p>
        </p:txBody>
      </p:sp>
      <p:sp>
        <p:nvSpPr>
          <p:cNvPr id="52" name="Text 8"/>
          <p:cNvSpPr/>
          <p:nvPr/>
        </p:nvSpPr>
        <p:spPr>
          <a:xfrm>
            <a:off x="9296280" y="5177160"/>
            <a:ext cx="3295800" cy="2131920"/>
          </a:xfrm>
          <a:prstGeom prst="rect">
            <a:avLst/>
          </a:prstGeom>
          <a:noFill/>
          <a:ln w="0">
            <a:noFill/>
          </a:ln>
        </p:spPr>
        <p:style>
          <a:lnRef idx="0"/>
          <a:fillRef idx="0"/>
          <a:effectRef idx="0"/>
          <a:fontRef idx="minor"/>
        </p:style>
        <p:txBody>
          <a:bodyPr anchor="t">
            <a:noAutofit/>
          </a:bodyPr>
          <a:p>
            <a:pPr defTabSz="914400">
              <a:lnSpc>
                <a:spcPts val="2798"/>
              </a:lnSpc>
              <a:tabLst>
                <a:tab algn="l" pos="0"/>
              </a:tabLst>
            </a:pPr>
            <a:r>
              <a:rPr b="0" lang="en-US" sz="1750" spc="-1" strike="noStrike">
                <a:solidFill>
                  <a:srgbClr val="000000"/>
                </a:solidFill>
                <a:latin typeface="Roboto"/>
                <a:ea typeface="Roboto"/>
              </a:rPr>
              <a:t>With Salesforce Mobile, access your data on your mobile, even when you're on the move. Keep your customers in your pocket wherever you are.</a:t>
            </a:r>
            <a:endParaRPr b="0" lang="en-US" sz="1750" spc="-1" strike="noStrike">
              <a:solidFill>
                <a:srgbClr val="000000"/>
              </a:solidFill>
              <a:latin typeface="Arial"/>
            </a:endParaRPr>
          </a:p>
        </p:txBody>
      </p:sp>
    </p:spTree>
  </p:cSld>
  <mc:AlternateContent>
    <mc:Choice Requires="p14">
      <p:transition spd="slow" p14:dur="2750">
        <p:fade/>
      </p:transition>
    </mc:Choice>
    <mc:Fallback>
      <p:transition spd="slow">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Text 1"/>
          <p:cNvSpPr/>
          <p:nvPr/>
        </p:nvSpPr>
        <p:spPr>
          <a:xfrm>
            <a:off x="2037960" y="863640"/>
            <a:ext cx="4443480" cy="694080"/>
          </a:xfrm>
          <a:prstGeom prst="rect">
            <a:avLst/>
          </a:prstGeom>
          <a:noFill/>
          <a:ln w="0">
            <a:noFill/>
          </a:ln>
        </p:spPr>
        <p:style>
          <a:lnRef idx="0"/>
          <a:fillRef idx="0"/>
          <a:effectRef idx="0"/>
          <a:fontRef idx="minor"/>
        </p:style>
        <p:txBody>
          <a:bodyPr wrap="none" lIns="90000" rIns="90000" tIns="45000" bIns="45000" anchor="t">
            <a:noAutofit/>
          </a:bodyPr>
          <a:p>
            <a:pPr defTabSz="914400">
              <a:lnSpc>
                <a:spcPts val="5468"/>
              </a:lnSpc>
              <a:tabLst>
                <a:tab algn="l" pos="0"/>
              </a:tabLst>
            </a:pPr>
            <a:r>
              <a:rPr b="1" lang="en-US" sz="4370" spc="-1" strike="noStrike">
                <a:solidFill>
                  <a:srgbClr val="000000"/>
                </a:solidFill>
                <a:latin typeface="p22-mackinac-pro"/>
                <a:ea typeface="p22-mackinac-pro"/>
              </a:rPr>
              <a:t>1. What is a CRM?</a:t>
            </a:r>
            <a:endParaRPr b="0" lang="en-US" sz="4370" spc="-1" strike="noStrike">
              <a:solidFill>
                <a:srgbClr val="000000"/>
              </a:solidFill>
              <a:latin typeface="Arial"/>
            </a:endParaRPr>
          </a:p>
        </p:txBody>
      </p:sp>
      <p:pic>
        <p:nvPicPr>
          <p:cNvPr id="54" name="Image 1" descr="preencoded.png"/>
          <p:cNvPicPr/>
          <p:nvPr/>
        </p:nvPicPr>
        <p:blipFill>
          <a:blip r:embed="rId1"/>
          <a:stretch/>
        </p:blipFill>
        <p:spPr>
          <a:xfrm>
            <a:off x="2037960" y="2002320"/>
            <a:ext cx="3295440" cy="2036520"/>
          </a:xfrm>
          <a:prstGeom prst="rect">
            <a:avLst/>
          </a:prstGeom>
          <a:ln w="0">
            <a:noFill/>
          </a:ln>
        </p:spPr>
      </p:pic>
      <p:sp>
        <p:nvSpPr>
          <p:cNvPr id="55" name="Text 2"/>
          <p:cNvSpPr/>
          <p:nvPr/>
        </p:nvSpPr>
        <p:spPr>
          <a:xfrm>
            <a:off x="2037960" y="4317120"/>
            <a:ext cx="3295440" cy="694080"/>
          </a:xfrm>
          <a:prstGeom prst="rect">
            <a:avLst/>
          </a:prstGeom>
          <a:noFill/>
          <a:ln w="0">
            <a:noFill/>
          </a:ln>
        </p:spPr>
        <p:style>
          <a:lnRef idx="0"/>
          <a:fillRef idx="0"/>
          <a:effectRef idx="0"/>
          <a:fontRef idx="minor"/>
        </p:style>
        <p:txBody>
          <a:bodyPr lIns="90000" rIns="90000" tIns="45000" bIns="45000" anchor="t">
            <a:noAutofit/>
          </a:bodyPr>
          <a:p>
            <a:pPr defTabSz="914400">
              <a:lnSpc>
                <a:spcPts val="2733"/>
              </a:lnSpc>
              <a:tabLst>
                <a:tab algn="l" pos="0"/>
              </a:tabLst>
            </a:pPr>
            <a:r>
              <a:rPr b="1" lang="en-US" sz="2190" spc="-1" strike="noStrike">
                <a:solidFill>
                  <a:srgbClr val="000000"/>
                </a:solidFill>
                <a:latin typeface="p22-mackinac-pro"/>
                <a:ea typeface="p22-mackinac-pro"/>
              </a:rPr>
              <a:t>Customer Relationship Management</a:t>
            </a:r>
            <a:endParaRPr b="0" lang="en-US" sz="2190" spc="-1" strike="noStrike">
              <a:solidFill>
                <a:srgbClr val="000000"/>
              </a:solidFill>
              <a:latin typeface="Arial"/>
            </a:endParaRPr>
          </a:p>
        </p:txBody>
      </p:sp>
      <p:sp>
        <p:nvSpPr>
          <p:cNvPr id="56" name="Text 3"/>
          <p:cNvSpPr/>
          <p:nvPr/>
        </p:nvSpPr>
        <p:spPr>
          <a:xfrm>
            <a:off x="2037960" y="5233680"/>
            <a:ext cx="3295440" cy="2131920"/>
          </a:xfrm>
          <a:prstGeom prst="rect">
            <a:avLst/>
          </a:prstGeom>
          <a:noFill/>
          <a:ln w="0">
            <a:noFill/>
          </a:ln>
        </p:spPr>
        <p:style>
          <a:lnRef idx="0"/>
          <a:fillRef idx="0"/>
          <a:effectRef idx="0"/>
          <a:fontRef idx="minor"/>
        </p:style>
        <p:txBody>
          <a:bodyPr anchor="t">
            <a:noAutofit/>
          </a:bodyPr>
          <a:p>
            <a:pPr defTabSz="914400">
              <a:lnSpc>
                <a:spcPts val="2798"/>
              </a:lnSpc>
            </a:pPr>
            <a:r>
              <a:rPr b="0" lang="en-US" sz="1750" spc="-1" strike="noStrike">
                <a:solidFill>
                  <a:srgbClr val="272525"/>
                </a:solidFill>
                <a:latin typeface="Eudoxus Sans"/>
                <a:ea typeface="Eudoxus Sans"/>
              </a:rPr>
              <a:t>A CRM is a software</a:t>
            </a:r>
            <a:r>
              <a:rPr b="0" lang="en-US" sz="1750" spc="-1" strike="noStrike">
                <a:solidFill>
                  <a:srgbClr val="272525"/>
                </a:solidFill>
                <a:latin typeface="Eudoxus Sans"/>
                <a:ea typeface="Eudoxus Sans"/>
              </a:rPr>
              <a:t> that helps businesses manage interactions with customers and streamline processes to improve sales and customer satisfaction.</a:t>
            </a:r>
            <a:endParaRPr b="0" lang="en-US" sz="1750" spc="-1" strike="noStrike">
              <a:solidFill>
                <a:srgbClr val="000000"/>
              </a:solidFill>
              <a:latin typeface="Arial"/>
            </a:endParaRPr>
          </a:p>
        </p:txBody>
      </p:sp>
      <p:pic>
        <p:nvPicPr>
          <p:cNvPr id="57" name="Image 2" descr="preencoded.png"/>
          <p:cNvPicPr/>
          <p:nvPr/>
        </p:nvPicPr>
        <p:blipFill>
          <a:blip r:embed="rId2"/>
          <a:stretch/>
        </p:blipFill>
        <p:spPr>
          <a:xfrm>
            <a:off x="5667120" y="2002320"/>
            <a:ext cx="3295800" cy="2036520"/>
          </a:xfrm>
          <a:prstGeom prst="rect">
            <a:avLst/>
          </a:prstGeom>
          <a:ln w="0">
            <a:noFill/>
          </a:ln>
        </p:spPr>
      </p:pic>
      <p:sp>
        <p:nvSpPr>
          <p:cNvPr id="58" name="Text 4"/>
          <p:cNvSpPr/>
          <p:nvPr/>
        </p:nvSpPr>
        <p:spPr>
          <a:xfrm>
            <a:off x="5667120" y="4317120"/>
            <a:ext cx="3295800" cy="694080"/>
          </a:xfrm>
          <a:prstGeom prst="rect">
            <a:avLst/>
          </a:prstGeom>
          <a:noFill/>
          <a:ln w="0">
            <a:noFill/>
          </a:ln>
        </p:spPr>
        <p:style>
          <a:lnRef idx="0"/>
          <a:fillRef idx="0"/>
          <a:effectRef idx="0"/>
          <a:fontRef idx="minor"/>
        </p:style>
        <p:txBody>
          <a:bodyPr lIns="90000" rIns="90000" tIns="45000" bIns="45000" anchor="t">
            <a:noAutofit/>
          </a:bodyPr>
          <a:p>
            <a:pPr defTabSz="914400">
              <a:lnSpc>
                <a:spcPts val="2733"/>
              </a:lnSpc>
              <a:tabLst>
                <a:tab algn="l" pos="0"/>
              </a:tabLst>
            </a:pPr>
            <a:r>
              <a:rPr b="1" lang="en-US" sz="2190" spc="-1" strike="noStrike">
                <a:solidFill>
                  <a:srgbClr val="000000"/>
                </a:solidFill>
                <a:latin typeface="p22-mackinac-pro"/>
                <a:ea typeface="p22-mackinac-pro"/>
              </a:rPr>
              <a:t>Managing Customer Information</a:t>
            </a:r>
            <a:endParaRPr b="0" lang="en-US" sz="2190" spc="-1" strike="noStrike">
              <a:solidFill>
                <a:srgbClr val="000000"/>
              </a:solidFill>
              <a:latin typeface="Arial"/>
            </a:endParaRPr>
          </a:p>
        </p:txBody>
      </p:sp>
      <p:sp>
        <p:nvSpPr>
          <p:cNvPr id="59" name="Text 5"/>
          <p:cNvSpPr/>
          <p:nvPr/>
        </p:nvSpPr>
        <p:spPr>
          <a:xfrm>
            <a:off x="5667120" y="5233680"/>
            <a:ext cx="3295800" cy="177660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CRM tools help businesses keep track of customer data, such as contact information, communication history, and specific preferences or needs.</a:t>
            </a:r>
            <a:endParaRPr b="0" lang="en-US" sz="1750" spc="-1" strike="noStrike">
              <a:solidFill>
                <a:srgbClr val="000000"/>
              </a:solidFill>
              <a:latin typeface="Arial"/>
            </a:endParaRPr>
          </a:p>
        </p:txBody>
      </p:sp>
      <p:pic>
        <p:nvPicPr>
          <p:cNvPr id="60" name="Image 3" descr="preencoded.png"/>
          <p:cNvPicPr/>
          <p:nvPr/>
        </p:nvPicPr>
        <p:blipFill>
          <a:blip r:embed="rId3"/>
          <a:stretch/>
        </p:blipFill>
        <p:spPr>
          <a:xfrm>
            <a:off x="9296280" y="2002320"/>
            <a:ext cx="3295800" cy="2036520"/>
          </a:xfrm>
          <a:prstGeom prst="rect">
            <a:avLst/>
          </a:prstGeom>
          <a:ln w="0">
            <a:noFill/>
          </a:ln>
        </p:spPr>
      </p:pic>
      <p:sp>
        <p:nvSpPr>
          <p:cNvPr id="61" name="Text 6"/>
          <p:cNvSpPr/>
          <p:nvPr/>
        </p:nvSpPr>
        <p:spPr>
          <a:xfrm>
            <a:off x="9296280" y="4317120"/>
            <a:ext cx="3295800" cy="694080"/>
          </a:xfrm>
          <a:prstGeom prst="rect">
            <a:avLst/>
          </a:prstGeom>
          <a:noFill/>
          <a:ln w="0">
            <a:noFill/>
          </a:ln>
        </p:spPr>
        <p:style>
          <a:lnRef idx="0"/>
          <a:fillRef idx="0"/>
          <a:effectRef idx="0"/>
          <a:fontRef idx="minor"/>
        </p:style>
        <p:txBody>
          <a:bodyPr lIns="90000" rIns="90000" tIns="45000" bIns="45000" anchor="t">
            <a:noAutofit/>
          </a:bodyPr>
          <a:p>
            <a:pPr defTabSz="914400">
              <a:lnSpc>
                <a:spcPts val="2733"/>
              </a:lnSpc>
              <a:tabLst>
                <a:tab algn="l" pos="0"/>
              </a:tabLst>
            </a:pPr>
            <a:r>
              <a:rPr b="1" lang="en-US" sz="2190" spc="-1" strike="noStrike">
                <a:solidFill>
                  <a:srgbClr val="000000"/>
                </a:solidFill>
                <a:latin typeface="p22-mackinac-pro"/>
                <a:ea typeface="p22-mackinac-pro"/>
              </a:rPr>
              <a:t>Tracking Sales and Progress</a:t>
            </a:r>
            <a:endParaRPr b="0" lang="en-US" sz="2190" spc="-1" strike="noStrike">
              <a:solidFill>
                <a:srgbClr val="000000"/>
              </a:solidFill>
              <a:latin typeface="Arial"/>
            </a:endParaRPr>
          </a:p>
        </p:txBody>
      </p:sp>
      <p:sp>
        <p:nvSpPr>
          <p:cNvPr id="62" name="Text 7"/>
          <p:cNvSpPr/>
          <p:nvPr/>
        </p:nvSpPr>
        <p:spPr>
          <a:xfrm>
            <a:off x="9296280" y="5233680"/>
            <a:ext cx="3295800" cy="177660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CRMs also track sales activity and progress toward revenue goals, providing insights and analytics to help businesses make data-driven decisions.</a:t>
            </a:r>
            <a:endParaRPr b="0" lang="en-US" sz="1750" spc="-1" strike="noStrike">
              <a:solidFill>
                <a:srgbClr val="000000"/>
              </a:solidFill>
              <a:latin typeface="Arial"/>
            </a:endParaRPr>
          </a:p>
        </p:txBody>
      </p:sp>
    </p:spTree>
  </p:cSld>
  <mc:AlternateContent>
    <mc:Choice Requires="p14">
      <p:transition spd="slow" p14:dur="2750">
        <p:fade/>
      </p:transition>
    </mc:Choice>
    <mc:Fallback>
      <p:transition spd="slow">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Text 1"/>
          <p:cNvSpPr/>
          <p:nvPr/>
        </p:nvSpPr>
        <p:spPr>
          <a:xfrm>
            <a:off x="838440" y="543960"/>
            <a:ext cx="6476760" cy="694080"/>
          </a:xfrm>
          <a:prstGeom prst="rect">
            <a:avLst/>
          </a:prstGeom>
          <a:noFill/>
          <a:ln w="0">
            <a:noFill/>
          </a:ln>
        </p:spPr>
        <p:style>
          <a:lnRef idx="0"/>
          <a:fillRef idx="0"/>
          <a:effectRef idx="0"/>
          <a:fontRef idx="minor"/>
        </p:style>
        <p:txBody>
          <a:bodyPr wrap="none" lIns="90000" rIns="90000" tIns="45000" bIns="45000" anchor="t">
            <a:noAutofit/>
          </a:bodyPr>
          <a:p>
            <a:pPr defTabSz="914400">
              <a:lnSpc>
                <a:spcPts val="5468"/>
              </a:lnSpc>
              <a:tabLst>
                <a:tab algn="l" pos="0"/>
              </a:tabLst>
            </a:pPr>
            <a:r>
              <a:rPr b="1" lang="en-US" sz="4370" spc="-1" strike="noStrike">
                <a:solidFill>
                  <a:srgbClr val="000000"/>
                </a:solidFill>
                <a:latin typeface="p22-mackinac-pro"/>
                <a:ea typeface="p22-mackinac-pro"/>
              </a:rPr>
              <a:t>2. The Power of Salesforce</a:t>
            </a:r>
            <a:endParaRPr b="0" lang="en-US" sz="4370" spc="-1" strike="noStrike">
              <a:solidFill>
                <a:srgbClr val="000000"/>
              </a:solidFill>
              <a:latin typeface="Arial"/>
            </a:endParaRPr>
          </a:p>
        </p:txBody>
      </p:sp>
      <p:sp>
        <p:nvSpPr>
          <p:cNvPr id="64" name="Text 3"/>
          <p:cNvSpPr/>
          <p:nvPr/>
        </p:nvSpPr>
        <p:spPr>
          <a:xfrm>
            <a:off x="1751400" y="1562400"/>
            <a:ext cx="3443760" cy="346680"/>
          </a:xfrm>
          <a:prstGeom prst="rect">
            <a:avLst/>
          </a:prstGeom>
          <a:noFill/>
          <a:ln w="0">
            <a:noFill/>
          </a:ln>
        </p:spPr>
        <p:style>
          <a:lnRef idx="0"/>
          <a:fillRef idx="0"/>
          <a:effectRef idx="0"/>
          <a:fontRef idx="minor"/>
        </p:style>
        <p:txBody>
          <a:bodyPr wrap="none" anchor="t">
            <a:noAutofit/>
          </a:bodyPr>
          <a:p>
            <a:pPr defTabSz="914400">
              <a:lnSpc>
                <a:spcPts val="2733"/>
              </a:lnSpc>
            </a:pPr>
            <a:r>
              <a:rPr b="1" lang="en-US" sz="2150" spc="-1" strike="noStrike">
                <a:solidFill>
                  <a:srgbClr val="272525"/>
                </a:solidFill>
                <a:latin typeface="p22-mackinac-pro"/>
                <a:ea typeface="p22-mackinac-pro"/>
              </a:rPr>
              <a:t>Superior</a:t>
            </a:r>
            <a:r>
              <a:rPr b="1" lang="en-US" sz="2150" spc="-1" strike="noStrike">
                <a:solidFill>
                  <a:srgbClr val="272525"/>
                </a:solidFill>
                <a:latin typeface="p22-mackinac-pro"/>
                <a:ea typeface="p22-mackinac-pro"/>
              </a:rPr>
              <a:t> Customizability</a:t>
            </a:r>
            <a:endParaRPr b="0" lang="en-US" sz="2150" spc="-1" strike="noStrike">
              <a:solidFill>
                <a:srgbClr val="000000"/>
              </a:solidFill>
              <a:latin typeface="Arial"/>
            </a:endParaRPr>
          </a:p>
        </p:txBody>
      </p:sp>
      <p:sp>
        <p:nvSpPr>
          <p:cNvPr id="65" name="Text 4"/>
          <p:cNvSpPr/>
          <p:nvPr/>
        </p:nvSpPr>
        <p:spPr>
          <a:xfrm>
            <a:off x="1751400" y="1977480"/>
            <a:ext cx="8363160" cy="83952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Salesforce offers unparalleled customization options, allowing businesses to tailor their CRM to their specific needs and make the most of their data.</a:t>
            </a:r>
            <a:endParaRPr b="0" lang="en-US" sz="1750" spc="-1" strike="noStrike">
              <a:solidFill>
                <a:srgbClr val="000000"/>
              </a:solidFill>
              <a:latin typeface="Arial"/>
            </a:endParaRPr>
          </a:p>
        </p:txBody>
      </p:sp>
      <p:sp>
        <p:nvSpPr>
          <p:cNvPr id="66" name="Text 6"/>
          <p:cNvSpPr/>
          <p:nvPr/>
        </p:nvSpPr>
        <p:spPr>
          <a:xfrm>
            <a:off x="3660120" y="2975400"/>
            <a:ext cx="2872440" cy="346680"/>
          </a:xfrm>
          <a:prstGeom prst="rect">
            <a:avLst/>
          </a:prstGeom>
          <a:noFill/>
          <a:ln w="0">
            <a:noFill/>
          </a:ln>
        </p:spPr>
        <p:style>
          <a:lnRef idx="0"/>
          <a:fillRef idx="0"/>
          <a:effectRef idx="0"/>
          <a:fontRef idx="minor"/>
        </p:style>
        <p:txBody>
          <a:bodyPr wrap="none" anchor="t">
            <a:noAutofit/>
          </a:bodyPr>
          <a:p>
            <a:pPr defTabSz="914400">
              <a:lnSpc>
                <a:spcPts val="2733"/>
              </a:lnSpc>
            </a:pPr>
            <a:r>
              <a:rPr b="1" lang="en-US" sz="2150" spc="-1" strike="noStrike">
                <a:solidFill>
                  <a:srgbClr val="272525"/>
                </a:solidFill>
                <a:latin typeface="p22-mackinac-pro"/>
                <a:ea typeface="p22-mackinac-pro"/>
              </a:rPr>
              <a:t>Seamless</a:t>
            </a:r>
            <a:r>
              <a:rPr b="1" lang="en-US" sz="2150" spc="-1" strike="noStrike">
                <a:solidFill>
                  <a:srgbClr val="272525"/>
                </a:solidFill>
                <a:latin typeface="p22-mackinac-pro"/>
                <a:ea typeface="p22-mackinac-pro"/>
              </a:rPr>
              <a:t> Integration</a:t>
            </a:r>
            <a:endParaRPr b="0" lang="en-US" sz="2150" spc="-1" strike="noStrike">
              <a:solidFill>
                <a:srgbClr val="000000"/>
              </a:solidFill>
              <a:latin typeface="Arial"/>
            </a:endParaRPr>
          </a:p>
        </p:txBody>
      </p:sp>
      <p:sp>
        <p:nvSpPr>
          <p:cNvPr id="67" name="Text 7"/>
          <p:cNvSpPr/>
          <p:nvPr/>
        </p:nvSpPr>
        <p:spPr>
          <a:xfrm>
            <a:off x="3660120" y="3366720"/>
            <a:ext cx="8256240" cy="110052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With a comprehensive suite of products and integrations with over 4,000 apps, Salesforce provides a seamless and scalable solution for businesses of any size.</a:t>
            </a:r>
            <a:endParaRPr b="0" lang="en-US" sz="1750" spc="-1" strike="noStrike">
              <a:solidFill>
                <a:srgbClr val="000000"/>
              </a:solidFill>
              <a:latin typeface="Arial"/>
            </a:endParaRPr>
          </a:p>
        </p:txBody>
      </p:sp>
      <p:sp>
        <p:nvSpPr>
          <p:cNvPr id="68" name="Text 9"/>
          <p:cNvSpPr/>
          <p:nvPr/>
        </p:nvSpPr>
        <p:spPr>
          <a:xfrm>
            <a:off x="5420880" y="4354200"/>
            <a:ext cx="3550680" cy="346680"/>
          </a:xfrm>
          <a:prstGeom prst="rect">
            <a:avLst/>
          </a:prstGeom>
          <a:noFill/>
          <a:ln w="0">
            <a:noFill/>
          </a:ln>
        </p:spPr>
        <p:style>
          <a:lnRef idx="0"/>
          <a:fillRef idx="0"/>
          <a:effectRef idx="0"/>
          <a:fontRef idx="minor"/>
        </p:style>
        <p:txBody>
          <a:bodyPr wrap="none" lIns="90000" rIns="90000" tIns="45000" bIns="45000" anchor="t">
            <a:noAutofit/>
          </a:bodyPr>
          <a:p>
            <a:pPr defTabSz="914400">
              <a:lnSpc>
                <a:spcPts val="2733"/>
              </a:lnSpc>
              <a:tabLst>
                <a:tab algn="l" pos="0"/>
              </a:tabLst>
            </a:pPr>
            <a:r>
              <a:rPr b="1" lang="en-US" sz="2190" spc="-1" strike="noStrike">
                <a:solidFill>
                  <a:srgbClr val="272525"/>
                </a:solidFill>
                <a:latin typeface="p22-mackinac-pro"/>
                <a:ea typeface="p22-mackinac-pro"/>
              </a:rPr>
              <a:t>Industry-Leading Security</a:t>
            </a:r>
            <a:endParaRPr b="0" lang="en-US" sz="2190" spc="-1" strike="noStrike">
              <a:solidFill>
                <a:srgbClr val="000000"/>
              </a:solidFill>
              <a:latin typeface="Arial"/>
            </a:endParaRPr>
          </a:p>
        </p:txBody>
      </p:sp>
      <p:sp>
        <p:nvSpPr>
          <p:cNvPr id="69" name="Text 10"/>
          <p:cNvSpPr/>
          <p:nvPr/>
        </p:nvSpPr>
        <p:spPr>
          <a:xfrm>
            <a:off x="5420880" y="4757400"/>
            <a:ext cx="7282440" cy="74520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Salesforce is dedicated to maintaining the highest standards of security, ensuring that all sensitive data is protected and secure</a:t>
            </a:r>
            <a:endParaRPr b="0" lang="en-US" sz="1750" spc="-1" strike="noStrike">
              <a:solidFill>
                <a:srgbClr val="000000"/>
              </a:solidFill>
              <a:latin typeface="Arial"/>
            </a:endParaRPr>
          </a:p>
        </p:txBody>
      </p:sp>
      <p:sp>
        <p:nvSpPr>
          <p:cNvPr id="70" name="Text 12"/>
          <p:cNvSpPr/>
          <p:nvPr/>
        </p:nvSpPr>
        <p:spPr>
          <a:xfrm>
            <a:off x="6724080" y="5613120"/>
            <a:ext cx="5455440" cy="394200"/>
          </a:xfrm>
          <a:prstGeom prst="rect">
            <a:avLst/>
          </a:prstGeom>
          <a:noFill/>
          <a:ln w="0">
            <a:noFill/>
          </a:ln>
        </p:spPr>
        <p:style>
          <a:lnRef idx="0"/>
          <a:fillRef idx="0"/>
          <a:effectRef idx="0"/>
          <a:fontRef idx="minor"/>
        </p:style>
        <p:txBody>
          <a:bodyPr wrap="none" lIns="90000" rIns="90000" tIns="45000" bIns="45000" anchor="t">
            <a:noAutofit/>
          </a:bodyPr>
          <a:p>
            <a:pPr defTabSz="914400">
              <a:lnSpc>
                <a:spcPts val="2733"/>
              </a:lnSpc>
              <a:tabLst>
                <a:tab algn="l" pos="0"/>
              </a:tabLst>
            </a:pPr>
            <a:r>
              <a:rPr b="1" lang="en-US" sz="2190" spc="-1" strike="noStrike">
                <a:solidFill>
                  <a:srgbClr val="272525"/>
                </a:solidFill>
                <a:latin typeface="p22-mackinac-pro"/>
                <a:ea typeface="p22-mackinac-pro"/>
              </a:rPr>
              <a:t>Constant Innovation</a:t>
            </a:r>
            <a:endParaRPr b="0" lang="en-US" sz="2190" spc="-1" strike="noStrike">
              <a:solidFill>
                <a:srgbClr val="000000"/>
              </a:solidFill>
              <a:latin typeface="Arial"/>
            </a:endParaRPr>
          </a:p>
        </p:txBody>
      </p:sp>
      <p:sp>
        <p:nvSpPr>
          <p:cNvPr id="71" name="Text 13"/>
          <p:cNvSpPr/>
          <p:nvPr/>
        </p:nvSpPr>
        <p:spPr>
          <a:xfrm>
            <a:off x="6724080" y="6004440"/>
            <a:ext cx="7793280" cy="100548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Salesforce continues to innovate, introducing new features and capabilities to keep businesses ahead of the curve and at the forefront of their industries.</a:t>
            </a:r>
            <a:endParaRPr b="0" lang="en-US" sz="1750" spc="-1" strike="noStrike">
              <a:solidFill>
                <a:srgbClr val="000000"/>
              </a:solidFill>
              <a:latin typeface="Arial"/>
            </a:endParaRPr>
          </a:p>
        </p:txBody>
      </p:sp>
    </p:spTree>
  </p:cSld>
  <mc:AlternateContent>
    <mc:Choice Requires="p14">
      <p:transition spd="slow" p14:dur="2750">
        <p:fade/>
      </p:transition>
    </mc:Choice>
    <mc:Fallback>
      <p:transition spd="slow">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Text 1"/>
          <p:cNvSpPr/>
          <p:nvPr/>
        </p:nvSpPr>
        <p:spPr>
          <a:xfrm>
            <a:off x="571680" y="828720"/>
            <a:ext cx="7329600" cy="577080"/>
          </a:xfrm>
          <a:prstGeom prst="rect">
            <a:avLst/>
          </a:prstGeom>
          <a:noFill/>
          <a:ln w="0">
            <a:noFill/>
          </a:ln>
        </p:spPr>
        <p:style>
          <a:lnRef idx="0"/>
          <a:fillRef idx="0"/>
          <a:effectRef idx="0"/>
          <a:fontRef idx="minor"/>
        </p:style>
        <p:txBody>
          <a:bodyPr wrap="none" anchor="t">
            <a:noAutofit/>
          </a:bodyPr>
          <a:p>
            <a:pPr defTabSz="914400">
              <a:lnSpc>
                <a:spcPts val="4439"/>
              </a:lnSpc>
              <a:tabLst>
                <a:tab algn="l" pos="0"/>
              </a:tabLst>
            </a:pPr>
            <a:r>
              <a:rPr b="1" lang="en-US" sz="3550" spc="-1" strike="noStrike">
                <a:solidFill>
                  <a:srgbClr val="000000"/>
                </a:solidFill>
                <a:latin typeface="roboto"/>
                <a:ea typeface="p22-mackinac-pro"/>
              </a:rPr>
              <a:t>3. Getting Started with Salesforce</a:t>
            </a:r>
            <a:endParaRPr b="0" lang="en-US" sz="3550" spc="-1" strike="noStrike">
              <a:solidFill>
                <a:srgbClr val="000000"/>
              </a:solidFill>
              <a:latin typeface="Arial"/>
            </a:endParaRPr>
          </a:p>
        </p:txBody>
      </p:sp>
      <p:sp>
        <p:nvSpPr>
          <p:cNvPr id="73" name="Text 6"/>
          <p:cNvSpPr/>
          <p:nvPr/>
        </p:nvSpPr>
        <p:spPr>
          <a:xfrm>
            <a:off x="642240" y="2263320"/>
            <a:ext cx="5260320" cy="297360"/>
          </a:xfrm>
          <a:prstGeom prst="rect">
            <a:avLst/>
          </a:prstGeom>
          <a:noFill/>
          <a:ln w="0">
            <a:noFill/>
          </a:ln>
        </p:spPr>
        <p:style>
          <a:lnRef idx="0"/>
          <a:fillRef idx="0"/>
          <a:effectRef idx="0"/>
          <a:fontRef idx="minor"/>
        </p:style>
        <p:txBody>
          <a:bodyPr wrap="none" anchor="t">
            <a:noAutofit/>
          </a:bodyPr>
          <a:p>
            <a:pPr defTabSz="914400">
              <a:lnSpc>
                <a:spcPts val="2220"/>
              </a:lnSpc>
            </a:pPr>
            <a:r>
              <a:rPr b="1" lang="en-US" sz="2000" spc="-1" strike="noStrike">
                <a:solidFill>
                  <a:srgbClr val="272525"/>
                </a:solidFill>
                <a:latin typeface="roboto"/>
                <a:ea typeface="p22-mackinac-pro"/>
              </a:rPr>
              <a:t>Creating a Salesforce edition account</a:t>
            </a:r>
            <a:endParaRPr b="0" lang="en-US" sz="2000" spc="-1" strike="noStrike">
              <a:solidFill>
                <a:srgbClr val="000000"/>
              </a:solidFill>
              <a:latin typeface="Arial"/>
            </a:endParaRPr>
          </a:p>
        </p:txBody>
      </p:sp>
      <p:sp>
        <p:nvSpPr>
          <p:cNvPr id="74" name="Text 7"/>
          <p:cNvSpPr/>
          <p:nvPr/>
        </p:nvSpPr>
        <p:spPr>
          <a:xfrm>
            <a:off x="642240" y="2709000"/>
            <a:ext cx="8113320" cy="721800"/>
          </a:xfrm>
          <a:prstGeom prst="rect">
            <a:avLst/>
          </a:prstGeom>
          <a:noFill/>
          <a:ln w="0">
            <a:noFill/>
          </a:ln>
        </p:spPr>
        <p:style>
          <a:lnRef idx="0"/>
          <a:fillRef idx="0"/>
          <a:effectRef idx="0"/>
          <a:fontRef idx="minor"/>
        </p:style>
        <p:txBody>
          <a:bodyPr anchor="t">
            <a:noAutofit/>
          </a:bodyPr>
          <a:p>
            <a:pPr defTabSz="914400">
              <a:lnSpc>
                <a:spcPts val="2273"/>
              </a:lnSpc>
              <a:tabLst>
                <a:tab algn="l" pos="0"/>
              </a:tabLst>
            </a:pPr>
            <a:r>
              <a:rPr b="0" lang="en-US" sz="1800" spc="-1" strike="noStrike">
                <a:solidFill>
                  <a:srgbClr val="272525"/>
                </a:solidFill>
                <a:latin typeface="roboto"/>
                <a:ea typeface="Eudoxus Sans"/>
              </a:rPr>
              <a:t>Start by registering for a Salesforce account, choosing the right edition for your business and creating a custom domain.</a:t>
            </a:r>
            <a:endParaRPr b="0" lang="en-US" sz="1800" spc="-1" strike="noStrike">
              <a:solidFill>
                <a:srgbClr val="000000"/>
              </a:solidFill>
              <a:latin typeface="Arial"/>
            </a:endParaRPr>
          </a:p>
        </p:txBody>
      </p:sp>
      <p:sp>
        <p:nvSpPr>
          <p:cNvPr id="75" name="Text 11"/>
          <p:cNvSpPr/>
          <p:nvPr/>
        </p:nvSpPr>
        <p:spPr>
          <a:xfrm>
            <a:off x="1383480" y="4333320"/>
            <a:ext cx="6327360" cy="489960"/>
          </a:xfrm>
          <a:prstGeom prst="rect">
            <a:avLst/>
          </a:prstGeom>
          <a:noFill/>
          <a:ln w="0">
            <a:noFill/>
          </a:ln>
        </p:spPr>
        <p:style>
          <a:lnRef idx="0"/>
          <a:fillRef idx="0"/>
          <a:effectRef idx="0"/>
          <a:fontRef idx="minor"/>
        </p:style>
        <p:txBody>
          <a:bodyPr wrap="none" anchor="t">
            <a:noAutofit/>
          </a:bodyPr>
          <a:p>
            <a:pPr defTabSz="914400">
              <a:lnSpc>
                <a:spcPts val="2220"/>
              </a:lnSpc>
              <a:tabLst>
                <a:tab algn="l" pos="0"/>
              </a:tabLst>
            </a:pPr>
            <a:r>
              <a:rPr b="1" lang="en-US" sz="2000" spc="-1" strike="noStrike">
                <a:solidFill>
                  <a:srgbClr val="272525"/>
                </a:solidFill>
                <a:latin typeface="roboto"/>
                <a:ea typeface="p22-mackinac-pro"/>
              </a:rPr>
              <a:t>Logging in to Salesforce</a:t>
            </a:r>
            <a:endParaRPr b="0" lang="en-US" sz="2000" spc="-1" strike="noStrike">
              <a:solidFill>
                <a:srgbClr val="000000"/>
              </a:solidFill>
              <a:latin typeface="Arial"/>
            </a:endParaRPr>
          </a:p>
        </p:txBody>
      </p:sp>
      <p:sp>
        <p:nvSpPr>
          <p:cNvPr id="76" name="Text 12"/>
          <p:cNvSpPr/>
          <p:nvPr/>
        </p:nvSpPr>
        <p:spPr>
          <a:xfrm>
            <a:off x="1384200" y="4815000"/>
            <a:ext cx="7892640" cy="1725840"/>
          </a:xfrm>
          <a:prstGeom prst="rect">
            <a:avLst/>
          </a:prstGeom>
          <a:noFill/>
          <a:ln w="0">
            <a:noFill/>
          </a:ln>
        </p:spPr>
        <p:style>
          <a:lnRef idx="0"/>
          <a:fillRef idx="0"/>
          <a:effectRef idx="0"/>
          <a:fontRef idx="minor"/>
        </p:style>
        <p:txBody>
          <a:bodyPr anchor="t">
            <a:noAutofit/>
          </a:bodyPr>
          <a:p>
            <a:pPr marL="285840" indent="-285840" defTabSz="914400">
              <a:lnSpc>
                <a:spcPts val="2273"/>
              </a:lnSpc>
              <a:buClr>
                <a:srgbClr val="272525"/>
              </a:buClr>
              <a:buFont typeface="Arial"/>
              <a:buChar char="•"/>
            </a:pPr>
            <a:r>
              <a:rPr b="0" lang="en-US" sz="1800" spc="-1" strike="noStrike">
                <a:solidFill>
                  <a:srgbClr val="272525"/>
                </a:solidFill>
                <a:latin typeface="roboto"/>
                <a:ea typeface="Calibri"/>
              </a:rPr>
              <a:t>To connect to the Salesforce platform, simply follow this link: https://login.salesforce.com/</a:t>
            </a:r>
            <a:r>
              <a:rPr b="0" lang="en-US" sz="1800" spc="-1" strike="noStrike">
                <a:solidFill>
                  <a:srgbClr val="272525"/>
                </a:solidFill>
                <a:latin typeface="roboto"/>
                <a:ea typeface="Eudoxus Sans"/>
              </a:rPr>
              <a:t> </a:t>
            </a:r>
            <a:endParaRPr b="0" lang="en-US" sz="1800" spc="-1" strike="noStrike">
              <a:solidFill>
                <a:srgbClr val="000000"/>
              </a:solidFill>
              <a:latin typeface="Arial"/>
            </a:endParaRPr>
          </a:p>
          <a:p>
            <a:pPr marL="285840" indent="-285840" defTabSz="914400">
              <a:lnSpc>
                <a:spcPts val="2273"/>
              </a:lnSpc>
              <a:buClr>
                <a:srgbClr val="272525"/>
              </a:buClr>
              <a:buFont typeface="Arial"/>
              <a:buChar char="•"/>
            </a:pPr>
            <a:r>
              <a:rPr b="0" lang="en-US" sz="1800" spc="-1" strike="noStrike">
                <a:solidFill>
                  <a:srgbClr val="272525"/>
                </a:solidFill>
                <a:latin typeface="roboto"/>
                <a:ea typeface="Eudoxus Sans"/>
              </a:rPr>
              <a:t>You can login to Salesforce from anywhere, on any device, using your custom URL and login credentials.</a:t>
            </a:r>
            <a:endParaRPr b="0" lang="en-US" sz="1800" spc="-1" strike="noStrike">
              <a:solidFill>
                <a:srgbClr val="000000"/>
              </a:solidFill>
              <a:latin typeface="Arial"/>
            </a:endParaRPr>
          </a:p>
          <a:p>
            <a:pPr marL="285840" indent="-285840" defTabSz="914400">
              <a:lnSpc>
                <a:spcPts val="2273"/>
              </a:lnSpc>
              <a:buClr>
                <a:srgbClr val="272525"/>
              </a:buClr>
              <a:buFont typeface="Arial"/>
              <a:buChar char="•"/>
            </a:pPr>
            <a:r>
              <a:rPr b="0" lang="en-US" sz="1800" spc="-1" strike="noStrike">
                <a:solidFill>
                  <a:srgbClr val="272525"/>
                </a:solidFill>
                <a:latin typeface="roboto"/>
                <a:ea typeface="Calibri"/>
              </a:rPr>
              <a:t>A verification code can be requested</a:t>
            </a:r>
            <a:endParaRPr b="0" lang="en-US" sz="1800" spc="-1" strike="noStrike">
              <a:solidFill>
                <a:srgbClr val="000000"/>
              </a:solidFill>
              <a:latin typeface="Arial"/>
            </a:endParaRPr>
          </a:p>
        </p:txBody>
      </p:sp>
      <p:pic>
        <p:nvPicPr>
          <p:cNvPr id="77" name="Picture 2" descr="A screenshot of a login form&#10;&#10;Description automatically generated"/>
          <p:cNvPicPr/>
          <p:nvPr/>
        </p:nvPicPr>
        <p:blipFill>
          <a:blip r:embed="rId1"/>
          <a:stretch/>
        </p:blipFill>
        <p:spPr>
          <a:xfrm>
            <a:off x="9187560" y="3191760"/>
            <a:ext cx="5003280" cy="4674240"/>
          </a:xfrm>
          <a:prstGeom prst="rect">
            <a:avLst/>
          </a:prstGeom>
          <a:ln w="0">
            <a:noFill/>
          </a:ln>
        </p:spPr>
      </p:pic>
    </p:spTree>
  </p:cSld>
  <mc:AlternateContent>
    <mc:Choice Requires="p14">
      <p:transition spd="slow" p14:dur="2750">
        <p:fade/>
      </p:transition>
    </mc:Choice>
    <mc:Fallback>
      <p:transition spd="slow">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1005840" y="535320"/>
            <a:ext cx="12618360" cy="957960"/>
          </a:xfrm>
          <a:prstGeom prst="rect">
            <a:avLst/>
          </a:prstGeom>
          <a:noFill/>
          <a:ln w="0">
            <a:noFill/>
          </a:ln>
        </p:spPr>
        <p:txBody>
          <a:bodyPr lIns="91440" rIns="91440" tIns="45720" bIns="45720" anchor="ctr">
            <a:normAutofit/>
          </a:bodyPr>
          <a:p>
            <a:pPr indent="0" defTabSz="1097280">
              <a:lnSpc>
                <a:spcPct val="90000"/>
              </a:lnSpc>
              <a:buNone/>
            </a:pPr>
            <a:r>
              <a:rPr b="1" lang="en-US" sz="2400" spc="-1" strike="noStrike">
                <a:solidFill>
                  <a:srgbClr val="272525"/>
                </a:solidFill>
                <a:latin typeface="Roboto"/>
                <a:ea typeface="Roboto"/>
              </a:rPr>
              <a:t>Navigating the Home Page</a:t>
            </a:r>
            <a:endParaRPr b="0" lang="en-US" sz="2400" spc="-1" strike="noStrike">
              <a:solidFill>
                <a:schemeClr val="dk1"/>
              </a:solidFill>
              <a:latin typeface="Roboto"/>
            </a:endParaRPr>
          </a:p>
        </p:txBody>
      </p:sp>
      <p:sp>
        <p:nvSpPr>
          <p:cNvPr id="79" name="PlaceHolder 2"/>
          <p:cNvSpPr>
            <a:spLocks noGrp="1"/>
          </p:cNvSpPr>
          <p:nvPr>
            <p:ph/>
          </p:nvPr>
        </p:nvSpPr>
        <p:spPr>
          <a:xfrm>
            <a:off x="1005840" y="1719360"/>
            <a:ext cx="10475640" cy="813600"/>
          </a:xfrm>
          <a:prstGeom prst="rect">
            <a:avLst/>
          </a:prstGeom>
          <a:noFill/>
          <a:ln w="0">
            <a:noFill/>
          </a:ln>
        </p:spPr>
        <p:txBody>
          <a:bodyPr lIns="91440" rIns="91440" tIns="45720" bIns="45720" anchor="t">
            <a:normAutofit/>
          </a:bodyPr>
          <a:p>
            <a:pPr marL="274320" indent="-274320" defTabSz="1097280">
              <a:lnSpc>
                <a:spcPct val="90000"/>
              </a:lnSpc>
              <a:spcBef>
                <a:spcPts val="1199"/>
              </a:spcBef>
              <a:buClr>
                <a:srgbClr val="272525"/>
              </a:buClr>
              <a:buFont typeface="Arial"/>
              <a:buChar char="•"/>
            </a:pPr>
            <a:r>
              <a:rPr b="0" lang="en-US" sz="1800" spc="-1" strike="noStrike">
                <a:solidFill>
                  <a:srgbClr val="272525"/>
                </a:solidFill>
                <a:latin typeface="Roboto"/>
                <a:ea typeface="Roboto"/>
              </a:rPr>
              <a:t>The Salesforce Home Page is the central hub for your Salesforce experience, allowing you to access your primary tools, reports, and more, all in one place.</a:t>
            </a:r>
            <a:endParaRPr b="0" lang="en-US" sz="1800" spc="-1" strike="noStrike">
              <a:solidFill>
                <a:schemeClr val="dk1"/>
              </a:solidFill>
              <a:latin typeface="Roboto"/>
            </a:endParaRPr>
          </a:p>
        </p:txBody>
      </p:sp>
      <p:pic>
        <p:nvPicPr>
          <p:cNvPr id="80" name="Picture 5" descr="A screenshot of a computer&#10;&#10;Description automatically generated"/>
          <p:cNvPicPr/>
          <p:nvPr/>
        </p:nvPicPr>
        <p:blipFill>
          <a:blip r:embed="rId1"/>
          <a:stretch/>
        </p:blipFill>
        <p:spPr>
          <a:xfrm>
            <a:off x="1242000" y="2716200"/>
            <a:ext cx="10221840" cy="4844160"/>
          </a:xfrm>
          <a:prstGeom prst="rect">
            <a:avLst/>
          </a:prstGeom>
          <a:ln w="0">
            <a:noFill/>
          </a:ln>
        </p:spPr>
      </p:pic>
      <p:sp>
        <p:nvSpPr>
          <p:cNvPr id="4" name="PlaceHolder 3"/>
          <p:cNvSpPr>
            <a:spLocks noGrp="1"/>
          </p:cNvSpPr>
          <p:nvPr>
            <p:ph type="sldNum" idx="6"/>
          </p:nvPr>
        </p:nvSpPr>
        <p:spPr/>
        <p:txBody>
          <a:bodyPr/>
          <a:p>
            <a:fld id="{98949E72-12F9-4AB6-A49D-463C28DE9277}" type="slidenum">
              <a:t>8</a:t>
            </a:fld>
          </a:p>
        </p:txBody>
      </p:sp>
    </p:spTree>
  </p:cSld>
  <mc:AlternateContent>
    <mc:Choice Requires="p14">
      <p:transition spd="slow" p14:dur="2750">
        <p:fade/>
      </p:transition>
    </mc:Choice>
    <mc:Fallback>
      <p:transition spd="slow">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1005840" y="535320"/>
            <a:ext cx="12618360" cy="957960"/>
          </a:xfrm>
          <a:prstGeom prst="rect">
            <a:avLst/>
          </a:prstGeom>
          <a:noFill/>
          <a:ln w="0">
            <a:noFill/>
          </a:ln>
        </p:spPr>
        <p:txBody>
          <a:bodyPr lIns="91440" rIns="91440" tIns="45720" bIns="45720" anchor="ctr">
            <a:normAutofit/>
          </a:bodyPr>
          <a:p>
            <a:pPr indent="0" defTabSz="1097280">
              <a:lnSpc>
                <a:spcPct val="90000"/>
              </a:lnSpc>
              <a:buNone/>
            </a:pPr>
            <a:r>
              <a:rPr b="1" lang="en-US" sz="1800" spc="-1" strike="noStrike">
                <a:solidFill>
                  <a:srgbClr val="272525"/>
                </a:solidFill>
                <a:latin typeface="Roboto"/>
                <a:ea typeface="Roboto"/>
              </a:rPr>
              <a:t>Exploring Salesforce Features</a:t>
            </a:r>
            <a:endParaRPr b="0" lang="en-US" sz="1800" spc="-1" strike="noStrike">
              <a:solidFill>
                <a:schemeClr val="dk1"/>
              </a:solidFill>
              <a:latin typeface="Roboto"/>
            </a:endParaRPr>
          </a:p>
          <a:p>
            <a:pPr indent="0" defTabSz="1097280">
              <a:lnSpc>
                <a:spcPct val="90000"/>
              </a:lnSpc>
              <a:buNone/>
            </a:pPr>
            <a:endParaRPr b="0" lang="en-US" sz="5250" spc="-1" strike="noStrike">
              <a:solidFill>
                <a:schemeClr val="dk1"/>
              </a:solidFill>
              <a:latin typeface="Roboto"/>
            </a:endParaRPr>
          </a:p>
        </p:txBody>
      </p:sp>
      <p:sp>
        <p:nvSpPr>
          <p:cNvPr id="82" name="PlaceHolder 2"/>
          <p:cNvSpPr>
            <a:spLocks noGrp="1"/>
          </p:cNvSpPr>
          <p:nvPr>
            <p:ph/>
          </p:nvPr>
        </p:nvSpPr>
        <p:spPr>
          <a:xfrm>
            <a:off x="1005840" y="1091520"/>
            <a:ext cx="11949480" cy="1045800"/>
          </a:xfrm>
          <a:prstGeom prst="rect">
            <a:avLst/>
          </a:prstGeom>
          <a:noFill/>
          <a:ln w="0">
            <a:noFill/>
          </a:ln>
        </p:spPr>
        <p:txBody>
          <a:bodyPr lIns="91440" rIns="91440" tIns="45720" bIns="45720" anchor="t">
            <a:normAutofit/>
          </a:bodyPr>
          <a:p>
            <a:pPr marL="274320" indent="-274320" defTabSz="1097280">
              <a:lnSpc>
                <a:spcPct val="90000"/>
              </a:lnSpc>
              <a:spcBef>
                <a:spcPts val="1199"/>
              </a:spcBef>
              <a:buClr>
                <a:srgbClr val="272525"/>
              </a:buClr>
              <a:buFont typeface="Arial"/>
              <a:buChar char="•"/>
            </a:pPr>
            <a:r>
              <a:rPr b="0" lang="en-US" sz="1800" spc="-1" strike="noStrike">
                <a:solidFill>
                  <a:srgbClr val="272525"/>
                </a:solidFill>
                <a:latin typeface="Roboto"/>
                <a:ea typeface="Roboto"/>
              </a:rPr>
              <a:t>Take some time to explore the features and settings in Salesforce, including dashboards, reports, integrations with other apps, and more!</a:t>
            </a:r>
            <a:endParaRPr b="0" lang="en-US" sz="1800" spc="-1" strike="noStrike">
              <a:solidFill>
                <a:schemeClr val="dk1"/>
              </a:solidFill>
              <a:latin typeface="Roboto"/>
            </a:endParaRPr>
          </a:p>
        </p:txBody>
      </p:sp>
      <p:sp>
        <p:nvSpPr>
          <p:cNvPr id="83" name="PlaceHolder 3"/>
          <p:cNvSpPr>
            <a:spLocks noGrp="1"/>
          </p:cNvSpPr>
          <p:nvPr>
            <p:ph type="ftr" idx="10"/>
          </p:nvPr>
        </p:nvSpPr>
        <p:spPr>
          <a:xfrm>
            <a:off x="3143160" y="7627680"/>
            <a:ext cx="2217240" cy="437760"/>
          </a:xfrm>
          <a:prstGeom prst="rect">
            <a:avLst/>
          </a:prstGeom>
          <a:noFill/>
          <a:ln w="0">
            <a:noFill/>
          </a:ln>
        </p:spPr>
        <p:txBody>
          <a:bodyPr lIns="91440" rIns="91440" tIns="45720" bIns="45720" anchor="ctr">
            <a:noAutofit/>
          </a:bodyPr>
          <a:p>
            <a:pPr indent="0">
              <a:buNone/>
            </a:pPr>
            <a:endParaRPr b="0" lang="en-US" sz="1440" spc="-1" strike="noStrike">
              <a:solidFill>
                <a:schemeClr val="dk1">
                  <a:tint val="75000"/>
                </a:schemeClr>
              </a:solidFill>
              <a:latin typeface="Roboto"/>
            </a:endParaRPr>
          </a:p>
        </p:txBody>
      </p:sp>
      <p:pic>
        <p:nvPicPr>
          <p:cNvPr id="84" name="Picture 5" descr="A screenshot of a computer&#10;&#10;Description automatically generated"/>
          <p:cNvPicPr/>
          <p:nvPr/>
        </p:nvPicPr>
        <p:blipFill>
          <a:blip r:embed="rId1"/>
          <a:stretch/>
        </p:blipFill>
        <p:spPr>
          <a:xfrm>
            <a:off x="600480" y="1802160"/>
            <a:ext cx="7314840" cy="2932560"/>
          </a:xfrm>
          <a:prstGeom prst="rect">
            <a:avLst/>
          </a:prstGeom>
          <a:ln w="0">
            <a:noFill/>
          </a:ln>
        </p:spPr>
      </p:pic>
      <p:pic>
        <p:nvPicPr>
          <p:cNvPr id="85" name="Picture 6" descr="A screenshot of a computer&#10;&#10;Description automatically generated"/>
          <p:cNvPicPr/>
          <p:nvPr/>
        </p:nvPicPr>
        <p:blipFill>
          <a:blip r:embed="rId2"/>
          <a:stretch/>
        </p:blipFill>
        <p:spPr>
          <a:xfrm>
            <a:off x="7165080" y="2698200"/>
            <a:ext cx="7314840" cy="3733560"/>
          </a:xfrm>
          <a:prstGeom prst="rect">
            <a:avLst/>
          </a:prstGeom>
          <a:ln w="0">
            <a:noFill/>
          </a:ln>
        </p:spPr>
      </p:pic>
      <p:pic>
        <p:nvPicPr>
          <p:cNvPr id="86" name="Picture 7" descr="A screenshot of a computer&#10;&#10;Description automatically generated"/>
          <p:cNvPicPr/>
          <p:nvPr/>
        </p:nvPicPr>
        <p:blipFill>
          <a:blip r:embed="rId3"/>
          <a:stretch/>
        </p:blipFill>
        <p:spPr>
          <a:xfrm>
            <a:off x="1473840" y="3854160"/>
            <a:ext cx="7314840" cy="4369320"/>
          </a:xfrm>
          <a:prstGeom prst="rect">
            <a:avLst/>
          </a:prstGeom>
          <a:ln w="0">
            <a:noFill/>
          </a:ln>
        </p:spPr>
      </p:pic>
      <p:sp>
        <p:nvSpPr>
          <p:cNvPr id="5" name="PlaceHolder 4"/>
          <p:cNvSpPr>
            <a:spLocks noGrp="1"/>
          </p:cNvSpPr>
          <p:nvPr>
            <p:ph type="sldNum" idx="6"/>
          </p:nvPr>
        </p:nvSpPr>
        <p:spPr/>
        <p:txBody>
          <a:bodyPr/>
          <a:p>
            <a:fld id="{A42049A6-86D1-4A32-884B-59863F4F4C75}" type="slidenum">
              <a:t>9</a:t>
            </a:fld>
          </a:p>
        </p:txBody>
      </p:sp>
    </p:spTree>
  </p:cSld>
  <mc:AlternateContent>
    <mc:Choice Requires="p14">
      <p:transition spd="slow" p14:dur="2750">
        <p:fade/>
      </p:transition>
    </mc:Choice>
    <mc:Fallback>
      <p:transition spd="slow">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Text 1"/>
          <p:cNvSpPr/>
          <p:nvPr/>
        </p:nvSpPr>
        <p:spPr>
          <a:xfrm>
            <a:off x="2222640" y="1047960"/>
            <a:ext cx="4443480" cy="694080"/>
          </a:xfrm>
          <a:prstGeom prst="rect">
            <a:avLst/>
          </a:prstGeom>
          <a:noFill/>
          <a:ln w="0">
            <a:noFill/>
          </a:ln>
        </p:spPr>
        <p:style>
          <a:lnRef idx="0"/>
          <a:fillRef idx="0"/>
          <a:effectRef idx="0"/>
          <a:fontRef idx="minor"/>
        </p:style>
        <p:txBody>
          <a:bodyPr wrap="none" anchor="t">
            <a:noAutofit/>
          </a:bodyPr>
          <a:p>
            <a:pPr defTabSz="914400">
              <a:lnSpc>
                <a:spcPts val="5468"/>
              </a:lnSpc>
              <a:tabLst>
                <a:tab algn="l" pos="0"/>
              </a:tabLst>
            </a:pPr>
            <a:r>
              <a:rPr b="1" lang="en-US" sz="4400" spc="-1" strike="noStrike">
                <a:solidFill>
                  <a:srgbClr val="000000"/>
                </a:solidFill>
                <a:latin typeface="roboto"/>
                <a:ea typeface="p22-mackinac-pro"/>
              </a:rPr>
              <a:t>8. Navigation</a:t>
            </a:r>
            <a:endParaRPr b="0" lang="en-US" sz="4400" spc="-1" strike="noStrike">
              <a:solidFill>
                <a:srgbClr val="000000"/>
              </a:solidFill>
              <a:latin typeface="Arial"/>
            </a:endParaRPr>
          </a:p>
        </p:txBody>
      </p:sp>
      <p:sp>
        <p:nvSpPr>
          <p:cNvPr id="88" name="Text 5"/>
          <p:cNvSpPr/>
          <p:nvPr/>
        </p:nvSpPr>
        <p:spPr>
          <a:xfrm>
            <a:off x="1459800" y="2057040"/>
            <a:ext cx="8679600" cy="1584000"/>
          </a:xfrm>
          <a:prstGeom prst="rect">
            <a:avLst/>
          </a:prstGeom>
          <a:noFill/>
          <a:ln w="0">
            <a:noFill/>
          </a:ln>
        </p:spPr>
        <p:style>
          <a:lnRef idx="0"/>
          <a:fillRef idx="0"/>
          <a:effectRef idx="0"/>
          <a:fontRef idx="minor"/>
        </p:style>
        <p:txBody>
          <a:bodyPr anchor="t">
            <a:noAutofit/>
          </a:bodyPr>
          <a:p>
            <a:pPr marL="343080" indent="-343080" defTabSz="914400">
              <a:lnSpc>
                <a:spcPts val="2798"/>
              </a:lnSpc>
              <a:buClr>
                <a:srgbClr val="272525"/>
              </a:buClr>
              <a:buFont typeface="OpenSymbol"/>
              <a:buAutoNum type="arabicPeriod"/>
            </a:pPr>
            <a:r>
              <a:rPr b="0" lang="en-US" sz="2000" spc="-1" strike="noStrike">
                <a:solidFill>
                  <a:srgbClr val="272525"/>
                </a:solidFill>
                <a:latin typeface="roboto"/>
                <a:ea typeface="Calibri"/>
              </a:rPr>
              <a:t>The search bar allows you to search the entire database.</a:t>
            </a:r>
            <a:endParaRPr b="0" lang="en-US" sz="2000" spc="-1" strike="noStrike">
              <a:solidFill>
                <a:srgbClr val="000000"/>
              </a:solidFill>
              <a:latin typeface="Arial"/>
            </a:endParaRPr>
          </a:p>
        </p:txBody>
      </p:sp>
      <p:sp>
        <p:nvSpPr>
          <p:cNvPr id="89" name="Text 9"/>
          <p:cNvSpPr/>
          <p:nvPr/>
        </p:nvSpPr>
        <p:spPr>
          <a:xfrm>
            <a:off x="1459800" y="6620760"/>
            <a:ext cx="7260120" cy="109800"/>
          </a:xfrm>
          <a:prstGeom prst="rect">
            <a:avLst/>
          </a:prstGeom>
          <a:noFill/>
          <a:ln w="0">
            <a:noFill/>
          </a:ln>
        </p:spPr>
        <p:style>
          <a:lnRef idx="0"/>
          <a:fillRef idx="0"/>
          <a:effectRef idx="0"/>
          <a:fontRef idx="minor"/>
        </p:style>
        <p:txBody>
          <a:bodyPr anchor="t">
            <a:noAutofit/>
          </a:bodyPr>
          <a:p>
            <a:pPr defTabSz="914400">
              <a:lnSpc>
                <a:spcPts val="2798"/>
              </a:lnSpc>
            </a:pPr>
            <a:r>
              <a:rPr b="0" lang="en-US" sz="2000" spc="-1" strike="noStrike">
                <a:solidFill>
                  <a:srgbClr val="272525"/>
                </a:solidFill>
                <a:latin typeface="roboto"/>
                <a:ea typeface="Calibri"/>
              </a:rPr>
              <a:t>2.   can filter the search by object, as in the example above.</a:t>
            </a:r>
            <a:endParaRPr b="0" lang="en-US" sz="2000" spc="-1" strike="noStrike">
              <a:solidFill>
                <a:srgbClr val="000000"/>
              </a:solidFill>
              <a:latin typeface="Arial"/>
            </a:endParaRPr>
          </a:p>
        </p:txBody>
      </p:sp>
      <p:sp>
        <p:nvSpPr>
          <p:cNvPr id="90" name="Text 13"/>
          <p:cNvSpPr/>
          <p:nvPr/>
        </p:nvSpPr>
        <p:spPr>
          <a:xfrm>
            <a:off x="1391400" y="7020000"/>
            <a:ext cx="8652240" cy="113760"/>
          </a:xfrm>
          <a:prstGeom prst="rect">
            <a:avLst/>
          </a:prstGeom>
          <a:noFill/>
          <a:ln w="0">
            <a:noFill/>
          </a:ln>
        </p:spPr>
        <p:style>
          <a:lnRef idx="0"/>
          <a:fillRef idx="0"/>
          <a:effectRef idx="0"/>
          <a:fontRef idx="minor"/>
        </p:style>
        <p:txBody>
          <a:bodyPr anchor="t">
            <a:noAutofit/>
          </a:bodyPr>
          <a:p>
            <a:pPr defTabSz="914400">
              <a:lnSpc>
                <a:spcPts val="2798"/>
              </a:lnSpc>
            </a:pPr>
            <a:r>
              <a:rPr b="0" lang="en-US" sz="2000" spc="-1" strike="noStrike">
                <a:solidFill>
                  <a:srgbClr val="272525"/>
                </a:solidFill>
                <a:latin typeface="roboto"/>
                <a:ea typeface="Calibri"/>
              </a:rPr>
              <a:t> </a:t>
            </a:r>
            <a:r>
              <a:rPr b="0" lang="en-US" sz="2000" spc="-1" strike="noStrike">
                <a:solidFill>
                  <a:srgbClr val="272525"/>
                </a:solidFill>
                <a:latin typeface="roboto"/>
                <a:ea typeface="Calibri"/>
              </a:rPr>
              <a:t>3.   Add a * for a broader search</a:t>
            </a:r>
            <a:endParaRPr b="0" lang="en-US" sz="2000" spc="-1" strike="noStrike">
              <a:solidFill>
                <a:srgbClr val="000000"/>
              </a:solidFill>
              <a:latin typeface="Arial"/>
            </a:endParaRPr>
          </a:p>
        </p:txBody>
      </p:sp>
      <p:pic>
        <p:nvPicPr>
          <p:cNvPr id="91" name="Picture 2" descr="A screenshot of a search engine&#10;&#10;Description automatically generated"/>
          <p:cNvPicPr/>
          <p:nvPr/>
        </p:nvPicPr>
        <p:blipFill>
          <a:blip r:embed="rId1"/>
          <a:stretch/>
        </p:blipFill>
        <p:spPr>
          <a:xfrm>
            <a:off x="2374560" y="2528640"/>
            <a:ext cx="9416520" cy="3813840"/>
          </a:xfrm>
          <a:prstGeom prst="rect">
            <a:avLst/>
          </a:prstGeom>
          <a:ln w="0">
            <a:noFill/>
          </a:ln>
        </p:spPr>
      </p:pic>
    </p:spTree>
  </p:cSld>
  <mc:AlternateContent>
    <mc:Choice Requires="p14">
      <p:transition spd="slow" p14:dur="2750">
        <p:fade/>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Text 1"/>
          <p:cNvSpPr/>
          <p:nvPr/>
        </p:nvSpPr>
        <p:spPr>
          <a:xfrm>
            <a:off x="643320" y="665280"/>
            <a:ext cx="10481760" cy="877680"/>
          </a:xfrm>
          <a:prstGeom prst="rect">
            <a:avLst/>
          </a:prstGeom>
          <a:noFill/>
          <a:ln w="0">
            <a:noFill/>
          </a:ln>
        </p:spPr>
        <p:style>
          <a:lnRef idx="0"/>
          <a:fillRef idx="0"/>
          <a:effectRef idx="0"/>
          <a:fontRef idx="minor"/>
        </p:style>
        <p:txBody>
          <a:bodyPr anchor="t">
            <a:noAutofit/>
          </a:bodyPr>
          <a:p>
            <a:pPr defTabSz="914400">
              <a:lnSpc>
                <a:spcPts val="5468"/>
              </a:lnSpc>
            </a:pPr>
            <a:r>
              <a:rPr b="1" lang="en-US" sz="4350" spc="-1" strike="noStrike">
                <a:solidFill>
                  <a:srgbClr val="000000"/>
                </a:solidFill>
                <a:latin typeface="p22-mackinac-pro"/>
                <a:ea typeface="p22-mackinac-pro"/>
              </a:rPr>
              <a:t>5. Creating a Stellar Salesforce Profile</a:t>
            </a:r>
            <a:endParaRPr b="0" lang="en-US" sz="4350" spc="-1" strike="noStrike">
              <a:solidFill>
                <a:srgbClr val="000000"/>
              </a:solidFill>
              <a:latin typeface="Arial"/>
            </a:endParaRPr>
          </a:p>
        </p:txBody>
      </p:sp>
      <p:sp>
        <p:nvSpPr>
          <p:cNvPr id="93" name="Text 3"/>
          <p:cNvSpPr/>
          <p:nvPr/>
        </p:nvSpPr>
        <p:spPr>
          <a:xfrm>
            <a:off x="2404080" y="2293920"/>
            <a:ext cx="136800" cy="416160"/>
          </a:xfrm>
          <a:prstGeom prst="rect">
            <a:avLst/>
          </a:prstGeom>
          <a:noFill/>
          <a:ln w="0">
            <a:noFill/>
          </a:ln>
        </p:spPr>
        <p:style>
          <a:lnRef idx="0"/>
          <a:fillRef idx="0"/>
          <a:effectRef idx="0"/>
          <a:fontRef idx="minor"/>
        </p:style>
        <p:txBody>
          <a:bodyPr wrap="none" anchor="t">
            <a:noAutofit/>
          </a:bodyPr>
          <a:p>
            <a:pPr algn="ctr" defTabSz="914400">
              <a:lnSpc>
                <a:spcPts val="3280"/>
              </a:lnSpc>
              <a:tabLst>
                <a:tab algn="l" pos="0"/>
              </a:tabLst>
            </a:pPr>
            <a:endParaRPr b="1" lang="en-US" sz="2600" spc="-1" strike="noStrike">
              <a:solidFill>
                <a:srgbClr val="272525"/>
              </a:solidFill>
              <a:latin typeface="Calibri"/>
              <a:ea typeface="p22-mackinac-pro"/>
            </a:endParaRPr>
          </a:p>
        </p:txBody>
      </p:sp>
      <p:sp>
        <p:nvSpPr>
          <p:cNvPr id="94" name="Text 4"/>
          <p:cNvSpPr/>
          <p:nvPr/>
        </p:nvSpPr>
        <p:spPr>
          <a:xfrm>
            <a:off x="2647800" y="2328480"/>
            <a:ext cx="3817440" cy="346680"/>
          </a:xfrm>
          <a:prstGeom prst="rect">
            <a:avLst/>
          </a:prstGeom>
          <a:noFill/>
          <a:ln w="0">
            <a:noFill/>
          </a:ln>
        </p:spPr>
        <p:style>
          <a:lnRef idx="0"/>
          <a:fillRef idx="0"/>
          <a:effectRef idx="0"/>
          <a:fontRef idx="minor"/>
        </p:style>
        <p:txBody>
          <a:bodyPr wrap="none" anchor="t">
            <a:noAutofit/>
          </a:bodyPr>
          <a:p>
            <a:pPr marL="457200" indent="-457200" defTabSz="914400">
              <a:lnSpc>
                <a:spcPts val="2733"/>
              </a:lnSpc>
              <a:buClr>
                <a:srgbClr val="272525"/>
              </a:buClr>
              <a:buFont typeface="OpenSymbol"/>
              <a:buAutoNum type="arabicPeriod"/>
            </a:pPr>
            <a:r>
              <a:rPr b="1" lang="en-US" sz="2150" spc="-1" strike="noStrike">
                <a:solidFill>
                  <a:srgbClr val="272525"/>
                </a:solidFill>
                <a:latin typeface="p22-mackinac-pro"/>
                <a:ea typeface="p22-mackinac-pro"/>
              </a:rPr>
              <a:t>Maximising Your Data Input</a:t>
            </a:r>
            <a:endParaRPr b="0" lang="en-US" sz="2150" spc="-1" strike="noStrike">
              <a:solidFill>
                <a:srgbClr val="000000"/>
              </a:solidFill>
              <a:latin typeface="Arial"/>
            </a:endParaRPr>
          </a:p>
        </p:txBody>
      </p:sp>
      <p:sp>
        <p:nvSpPr>
          <p:cNvPr id="95" name="Text 5"/>
          <p:cNvSpPr/>
          <p:nvPr/>
        </p:nvSpPr>
        <p:spPr>
          <a:xfrm>
            <a:off x="2683440" y="2814480"/>
            <a:ext cx="8583840" cy="71028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Create detailed customer profiles with enhanced input fields, keeping track of all critical contact data and remaining up-to-date with important client information.</a:t>
            </a:r>
            <a:endParaRPr b="0" lang="en-US" sz="1750" spc="-1" strike="noStrike">
              <a:solidFill>
                <a:srgbClr val="000000"/>
              </a:solidFill>
              <a:latin typeface="Arial"/>
            </a:endParaRPr>
          </a:p>
        </p:txBody>
      </p:sp>
      <p:sp>
        <p:nvSpPr>
          <p:cNvPr id="96" name="Text 8"/>
          <p:cNvSpPr/>
          <p:nvPr/>
        </p:nvSpPr>
        <p:spPr>
          <a:xfrm>
            <a:off x="4825800" y="3798000"/>
            <a:ext cx="4107960" cy="425160"/>
          </a:xfrm>
          <a:prstGeom prst="rect">
            <a:avLst/>
          </a:prstGeom>
          <a:noFill/>
          <a:ln w="0">
            <a:noFill/>
          </a:ln>
        </p:spPr>
        <p:style>
          <a:lnRef idx="0"/>
          <a:fillRef idx="0"/>
          <a:effectRef idx="0"/>
          <a:fontRef idx="minor"/>
        </p:style>
        <p:txBody>
          <a:bodyPr wrap="none" anchor="t">
            <a:noAutofit/>
          </a:bodyPr>
          <a:p>
            <a:pPr defTabSz="914400">
              <a:lnSpc>
                <a:spcPts val="2733"/>
              </a:lnSpc>
            </a:pPr>
            <a:r>
              <a:rPr b="1" lang="en-US" sz="2150" spc="-1" strike="noStrike">
                <a:solidFill>
                  <a:srgbClr val="272525"/>
                </a:solidFill>
                <a:latin typeface="p22-mackinac-pro"/>
                <a:ea typeface="p22-mackinac-pro"/>
              </a:rPr>
              <a:t>2.   </a:t>
            </a:r>
            <a:r>
              <a:rPr b="1" lang="en-US" sz="2150" spc="-1" strike="noStrike">
                <a:solidFill>
                  <a:srgbClr val="272525"/>
                </a:solidFill>
                <a:latin typeface="p22-mackinac-pro"/>
                <a:ea typeface="p22-mackinac-pro"/>
              </a:rPr>
              <a:t>Organising Your Folders</a:t>
            </a:r>
            <a:endParaRPr b="0" lang="en-US" sz="2150" spc="-1" strike="noStrike">
              <a:solidFill>
                <a:srgbClr val="000000"/>
              </a:solidFill>
              <a:latin typeface="Arial"/>
            </a:endParaRPr>
          </a:p>
        </p:txBody>
      </p:sp>
      <p:sp>
        <p:nvSpPr>
          <p:cNvPr id="97" name="Text 9"/>
          <p:cNvSpPr/>
          <p:nvPr/>
        </p:nvSpPr>
        <p:spPr>
          <a:xfrm>
            <a:off x="4821120" y="4258080"/>
            <a:ext cx="8583840" cy="71028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Keep your Salesforce data organised and easy to navigate, with intuitive folder structures and suitable permissions and access levels for your team members.</a:t>
            </a:r>
            <a:endParaRPr b="0" lang="en-US" sz="1750" spc="-1" strike="noStrike">
              <a:solidFill>
                <a:srgbClr val="000000"/>
              </a:solidFill>
              <a:latin typeface="Arial"/>
            </a:endParaRPr>
          </a:p>
        </p:txBody>
      </p:sp>
      <p:sp>
        <p:nvSpPr>
          <p:cNvPr id="98" name="Text 12"/>
          <p:cNvSpPr/>
          <p:nvPr/>
        </p:nvSpPr>
        <p:spPr>
          <a:xfrm>
            <a:off x="6319440" y="5236560"/>
            <a:ext cx="5019840" cy="397080"/>
          </a:xfrm>
          <a:prstGeom prst="rect">
            <a:avLst/>
          </a:prstGeom>
          <a:noFill/>
          <a:ln w="0">
            <a:noFill/>
          </a:ln>
        </p:spPr>
        <p:style>
          <a:lnRef idx="0"/>
          <a:fillRef idx="0"/>
          <a:effectRef idx="0"/>
          <a:fontRef idx="minor"/>
        </p:style>
        <p:txBody>
          <a:bodyPr wrap="none" anchor="t">
            <a:noAutofit/>
          </a:bodyPr>
          <a:p>
            <a:pPr defTabSz="914400">
              <a:lnSpc>
                <a:spcPts val="2733"/>
              </a:lnSpc>
            </a:pPr>
            <a:r>
              <a:rPr b="1" lang="en-US" sz="2150" spc="-1" strike="noStrike">
                <a:solidFill>
                  <a:srgbClr val="272525"/>
                </a:solidFill>
                <a:latin typeface="p22-mackinac-pro"/>
                <a:ea typeface="p22-mackinac-pro"/>
              </a:rPr>
              <a:t>3.  Optimising Your Sales Processes</a:t>
            </a:r>
            <a:endParaRPr b="0" lang="en-US" sz="2150" spc="-1" strike="noStrike">
              <a:solidFill>
                <a:srgbClr val="000000"/>
              </a:solidFill>
              <a:latin typeface="Arial"/>
            </a:endParaRPr>
          </a:p>
        </p:txBody>
      </p:sp>
      <p:sp>
        <p:nvSpPr>
          <p:cNvPr id="99" name="Text 13"/>
          <p:cNvSpPr/>
          <p:nvPr/>
        </p:nvSpPr>
        <p:spPr>
          <a:xfrm>
            <a:off x="6317280" y="5677920"/>
            <a:ext cx="8025840" cy="71028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Streamline your sales processes in Salesforce, automating essential tasks and creating more efficient workflows that save time and resources.</a:t>
            </a:r>
            <a:endParaRPr b="0" lang="en-US" sz="1750" spc="-1" strike="noStrike">
              <a:solidFill>
                <a:srgbClr val="000000"/>
              </a:solidFill>
              <a:latin typeface="Arial"/>
            </a:endParaRPr>
          </a:p>
        </p:txBody>
      </p:sp>
    </p:spTree>
  </p:cSld>
  <mc:AlternateContent>
    <mc:Choice Requires="p14">
      <p:transition spd="slow" p14:dur="2750">
        <p:fade/>
      </p:transition>
    </mc:Choice>
    <mc:Fallback>
      <p:transition spd="slow">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Text 10"/>
          <p:cNvSpPr/>
          <p:nvPr/>
        </p:nvSpPr>
        <p:spPr>
          <a:xfrm>
            <a:off x="3220560" y="3219120"/>
            <a:ext cx="159840" cy="338040"/>
          </a:xfrm>
          <a:prstGeom prst="rect">
            <a:avLst/>
          </a:prstGeom>
          <a:noFill/>
          <a:ln w="0">
            <a:noFill/>
          </a:ln>
        </p:spPr>
        <p:style>
          <a:lnRef idx="0"/>
          <a:fillRef idx="0"/>
          <a:effectRef idx="0"/>
          <a:fontRef idx="minor"/>
        </p:style>
        <p:txBody>
          <a:bodyPr wrap="none" lIns="90000" rIns="90000" tIns="45000" bIns="45000" anchor="t">
            <a:noAutofit/>
          </a:bodyPr>
          <a:p>
            <a:pPr algn="ctr" defTabSz="914400">
              <a:lnSpc>
                <a:spcPts val="2665"/>
              </a:lnSpc>
              <a:tabLst>
                <a:tab algn="l" pos="0"/>
              </a:tabLst>
            </a:pPr>
            <a:endParaRPr b="0" lang="en-US" sz="2130" spc="-1" strike="noStrike">
              <a:solidFill>
                <a:schemeClr val="dk1"/>
              </a:solidFill>
              <a:latin typeface="Roboto"/>
            </a:endParaRPr>
          </a:p>
        </p:txBody>
      </p:sp>
      <p:sp>
        <p:nvSpPr>
          <p:cNvPr id="101" name="Text 1"/>
          <p:cNvSpPr/>
          <p:nvPr/>
        </p:nvSpPr>
        <p:spPr>
          <a:xfrm>
            <a:off x="2037960" y="863640"/>
            <a:ext cx="9974160" cy="694080"/>
          </a:xfrm>
          <a:prstGeom prst="rect">
            <a:avLst/>
          </a:prstGeom>
          <a:noFill/>
          <a:ln w="0">
            <a:noFill/>
          </a:ln>
        </p:spPr>
        <p:style>
          <a:lnRef idx="0"/>
          <a:fillRef idx="0"/>
          <a:effectRef idx="0"/>
          <a:fontRef idx="minor"/>
        </p:style>
        <p:txBody>
          <a:bodyPr wrap="none" lIns="90000" rIns="90000" tIns="45000" bIns="45000" anchor="t">
            <a:noAutofit/>
          </a:bodyPr>
          <a:p>
            <a:pPr defTabSz="914400">
              <a:lnSpc>
                <a:spcPts val="5468"/>
              </a:lnSpc>
              <a:tabLst>
                <a:tab algn="l" pos="0"/>
              </a:tabLst>
            </a:pPr>
            <a:r>
              <a:rPr b="1" lang="en-US" sz="4370" spc="-1" strike="noStrike">
                <a:solidFill>
                  <a:srgbClr val="000000"/>
                </a:solidFill>
                <a:latin typeface="p22-mackinac-pro"/>
                <a:ea typeface="p22-mackinac-pro"/>
              </a:rPr>
              <a:t>4. Optimising Your Salesforce Interface</a:t>
            </a:r>
            <a:endParaRPr b="0" lang="en-US" sz="4370" spc="-1" strike="noStrike">
              <a:solidFill>
                <a:srgbClr val="000000"/>
              </a:solidFill>
              <a:latin typeface="Arial"/>
            </a:endParaRPr>
          </a:p>
        </p:txBody>
      </p:sp>
      <p:pic>
        <p:nvPicPr>
          <p:cNvPr id="102" name="Image 1" descr="preencoded.png"/>
          <p:cNvPicPr/>
          <p:nvPr/>
        </p:nvPicPr>
        <p:blipFill>
          <a:blip r:embed="rId1"/>
          <a:stretch/>
        </p:blipFill>
        <p:spPr>
          <a:xfrm>
            <a:off x="2037960" y="2002320"/>
            <a:ext cx="3295440" cy="2036520"/>
          </a:xfrm>
          <a:prstGeom prst="rect">
            <a:avLst/>
          </a:prstGeom>
          <a:ln w="0">
            <a:noFill/>
          </a:ln>
        </p:spPr>
      </p:pic>
      <p:sp>
        <p:nvSpPr>
          <p:cNvPr id="103" name="Text 2"/>
          <p:cNvSpPr/>
          <p:nvPr/>
        </p:nvSpPr>
        <p:spPr>
          <a:xfrm>
            <a:off x="2037960" y="4316760"/>
            <a:ext cx="3295440" cy="694080"/>
          </a:xfrm>
          <a:prstGeom prst="rect">
            <a:avLst/>
          </a:prstGeom>
          <a:noFill/>
          <a:ln w="0">
            <a:noFill/>
          </a:ln>
        </p:spPr>
        <p:style>
          <a:lnRef idx="0"/>
          <a:fillRef idx="0"/>
          <a:effectRef idx="0"/>
          <a:fontRef idx="minor"/>
        </p:style>
        <p:txBody>
          <a:bodyPr lIns="90000" rIns="90000" tIns="45000" bIns="45000" anchor="t">
            <a:noAutofit/>
          </a:bodyPr>
          <a:p>
            <a:pPr defTabSz="914400">
              <a:lnSpc>
                <a:spcPts val="2733"/>
              </a:lnSpc>
              <a:tabLst>
                <a:tab algn="l" pos="0"/>
              </a:tabLst>
            </a:pPr>
            <a:r>
              <a:rPr b="1" lang="en-US" sz="2190" spc="-1" strike="noStrike">
                <a:solidFill>
                  <a:srgbClr val="000000"/>
                </a:solidFill>
                <a:latin typeface="p22-mackinac-pro"/>
                <a:ea typeface="p22-mackinac-pro"/>
              </a:rPr>
              <a:t>Customising your Dashboards</a:t>
            </a:r>
            <a:endParaRPr b="0" lang="en-US" sz="2190" spc="-1" strike="noStrike">
              <a:solidFill>
                <a:srgbClr val="000000"/>
              </a:solidFill>
              <a:latin typeface="Arial"/>
            </a:endParaRPr>
          </a:p>
        </p:txBody>
      </p:sp>
      <p:sp>
        <p:nvSpPr>
          <p:cNvPr id="104" name="Text 3"/>
          <p:cNvSpPr/>
          <p:nvPr/>
        </p:nvSpPr>
        <p:spPr>
          <a:xfrm>
            <a:off x="2037960" y="5233320"/>
            <a:ext cx="3295440" cy="213192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Customize your Salesforce dashboards to your specific needs &amp; interests, so you can quickly access key information and helpful reports, right when you need it.</a:t>
            </a:r>
            <a:endParaRPr b="0" lang="en-US" sz="1750" spc="-1" strike="noStrike">
              <a:solidFill>
                <a:srgbClr val="000000"/>
              </a:solidFill>
              <a:latin typeface="Arial"/>
            </a:endParaRPr>
          </a:p>
        </p:txBody>
      </p:sp>
      <p:pic>
        <p:nvPicPr>
          <p:cNvPr id="105" name="Image 2" descr="preencoded.png"/>
          <p:cNvPicPr/>
          <p:nvPr/>
        </p:nvPicPr>
        <p:blipFill>
          <a:blip r:embed="rId2"/>
          <a:stretch/>
        </p:blipFill>
        <p:spPr>
          <a:xfrm>
            <a:off x="5667120" y="2002320"/>
            <a:ext cx="3295800" cy="2036520"/>
          </a:xfrm>
          <a:prstGeom prst="rect">
            <a:avLst/>
          </a:prstGeom>
          <a:ln w="0">
            <a:noFill/>
          </a:ln>
        </p:spPr>
      </p:pic>
      <p:sp>
        <p:nvSpPr>
          <p:cNvPr id="106" name="Text 4"/>
          <p:cNvSpPr/>
          <p:nvPr/>
        </p:nvSpPr>
        <p:spPr>
          <a:xfrm>
            <a:off x="5667120" y="4317120"/>
            <a:ext cx="3295800" cy="694080"/>
          </a:xfrm>
          <a:prstGeom prst="rect">
            <a:avLst/>
          </a:prstGeom>
          <a:noFill/>
          <a:ln w="0">
            <a:noFill/>
          </a:ln>
        </p:spPr>
        <p:style>
          <a:lnRef idx="0"/>
          <a:fillRef idx="0"/>
          <a:effectRef idx="0"/>
          <a:fontRef idx="minor"/>
        </p:style>
        <p:txBody>
          <a:bodyPr lIns="90000" rIns="90000" tIns="45000" bIns="45000" anchor="t">
            <a:noAutofit/>
          </a:bodyPr>
          <a:p>
            <a:pPr defTabSz="914400">
              <a:lnSpc>
                <a:spcPts val="2733"/>
              </a:lnSpc>
              <a:tabLst>
                <a:tab algn="l" pos="0"/>
              </a:tabLst>
            </a:pPr>
            <a:r>
              <a:rPr b="1" lang="en-US" sz="2190" spc="-1" strike="noStrike">
                <a:solidFill>
                  <a:srgbClr val="000000"/>
                </a:solidFill>
                <a:latin typeface="p22-mackinac-pro"/>
                <a:ea typeface="p22-mackinac-pro"/>
              </a:rPr>
              <a:t>Optimising your Mobile Experience</a:t>
            </a:r>
            <a:endParaRPr b="0" lang="en-US" sz="2190" spc="-1" strike="noStrike">
              <a:solidFill>
                <a:srgbClr val="000000"/>
              </a:solidFill>
              <a:latin typeface="Arial"/>
            </a:endParaRPr>
          </a:p>
        </p:txBody>
      </p:sp>
      <p:sp>
        <p:nvSpPr>
          <p:cNvPr id="107" name="Text 5"/>
          <p:cNvSpPr/>
          <p:nvPr/>
        </p:nvSpPr>
        <p:spPr>
          <a:xfrm>
            <a:off x="5667120" y="5233680"/>
            <a:ext cx="3295800" cy="213192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Take your Salesforce experience on-the-go, with mobile apps that allow you to access your CRM data and tools from any location, on any device.</a:t>
            </a:r>
            <a:endParaRPr b="0" lang="en-US" sz="1750" spc="-1" strike="noStrike">
              <a:solidFill>
                <a:srgbClr val="000000"/>
              </a:solidFill>
              <a:latin typeface="Arial"/>
            </a:endParaRPr>
          </a:p>
        </p:txBody>
      </p:sp>
      <p:pic>
        <p:nvPicPr>
          <p:cNvPr id="108" name="Image 3" descr="preencoded.png"/>
          <p:cNvPicPr/>
          <p:nvPr/>
        </p:nvPicPr>
        <p:blipFill>
          <a:blip r:embed="rId3"/>
          <a:stretch/>
        </p:blipFill>
        <p:spPr>
          <a:xfrm>
            <a:off x="9296280" y="2002320"/>
            <a:ext cx="3295800" cy="2036520"/>
          </a:xfrm>
          <a:prstGeom prst="rect">
            <a:avLst/>
          </a:prstGeom>
          <a:ln w="0">
            <a:noFill/>
          </a:ln>
        </p:spPr>
      </p:pic>
      <p:sp>
        <p:nvSpPr>
          <p:cNvPr id="109" name="Text 6"/>
          <p:cNvSpPr/>
          <p:nvPr/>
        </p:nvSpPr>
        <p:spPr>
          <a:xfrm>
            <a:off x="9296280" y="4317120"/>
            <a:ext cx="3295800" cy="694080"/>
          </a:xfrm>
          <a:prstGeom prst="rect">
            <a:avLst/>
          </a:prstGeom>
          <a:noFill/>
          <a:ln w="0">
            <a:noFill/>
          </a:ln>
        </p:spPr>
        <p:style>
          <a:lnRef idx="0"/>
          <a:fillRef idx="0"/>
          <a:effectRef idx="0"/>
          <a:fontRef idx="minor"/>
        </p:style>
        <p:txBody>
          <a:bodyPr lIns="90000" rIns="90000" tIns="45000" bIns="45000" anchor="t">
            <a:noAutofit/>
          </a:bodyPr>
          <a:p>
            <a:pPr defTabSz="914400">
              <a:lnSpc>
                <a:spcPts val="2733"/>
              </a:lnSpc>
              <a:tabLst>
                <a:tab algn="l" pos="0"/>
              </a:tabLst>
            </a:pPr>
            <a:r>
              <a:rPr b="1" lang="en-US" sz="2190" spc="-1" strike="noStrike">
                <a:solidFill>
                  <a:srgbClr val="000000"/>
                </a:solidFill>
                <a:latin typeface="p22-mackinac-pro"/>
                <a:ea typeface="p22-mackinac-pro"/>
              </a:rPr>
              <a:t>Streamlining your Settings</a:t>
            </a:r>
            <a:endParaRPr b="0" lang="en-US" sz="2190" spc="-1" strike="noStrike">
              <a:solidFill>
                <a:srgbClr val="000000"/>
              </a:solidFill>
              <a:latin typeface="Arial"/>
            </a:endParaRPr>
          </a:p>
        </p:txBody>
      </p:sp>
      <p:sp>
        <p:nvSpPr>
          <p:cNvPr id="110" name="Text 7"/>
          <p:cNvSpPr/>
          <p:nvPr/>
        </p:nvSpPr>
        <p:spPr>
          <a:xfrm>
            <a:off x="9296280" y="5233680"/>
            <a:ext cx="3295800" cy="177660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Customize your Salesforce settings for maximum efficiency, streamlining your tools and task flows to better suit your unique requirements.</a:t>
            </a:r>
            <a:endParaRPr b="0" lang="en-US" sz="1750" spc="-1" strike="noStrike">
              <a:solidFill>
                <a:srgbClr val="000000"/>
              </a:solidFill>
              <a:latin typeface="Arial"/>
            </a:endParaRPr>
          </a:p>
        </p:txBody>
      </p:sp>
    </p:spTree>
  </p:cSld>
  <mc:AlternateContent>
    <mc:Choice Requires="p14">
      <p:transition spd="slow" p14:dur="2750">
        <p:fade/>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Text 1"/>
          <p:cNvSpPr/>
          <p:nvPr/>
        </p:nvSpPr>
        <p:spPr>
          <a:xfrm>
            <a:off x="814680" y="1079280"/>
            <a:ext cx="11106000" cy="1388520"/>
          </a:xfrm>
          <a:prstGeom prst="rect">
            <a:avLst/>
          </a:prstGeom>
          <a:noFill/>
          <a:ln w="0">
            <a:noFill/>
          </a:ln>
        </p:spPr>
        <p:style>
          <a:lnRef idx="0"/>
          <a:fillRef idx="0"/>
          <a:effectRef idx="0"/>
          <a:fontRef idx="minor"/>
        </p:style>
        <p:txBody>
          <a:bodyPr lIns="90000" rIns="90000" tIns="45000" bIns="45000" anchor="t">
            <a:noAutofit/>
          </a:bodyPr>
          <a:p>
            <a:pPr defTabSz="914400">
              <a:lnSpc>
                <a:spcPts val="5468"/>
              </a:lnSpc>
              <a:tabLst>
                <a:tab algn="l" pos="0"/>
              </a:tabLst>
            </a:pPr>
            <a:r>
              <a:rPr b="1" lang="en-US" sz="4370" spc="-1" strike="noStrike">
                <a:solidFill>
                  <a:srgbClr val="000000"/>
                </a:solidFill>
                <a:latin typeface="p22-mackinac-pro"/>
                <a:ea typeface="p22-mackinac-pro"/>
              </a:rPr>
              <a:t>6. Collaborating Across Teams with Salesforce</a:t>
            </a:r>
            <a:endParaRPr b="0" lang="en-US" sz="4370" spc="-1" strike="noStrike">
              <a:solidFill>
                <a:srgbClr val="000000"/>
              </a:solidFill>
              <a:latin typeface="Arial"/>
            </a:endParaRPr>
          </a:p>
        </p:txBody>
      </p:sp>
      <p:graphicFrame>
        <p:nvGraphicFramePr>
          <p:cNvPr id="112" name="Content Placeholder 11"/>
          <p:cNvGraphicFramePr/>
          <p:nvPr/>
        </p:nvGraphicFramePr>
        <p:xfrm>
          <a:off x="816480" y="2930400"/>
          <a:ext cx="12616920" cy="3139560"/>
        </p:xfrm>
        <a:graphic>
          <a:graphicData uri="http://schemas.openxmlformats.org/drawingml/2006/table">
            <a:tbl>
              <a:tblPr/>
              <a:tblGrid>
                <a:gridCol w="4205520"/>
                <a:gridCol w="4205520"/>
                <a:gridCol w="4205520"/>
              </a:tblGrid>
              <a:tr h="370800">
                <a:tc>
                  <a:txBody>
                    <a:bodyPr anchor="t">
                      <a:noAutofit/>
                    </a:bodyPr>
                    <a:p>
                      <a:pPr defTabSz="1097280">
                        <a:lnSpc>
                          <a:spcPct val="100000"/>
                        </a:lnSpc>
                      </a:pPr>
                      <a:r>
                        <a:rPr b="1" lang="en-US" sz="2200" spc="-1" strike="noStrike">
                          <a:solidFill>
                            <a:schemeClr val="lt1"/>
                          </a:solidFill>
                          <a:latin typeface="Roboto"/>
                        </a:rPr>
                        <a:t>Fostering Teamwork</a:t>
                      </a:r>
                      <a:endParaRPr b="0" lang="en-US" sz="2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1097280">
                        <a:lnSpc>
                          <a:spcPct val="100000"/>
                        </a:lnSpc>
                      </a:pPr>
                      <a:r>
                        <a:rPr b="1" lang="en-US" sz="2200" spc="-1" strike="noStrike">
                          <a:solidFill>
                            <a:schemeClr val="lt1"/>
                          </a:solidFill>
                          <a:latin typeface="Roboto"/>
                        </a:rPr>
                        <a:t>Promoting Transparency</a:t>
                      </a:r>
                      <a:endParaRPr b="0" lang="en-US" sz="2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1097280">
                        <a:lnSpc>
                          <a:spcPct val="100000"/>
                        </a:lnSpc>
                      </a:pPr>
                      <a:r>
                        <a:rPr b="1" lang="en-US" sz="2200" spc="-1" strike="noStrike">
                          <a:solidFill>
                            <a:schemeClr val="lt1"/>
                          </a:solidFill>
                          <a:latin typeface="Roboto"/>
                        </a:rPr>
                        <a:t>Driving Results</a:t>
                      </a:r>
                      <a:endParaRPr b="0" lang="en-US" sz="2200" spc="-1" strike="noStrike">
                        <a:solidFill>
                          <a:srgbClr val="ffffff"/>
                        </a:solidFill>
                        <a:latin typeface="Arial"/>
                      </a:endParaRPr>
                    </a:p>
                    <a:p>
                      <a:pPr defTabSz="1097280">
                        <a:lnSpc>
                          <a:spcPct val="100000"/>
                        </a:lnSpc>
                      </a:pPr>
                      <a:endParaRPr b="0" lang="en-US" sz="216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70800">
                <a:tc>
                  <a:txBody>
                    <a:bodyPr anchor="t">
                      <a:noAutofit/>
                    </a:bodyPr>
                    <a:p>
                      <a:pPr defTabSz="1097280">
                        <a:lnSpc>
                          <a:spcPct val="100000"/>
                        </a:lnSpc>
                      </a:pPr>
                      <a:r>
                        <a:rPr b="0" lang="en-US" sz="1800" spc="-1" strike="noStrike">
                          <a:solidFill>
                            <a:srgbClr val="272525"/>
                          </a:solidFill>
                          <a:latin typeface="Roboto"/>
                        </a:rPr>
                        <a:t>Encourage team collaboration in Salesforce, using chat, activities, and document sharing to work together efficiently towards a common goal.</a:t>
                      </a:r>
                      <a:endParaRPr b="0" lang="en-US" sz="1800" spc="-1" strike="noStrike">
                        <a:solidFill>
                          <a:srgbClr val="000000"/>
                        </a:solidFill>
                        <a:latin typeface="Arial"/>
                      </a:endParaRPr>
                    </a:p>
                    <a:p>
                      <a:pPr defTabSz="1097280">
                        <a:lnSpc>
                          <a:spcPct val="100000"/>
                        </a:lnSpc>
                      </a:pPr>
                      <a:endParaRPr b="0" lang="en-US" sz="216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1097280">
                        <a:lnSpc>
                          <a:spcPct val="100000"/>
                        </a:lnSpc>
                      </a:pPr>
                      <a:r>
                        <a:rPr b="0" lang="en-US" sz="1800" spc="-1" strike="noStrike">
                          <a:solidFill>
                            <a:srgbClr val="272525"/>
                          </a:solidFill>
                          <a:latin typeface="Roboto"/>
                        </a:rPr>
                        <a:t>Create a culture of transparency by communicating regularly and publicly in Salesforce, providing updates, sharing reports, and increasing company-wide engagement.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1097280">
                        <a:lnSpc>
                          <a:spcPct val="100000"/>
                        </a:lnSpc>
                      </a:pPr>
                      <a:r>
                        <a:rPr b="0" lang="en-US" sz="1800" spc="-1" strike="noStrike">
                          <a:solidFill>
                            <a:srgbClr val="272525"/>
                          </a:solidFill>
                          <a:latin typeface="Roboto"/>
                        </a:rPr>
                        <a:t>Empower your team members to achieve their potential by providing the right tools and resources in Salesforce, building a culture of continuous improvement with measurable results.</a:t>
                      </a:r>
                      <a:endParaRPr b="0" lang="en-US" sz="1800" spc="-1" strike="noStrike">
                        <a:solidFill>
                          <a:srgbClr val="000000"/>
                        </a:solidFill>
                        <a:latin typeface="Arial"/>
                      </a:endParaRPr>
                    </a:p>
                    <a:p>
                      <a:pPr defTabSz="1097280">
                        <a:lnSpc>
                          <a:spcPct val="100000"/>
                        </a:lnSpc>
                      </a:pPr>
                      <a:endParaRPr b="0" lang="en-US" sz="216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750">
        <p:fade/>
      </p:transition>
    </mc:Choice>
    <mc:Fallback>
      <p:transition spd="slow">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Text 1"/>
          <p:cNvSpPr/>
          <p:nvPr/>
        </p:nvSpPr>
        <p:spPr>
          <a:xfrm>
            <a:off x="2037960" y="1368720"/>
            <a:ext cx="6933960" cy="694080"/>
          </a:xfrm>
          <a:prstGeom prst="rect">
            <a:avLst/>
          </a:prstGeom>
          <a:noFill/>
          <a:ln w="0">
            <a:noFill/>
          </a:ln>
        </p:spPr>
        <p:style>
          <a:lnRef idx="0"/>
          <a:fillRef idx="0"/>
          <a:effectRef idx="0"/>
          <a:fontRef idx="minor"/>
        </p:style>
        <p:txBody>
          <a:bodyPr wrap="none" lIns="90000" rIns="90000" tIns="45000" bIns="45000" anchor="t">
            <a:noAutofit/>
          </a:bodyPr>
          <a:p>
            <a:pPr defTabSz="914400">
              <a:lnSpc>
                <a:spcPts val="5468"/>
              </a:lnSpc>
              <a:tabLst>
                <a:tab algn="l" pos="0"/>
              </a:tabLst>
            </a:pPr>
            <a:r>
              <a:rPr b="1" lang="en-US" sz="4370" spc="-1" strike="noStrike">
                <a:solidFill>
                  <a:srgbClr val="000000"/>
                </a:solidFill>
                <a:latin typeface="p22-mackinac-pro"/>
                <a:ea typeface="p22-mackinac-pro"/>
              </a:rPr>
              <a:t>7. Salesforce Tips and Tricks</a:t>
            </a:r>
            <a:endParaRPr b="0" lang="en-US" sz="4370" spc="-1" strike="noStrike">
              <a:solidFill>
                <a:srgbClr val="000000"/>
              </a:solidFill>
              <a:latin typeface="Arial"/>
            </a:endParaRPr>
          </a:p>
        </p:txBody>
      </p:sp>
      <p:sp>
        <p:nvSpPr>
          <p:cNvPr id="114" name="Shape 2"/>
          <p:cNvSpPr/>
          <p:nvPr/>
        </p:nvSpPr>
        <p:spPr>
          <a:xfrm>
            <a:off x="2037960" y="2507400"/>
            <a:ext cx="10554120" cy="4352760"/>
          </a:xfrm>
          <a:prstGeom prst="roundRect">
            <a:avLst>
              <a:gd name="adj" fmla="val 2297"/>
            </a:avLst>
          </a:prstGeom>
          <a:noFill/>
          <a:ln w="13811">
            <a:solidFill>
              <a:srgbClr val="000000">
                <a:alpha val="800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5" name="Shape 3"/>
          <p:cNvSpPr/>
          <p:nvPr/>
        </p:nvSpPr>
        <p:spPr>
          <a:xfrm>
            <a:off x="2051640" y="2521440"/>
            <a:ext cx="10526400" cy="636840"/>
          </a:xfrm>
          <a:prstGeom prst="rect">
            <a:avLst/>
          </a:prstGeom>
          <a:solidFill>
            <a:srgbClr val="ffffff">
              <a:alpha val="4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6" name="Text 4"/>
          <p:cNvSpPr/>
          <p:nvPr/>
        </p:nvSpPr>
        <p:spPr>
          <a:xfrm>
            <a:off x="2274120" y="2662200"/>
            <a:ext cx="4815000" cy="354960"/>
          </a:xfrm>
          <a:prstGeom prst="rect">
            <a:avLst/>
          </a:prstGeom>
          <a:noFill/>
          <a:ln w="0">
            <a:noFill/>
          </a:ln>
        </p:spPr>
        <p:style>
          <a:lnRef idx="0"/>
          <a:fillRef idx="0"/>
          <a:effectRef idx="0"/>
          <a:fontRef idx="minor"/>
        </p:style>
        <p:txBody>
          <a:bodyPr wrap="none"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Salesforce Feature</a:t>
            </a:r>
            <a:endParaRPr b="0" lang="en-US" sz="1750" spc="-1" strike="noStrike">
              <a:solidFill>
                <a:srgbClr val="000000"/>
              </a:solidFill>
              <a:latin typeface="Arial"/>
            </a:endParaRPr>
          </a:p>
        </p:txBody>
      </p:sp>
      <p:sp>
        <p:nvSpPr>
          <p:cNvPr id="117" name="Text 5"/>
          <p:cNvSpPr/>
          <p:nvPr/>
        </p:nvSpPr>
        <p:spPr>
          <a:xfrm>
            <a:off x="7541280" y="2662200"/>
            <a:ext cx="4815000" cy="354960"/>
          </a:xfrm>
          <a:prstGeom prst="rect">
            <a:avLst/>
          </a:prstGeom>
          <a:noFill/>
          <a:ln w="0">
            <a:noFill/>
          </a:ln>
        </p:spPr>
        <p:style>
          <a:lnRef idx="0"/>
          <a:fillRef idx="0"/>
          <a:effectRef idx="0"/>
          <a:fontRef idx="minor"/>
        </p:style>
        <p:txBody>
          <a:bodyPr wrap="none"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How to Use It</a:t>
            </a:r>
            <a:endParaRPr b="0" lang="en-US" sz="1750" spc="-1" strike="noStrike">
              <a:solidFill>
                <a:srgbClr val="000000"/>
              </a:solidFill>
              <a:latin typeface="Arial"/>
            </a:endParaRPr>
          </a:p>
        </p:txBody>
      </p:sp>
      <p:sp>
        <p:nvSpPr>
          <p:cNvPr id="118" name="Shape 6"/>
          <p:cNvSpPr/>
          <p:nvPr/>
        </p:nvSpPr>
        <p:spPr>
          <a:xfrm>
            <a:off x="2051640" y="3158640"/>
            <a:ext cx="10526400" cy="1347480"/>
          </a:xfrm>
          <a:prstGeom prst="rect">
            <a:avLst/>
          </a:prstGeom>
          <a:solidFill>
            <a:srgbClr val="000000">
              <a:alpha val="4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9" name="Text 7"/>
          <p:cNvSpPr/>
          <p:nvPr/>
        </p:nvSpPr>
        <p:spPr>
          <a:xfrm>
            <a:off x="2274120" y="3299400"/>
            <a:ext cx="4815000" cy="354960"/>
          </a:xfrm>
          <a:prstGeom prst="rect">
            <a:avLst/>
          </a:prstGeom>
          <a:noFill/>
          <a:ln w="0">
            <a:noFill/>
          </a:ln>
        </p:spPr>
        <p:style>
          <a:lnRef idx="0"/>
          <a:fillRef idx="0"/>
          <a:effectRef idx="0"/>
          <a:fontRef idx="minor"/>
        </p:style>
        <p:txBody>
          <a:bodyPr wrap="none"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Salesforce Lightning Experience</a:t>
            </a:r>
            <a:endParaRPr b="0" lang="en-US" sz="1750" spc="-1" strike="noStrike">
              <a:solidFill>
                <a:srgbClr val="000000"/>
              </a:solidFill>
              <a:latin typeface="Arial"/>
            </a:endParaRPr>
          </a:p>
        </p:txBody>
      </p:sp>
      <p:sp>
        <p:nvSpPr>
          <p:cNvPr id="120" name="Text 8"/>
          <p:cNvSpPr/>
          <p:nvPr/>
        </p:nvSpPr>
        <p:spPr>
          <a:xfrm>
            <a:off x="7541280" y="3299400"/>
            <a:ext cx="4815000" cy="106596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Enable the new interface to access more features and streamline your Salesforce experience.</a:t>
            </a:r>
            <a:endParaRPr b="0" lang="en-US" sz="1750" spc="-1" strike="noStrike">
              <a:solidFill>
                <a:srgbClr val="000000"/>
              </a:solidFill>
              <a:latin typeface="Arial"/>
            </a:endParaRPr>
          </a:p>
        </p:txBody>
      </p:sp>
      <p:sp>
        <p:nvSpPr>
          <p:cNvPr id="121" name="Shape 9"/>
          <p:cNvSpPr/>
          <p:nvPr/>
        </p:nvSpPr>
        <p:spPr>
          <a:xfrm>
            <a:off x="2051640" y="4506480"/>
            <a:ext cx="10526400" cy="992160"/>
          </a:xfrm>
          <a:prstGeom prst="rect">
            <a:avLst/>
          </a:prstGeom>
          <a:solidFill>
            <a:srgbClr val="ffffff">
              <a:alpha val="4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2" name="Text 10"/>
          <p:cNvSpPr/>
          <p:nvPr/>
        </p:nvSpPr>
        <p:spPr>
          <a:xfrm>
            <a:off x="2274120" y="4647240"/>
            <a:ext cx="4815000" cy="354960"/>
          </a:xfrm>
          <a:prstGeom prst="rect">
            <a:avLst/>
          </a:prstGeom>
          <a:noFill/>
          <a:ln w="0">
            <a:noFill/>
          </a:ln>
        </p:spPr>
        <p:style>
          <a:lnRef idx="0"/>
          <a:fillRef idx="0"/>
          <a:effectRef idx="0"/>
          <a:fontRef idx="minor"/>
        </p:style>
        <p:txBody>
          <a:bodyPr wrap="none"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Custom Reports and Dashboards</a:t>
            </a:r>
            <a:endParaRPr b="0" lang="en-US" sz="1750" spc="-1" strike="noStrike">
              <a:solidFill>
                <a:srgbClr val="000000"/>
              </a:solidFill>
              <a:latin typeface="Arial"/>
            </a:endParaRPr>
          </a:p>
        </p:txBody>
      </p:sp>
      <p:sp>
        <p:nvSpPr>
          <p:cNvPr id="123" name="Text 11"/>
          <p:cNvSpPr/>
          <p:nvPr/>
        </p:nvSpPr>
        <p:spPr>
          <a:xfrm>
            <a:off x="7541280" y="4647240"/>
            <a:ext cx="4815000" cy="71028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Create custom reports to access key data more quickly and generate new insights.</a:t>
            </a:r>
            <a:endParaRPr b="0" lang="en-US" sz="1750" spc="-1" strike="noStrike">
              <a:solidFill>
                <a:srgbClr val="000000"/>
              </a:solidFill>
              <a:latin typeface="Arial"/>
            </a:endParaRPr>
          </a:p>
        </p:txBody>
      </p:sp>
      <p:sp>
        <p:nvSpPr>
          <p:cNvPr id="124" name="Shape 12"/>
          <p:cNvSpPr/>
          <p:nvPr/>
        </p:nvSpPr>
        <p:spPr>
          <a:xfrm>
            <a:off x="2051640" y="5499000"/>
            <a:ext cx="10526400" cy="1347480"/>
          </a:xfrm>
          <a:prstGeom prst="rect">
            <a:avLst/>
          </a:prstGeom>
          <a:solidFill>
            <a:srgbClr val="000000">
              <a:alpha val="4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5" name="Text 13"/>
          <p:cNvSpPr/>
          <p:nvPr/>
        </p:nvSpPr>
        <p:spPr>
          <a:xfrm>
            <a:off x="2274120" y="5639760"/>
            <a:ext cx="4815000" cy="354960"/>
          </a:xfrm>
          <a:prstGeom prst="rect">
            <a:avLst/>
          </a:prstGeom>
          <a:noFill/>
          <a:ln w="0">
            <a:noFill/>
          </a:ln>
        </p:spPr>
        <p:style>
          <a:lnRef idx="0"/>
          <a:fillRef idx="0"/>
          <a:effectRef idx="0"/>
          <a:fontRef idx="minor"/>
        </p:style>
        <p:txBody>
          <a:bodyPr wrap="none"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Social Media Integrations</a:t>
            </a:r>
            <a:endParaRPr b="0" lang="en-US" sz="1750" spc="-1" strike="noStrike">
              <a:solidFill>
                <a:srgbClr val="000000"/>
              </a:solidFill>
              <a:latin typeface="Arial"/>
            </a:endParaRPr>
          </a:p>
        </p:txBody>
      </p:sp>
      <p:sp>
        <p:nvSpPr>
          <p:cNvPr id="126" name="Text 14"/>
          <p:cNvSpPr/>
          <p:nvPr/>
        </p:nvSpPr>
        <p:spPr>
          <a:xfrm>
            <a:off x="7541280" y="5639760"/>
            <a:ext cx="4815000" cy="106596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Integrate Salesforce with social media for deeper insights into customer activity and behaviour.</a:t>
            </a:r>
            <a:endParaRPr b="0" lang="en-US" sz="1750" spc="-1" strike="noStrike">
              <a:solidFill>
                <a:srgbClr val="000000"/>
              </a:solidFill>
              <a:latin typeface="Arial"/>
            </a:endParaRPr>
          </a:p>
        </p:txBody>
      </p:sp>
    </p:spTree>
  </p:cSld>
  <mc:AlternateContent>
    <mc:Choice Requires="p14">
      <p:transition spd="slow" p14:dur="2750">
        <p:fade/>
      </p:transition>
    </mc:Choice>
    <mc:Fallback>
      <p:transition spd="slow">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Text 1"/>
          <p:cNvSpPr/>
          <p:nvPr/>
        </p:nvSpPr>
        <p:spPr>
          <a:xfrm>
            <a:off x="833040" y="1429200"/>
            <a:ext cx="10315440" cy="2918520"/>
          </a:xfrm>
          <a:prstGeom prst="rect">
            <a:avLst/>
          </a:prstGeom>
          <a:noFill/>
          <a:ln w="0">
            <a:noFill/>
          </a:ln>
        </p:spPr>
        <p:style>
          <a:lnRef idx="0"/>
          <a:fillRef idx="0"/>
          <a:effectRef idx="0"/>
          <a:fontRef idx="minor"/>
        </p:style>
        <p:txBody>
          <a:bodyPr anchor="t">
            <a:noAutofit/>
          </a:bodyPr>
          <a:p>
            <a:pPr defTabSz="914400">
              <a:lnSpc>
                <a:spcPts val="6562"/>
              </a:lnSpc>
            </a:pPr>
            <a:r>
              <a:rPr b="1" lang="en-US" sz="5200" spc="-1" strike="noStrike">
                <a:solidFill>
                  <a:srgbClr val="000000"/>
                </a:solidFill>
                <a:latin typeface="p22-mackinac-pro"/>
                <a:ea typeface="p22-mackinac-pro"/>
              </a:rPr>
              <a:t>Salesforce User Training: customize account, contact, lead, opportunity and tasks</a:t>
            </a:r>
            <a:endParaRPr b="0" lang="en-US" sz="5200" spc="-1" strike="noStrike">
              <a:solidFill>
                <a:srgbClr val="000000"/>
              </a:solidFill>
              <a:latin typeface="Arial"/>
            </a:endParaRPr>
          </a:p>
        </p:txBody>
      </p:sp>
      <p:sp>
        <p:nvSpPr>
          <p:cNvPr id="128" name="Text 2"/>
          <p:cNvSpPr/>
          <p:nvPr/>
        </p:nvSpPr>
        <p:spPr>
          <a:xfrm>
            <a:off x="4324680" y="4591440"/>
            <a:ext cx="7960320" cy="2187360"/>
          </a:xfrm>
          <a:prstGeom prst="rect">
            <a:avLst/>
          </a:prstGeom>
          <a:noFill/>
          <a:ln w="0">
            <a:noFill/>
          </a:ln>
        </p:spPr>
        <p:style>
          <a:lnRef idx="0"/>
          <a:fillRef idx="0"/>
          <a:effectRef idx="0"/>
          <a:fontRef idx="minor"/>
        </p:style>
        <p:txBody>
          <a:bodyPr anchor="t">
            <a:noAutofit/>
          </a:bodyPr>
          <a:p>
            <a:pPr defTabSz="914400">
              <a:lnSpc>
                <a:spcPts val="2798"/>
              </a:lnSpc>
            </a:pPr>
            <a:r>
              <a:rPr b="0" lang="en-US" sz="3200" spc="-1" strike="noStrike">
                <a:solidFill>
                  <a:srgbClr val="272525"/>
                </a:solidFill>
                <a:latin typeface="roboto"/>
                <a:ea typeface="Eudoxus Sans"/>
              </a:rPr>
              <a:t>Welcome to Salesforce User Training! In this presentation, we'll cover five essential topics: c</a:t>
            </a:r>
            <a:r>
              <a:rPr b="0" lang="en-US" sz="3200" spc="-1" strike="noStrike">
                <a:solidFill>
                  <a:srgbClr val="000000"/>
                </a:solidFill>
                <a:latin typeface="roboto"/>
                <a:ea typeface="Calibri"/>
              </a:rPr>
              <a:t>ustomize account, contact, lead, opportunity and tasks</a:t>
            </a:r>
            <a:endParaRPr b="0" lang="en-US" sz="3200" spc="-1" strike="noStrike">
              <a:solidFill>
                <a:srgbClr val="000000"/>
              </a:solidFill>
              <a:latin typeface="Arial"/>
            </a:endParaRPr>
          </a:p>
        </p:txBody>
      </p:sp>
      <p:sp>
        <p:nvSpPr>
          <p:cNvPr id="2" name="PlaceHolder 1"/>
          <p:cNvSpPr>
            <a:spLocks noGrp="1"/>
          </p:cNvSpPr>
          <p:nvPr>
            <p:ph type="sldNum" idx="3"/>
          </p:nvPr>
        </p:nvSpPr>
        <p:spPr/>
        <p:txBody>
          <a:bodyPr/>
          <a:p>
            <a:fld id="{5CDDC8BE-88DE-417B-B9B7-C0D80A510D64}" type="slidenum">
              <a:t>15</a:t>
            </a:fld>
          </a:p>
        </p:txBody>
      </p:sp>
    </p:spTree>
  </p:cSld>
  <mc:AlternateContent>
    <mc:Choice Requires="p14">
      <p:transition spd="slow" p14:dur="2750">
        <p:fade/>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Text 1"/>
          <p:cNvSpPr/>
          <p:nvPr/>
        </p:nvSpPr>
        <p:spPr>
          <a:xfrm>
            <a:off x="1313640" y="1053360"/>
            <a:ext cx="8168400" cy="694080"/>
          </a:xfrm>
          <a:prstGeom prst="rect">
            <a:avLst/>
          </a:prstGeom>
          <a:noFill/>
          <a:ln w="0">
            <a:noFill/>
          </a:ln>
        </p:spPr>
        <p:style>
          <a:lnRef idx="0"/>
          <a:fillRef idx="0"/>
          <a:effectRef idx="0"/>
          <a:fontRef idx="minor"/>
        </p:style>
        <p:txBody>
          <a:bodyPr wrap="none" lIns="90000" rIns="90000" tIns="45000" bIns="45000" anchor="t">
            <a:noAutofit/>
          </a:bodyPr>
          <a:p>
            <a:pPr defTabSz="914400">
              <a:lnSpc>
                <a:spcPts val="5468"/>
              </a:lnSpc>
              <a:tabLst>
                <a:tab algn="l" pos="0"/>
              </a:tabLst>
            </a:pPr>
            <a:r>
              <a:rPr b="1" lang="en-US" sz="4370" spc="-1" strike="noStrike">
                <a:solidFill>
                  <a:srgbClr val="000000"/>
                </a:solidFill>
                <a:latin typeface="p22-mackinac-pro"/>
                <a:ea typeface="p22-mackinac-pro"/>
              </a:rPr>
              <a:t>9. Account and Contact Creation</a:t>
            </a:r>
            <a:endParaRPr b="0" lang="en-US" sz="4370" spc="-1" strike="noStrike">
              <a:solidFill>
                <a:srgbClr val="000000"/>
              </a:solidFill>
              <a:latin typeface="Arial"/>
            </a:endParaRPr>
          </a:p>
        </p:txBody>
      </p:sp>
      <p:sp>
        <p:nvSpPr>
          <p:cNvPr id="130" name="Text 2"/>
          <p:cNvSpPr/>
          <p:nvPr/>
        </p:nvSpPr>
        <p:spPr>
          <a:xfrm>
            <a:off x="3368160" y="2243880"/>
            <a:ext cx="3504960" cy="416160"/>
          </a:xfrm>
          <a:prstGeom prst="rect">
            <a:avLst/>
          </a:prstGeom>
          <a:noFill/>
          <a:ln w="0">
            <a:noFill/>
          </a:ln>
        </p:spPr>
        <p:style>
          <a:lnRef idx="0"/>
          <a:fillRef idx="0"/>
          <a:effectRef idx="0"/>
          <a:fontRef idx="minor"/>
        </p:style>
        <p:txBody>
          <a:bodyPr wrap="none" anchor="t">
            <a:noAutofit/>
          </a:bodyPr>
          <a:p>
            <a:pPr marL="514440" indent="-514440" defTabSz="914400">
              <a:lnSpc>
                <a:spcPts val="3280"/>
              </a:lnSpc>
              <a:buClr>
                <a:srgbClr val="000000"/>
              </a:buClr>
              <a:buFont typeface="OpenSymbol"/>
              <a:buAutoNum type="arabicPeriod"/>
            </a:pPr>
            <a:r>
              <a:rPr b="1" lang="en-US" sz="2600" spc="-1" strike="noStrike">
                <a:solidFill>
                  <a:srgbClr val="000000"/>
                </a:solidFill>
                <a:latin typeface="p22-mackinac-pro"/>
                <a:ea typeface="p22-mackinac-pro"/>
              </a:rPr>
              <a:t>Create New Accounts</a:t>
            </a:r>
            <a:endParaRPr b="0" lang="en-US" sz="2600" spc="-1" strike="noStrike">
              <a:solidFill>
                <a:srgbClr val="000000"/>
              </a:solidFill>
              <a:latin typeface="Arial"/>
            </a:endParaRPr>
          </a:p>
        </p:txBody>
      </p:sp>
      <p:sp>
        <p:nvSpPr>
          <p:cNvPr id="131" name="Text 3"/>
          <p:cNvSpPr/>
          <p:nvPr/>
        </p:nvSpPr>
        <p:spPr>
          <a:xfrm>
            <a:off x="3368160" y="2716200"/>
            <a:ext cx="10314000" cy="2109960"/>
          </a:xfrm>
          <a:prstGeom prst="rect">
            <a:avLst/>
          </a:prstGeom>
          <a:noFill/>
          <a:ln w="0">
            <a:noFill/>
          </a:ln>
        </p:spPr>
        <p:style>
          <a:lnRef idx="0"/>
          <a:fillRef idx="0"/>
          <a:effectRef idx="0"/>
          <a:fontRef idx="minor"/>
        </p:style>
        <p:txBody>
          <a:bodyPr anchor="t">
            <a:noAutofit/>
          </a:bodyPr>
          <a:p>
            <a:pPr defTabSz="914400">
              <a:lnSpc>
                <a:spcPct val="100000"/>
              </a:lnSpc>
            </a:pPr>
            <a:r>
              <a:rPr b="0" lang="en-US" sz="2000" spc="-1" strike="noStrike">
                <a:solidFill>
                  <a:srgbClr val="272525"/>
                </a:solidFill>
                <a:latin typeface="roboto"/>
                <a:ea typeface="Calibri"/>
              </a:rPr>
              <a:t>An 'Account' in Salesforce is a company you do business with.</a:t>
            </a:r>
            <a:endParaRPr b="0" lang="en-US" sz="2000" spc="-1" strike="noStrike">
              <a:solidFill>
                <a:srgbClr val="000000"/>
              </a:solidFill>
              <a:latin typeface="Arial"/>
            </a:endParaRPr>
          </a:p>
          <a:p>
            <a:pPr defTabSz="914400">
              <a:lnSpc>
                <a:spcPts val="2798"/>
              </a:lnSpc>
            </a:pPr>
            <a:r>
              <a:rPr b="0" lang="en-US" sz="2000" spc="-1" strike="noStrike">
                <a:solidFill>
                  <a:srgbClr val="272525"/>
                </a:solidFill>
                <a:latin typeface="roboto"/>
                <a:ea typeface="Calibri"/>
              </a:rPr>
              <a:t>If you are dealing with a single person, an independent contractor or a consumer use "person account".</a:t>
            </a:r>
            <a:endParaRPr b="0" lang="en-US" sz="2000" spc="-1" strike="noStrike">
              <a:solidFill>
                <a:srgbClr val="000000"/>
              </a:solidFill>
              <a:latin typeface="Arial"/>
            </a:endParaRPr>
          </a:p>
          <a:p>
            <a:pPr defTabSz="914400">
              <a:lnSpc>
                <a:spcPts val="2798"/>
              </a:lnSpc>
            </a:pPr>
            <a:r>
              <a:rPr b="0" lang="en-US" sz="2000" spc="-1" strike="noStrike">
                <a:solidFill>
                  <a:srgbClr val="272525"/>
                </a:solidFill>
                <a:latin typeface="roboto"/>
                <a:ea typeface="Calibri"/>
              </a:rPr>
              <a:t>Account's user guide :</a:t>
            </a:r>
            <a:endParaRPr b="0" lang="en-US" sz="2000" spc="-1" strike="noStrike">
              <a:solidFill>
                <a:srgbClr val="000000"/>
              </a:solidFill>
              <a:latin typeface="Arial"/>
            </a:endParaRPr>
          </a:p>
        </p:txBody>
      </p:sp>
      <p:sp>
        <p:nvSpPr>
          <p:cNvPr id="132" name="Text 4"/>
          <p:cNvSpPr/>
          <p:nvPr/>
        </p:nvSpPr>
        <p:spPr>
          <a:xfrm>
            <a:off x="5159520" y="4820760"/>
            <a:ext cx="2665800" cy="416160"/>
          </a:xfrm>
          <a:prstGeom prst="rect">
            <a:avLst/>
          </a:prstGeom>
          <a:noFill/>
          <a:ln w="0">
            <a:noFill/>
          </a:ln>
        </p:spPr>
        <p:style>
          <a:lnRef idx="0"/>
          <a:fillRef idx="0"/>
          <a:effectRef idx="0"/>
          <a:fontRef idx="minor"/>
        </p:style>
        <p:txBody>
          <a:bodyPr wrap="none" anchor="t">
            <a:noAutofit/>
          </a:bodyPr>
          <a:p>
            <a:pPr defTabSz="914400">
              <a:lnSpc>
                <a:spcPts val="3280"/>
              </a:lnSpc>
            </a:pPr>
            <a:r>
              <a:rPr b="1" lang="en-US" sz="2600" spc="-1" strike="noStrike">
                <a:solidFill>
                  <a:srgbClr val="000000"/>
                </a:solidFill>
                <a:latin typeface="p22-mackinac-pro"/>
                <a:ea typeface="p22-mackinac-pro"/>
              </a:rPr>
              <a:t>2.  Add Contacts</a:t>
            </a:r>
            <a:endParaRPr b="0" lang="en-US" sz="2600" spc="-1" strike="noStrike">
              <a:solidFill>
                <a:srgbClr val="000000"/>
              </a:solidFill>
              <a:latin typeface="Arial"/>
            </a:endParaRPr>
          </a:p>
        </p:txBody>
      </p:sp>
      <p:sp>
        <p:nvSpPr>
          <p:cNvPr id="133" name="Text 5"/>
          <p:cNvSpPr/>
          <p:nvPr/>
        </p:nvSpPr>
        <p:spPr>
          <a:xfrm>
            <a:off x="5123880" y="5245920"/>
            <a:ext cx="7428600" cy="1433160"/>
          </a:xfrm>
          <a:prstGeom prst="rect">
            <a:avLst/>
          </a:prstGeom>
          <a:noFill/>
          <a:ln w="0">
            <a:noFill/>
          </a:ln>
        </p:spPr>
        <p:style>
          <a:lnRef idx="0"/>
          <a:fillRef idx="0"/>
          <a:effectRef idx="0"/>
          <a:fontRef idx="minor"/>
        </p:style>
        <p:txBody>
          <a:bodyPr anchor="t">
            <a:noAutofit/>
          </a:bodyPr>
          <a:p>
            <a:pPr defTabSz="914400">
              <a:lnSpc>
                <a:spcPct val="100000"/>
              </a:lnSpc>
            </a:pPr>
            <a:r>
              <a:rPr b="0" lang="en-US" sz="2000" spc="-1" strike="noStrike">
                <a:solidFill>
                  <a:srgbClr val="272525"/>
                </a:solidFill>
                <a:latin typeface="roboto"/>
                <a:ea typeface="Calibri"/>
              </a:rPr>
              <a:t>A contact in Salesforce is a person at a company registered in 'Account'. </a:t>
            </a:r>
            <a:endParaRPr b="0" lang="en-US" sz="2000" spc="-1" strike="noStrike">
              <a:solidFill>
                <a:srgbClr val="000000"/>
              </a:solidFill>
              <a:latin typeface="Arial"/>
            </a:endParaRPr>
          </a:p>
          <a:p>
            <a:pPr defTabSz="914400">
              <a:lnSpc>
                <a:spcPts val="2798"/>
              </a:lnSpc>
            </a:pPr>
            <a:r>
              <a:rPr b="0" lang="en-US" sz="2000" spc="-1" strike="noStrike">
                <a:solidFill>
                  <a:srgbClr val="272525"/>
                </a:solidFill>
                <a:latin typeface="roboto"/>
                <a:ea typeface="Calibri"/>
              </a:rPr>
              <a:t>This tab contains all the company's employee information.</a:t>
            </a:r>
            <a:endParaRPr b="0" lang="en-US" sz="2000" spc="-1" strike="noStrike">
              <a:solidFill>
                <a:srgbClr val="000000"/>
              </a:solidFill>
              <a:latin typeface="Arial"/>
            </a:endParaRPr>
          </a:p>
          <a:p>
            <a:pPr defTabSz="914400">
              <a:lnSpc>
                <a:spcPts val="2798"/>
              </a:lnSpc>
            </a:pPr>
            <a:r>
              <a:rPr b="0" lang="en-US" sz="2000" spc="-1" strike="noStrike">
                <a:solidFill>
                  <a:srgbClr val="272525"/>
                </a:solidFill>
                <a:latin typeface="roboto"/>
                <a:ea typeface="Calibri"/>
              </a:rPr>
              <a:t>Contact's user guide :</a:t>
            </a:r>
            <a:endParaRPr b="0" lang="en-US" sz="2000" spc="-1" strike="noStrike">
              <a:solidFill>
                <a:srgbClr val="000000"/>
              </a:solidFill>
              <a:latin typeface="Arial"/>
            </a:endParaRPr>
          </a:p>
        </p:txBody>
      </p:sp>
    </p:spTree>
  </p:cSld>
  <mc:AlternateContent>
    <mc:Choice Requires="p14">
      <p:transition spd="slow" p14:dur="2750">
        <p:fade/>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Text 1"/>
          <p:cNvSpPr/>
          <p:nvPr/>
        </p:nvSpPr>
        <p:spPr>
          <a:xfrm>
            <a:off x="691560" y="933120"/>
            <a:ext cx="10289880" cy="835920"/>
          </a:xfrm>
          <a:prstGeom prst="rect">
            <a:avLst/>
          </a:prstGeom>
          <a:noFill/>
          <a:ln w="0">
            <a:noFill/>
          </a:ln>
        </p:spPr>
        <p:style>
          <a:lnRef idx="0"/>
          <a:fillRef idx="0"/>
          <a:effectRef idx="0"/>
          <a:fontRef idx="minor"/>
        </p:style>
        <p:txBody>
          <a:bodyPr lIns="90000" rIns="90000" tIns="45000" bIns="45000" anchor="t">
            <a:noAutofit/>
          </a:bodyPr>
          <a:p>
            <a:pPr defTabSz="914400">
              <a:lnSpc>
                <a:spcPts val="5162"/>
              </a:lnSpc>
              <a:tabLst>
                <a:tab algn="l" pos="0"/>
              </a:tabLst>
            </a:pPr>
            <a:r>
              <a:rPr b="1" lang="en-US" sz="4130" spc="-1" strike="noStrike">
                <a:solidFill>
                  <a:srgbClr val="000000"/>
                </a:solidFill>
                <a:latin typeface="p22-mackinac-pro"/>
                <a:ea typeface="p22-mackinac-pro"/>
              </a:rPr>
              <a:t>10. Lead, Opportunity, and Task Creation</a:t>
            </a:r>
            <a:endParaRPr b="0" lang="en-US" sz="4130" spc="-1" strike="noStrike">
              <a:solidFill>
                <a:srgbClr val="000000"/>
              </a:solidFill>
              <a:latin typeface="Arial"/>
            </a:endParaRPr>
          </a:p>
        </p:txBody>
      </p:sp>
      <p:sp>
        <p:nvSpPr>
          <p:cNvPr id="135" name="Text 6"/>
          <p:cNvSpPr/>
          <p:nvPr/>
        </p:nvSpPr>
        <p:spPr>
          <a:xfrm>
            <a:off x="2630160" y="2212920"/>
            <a:ext cx="2932560" cy="313560"/>
          </a:xfrm>
          <a:prstGeom prst="rect">
            <a:avLst/>
          </a:prstGeom>
          <a:noFill/>
          <a:ln w="0">
            <a:noFill/>
          </a:ln>
        </p:spPr>
        <p:style>
          <a:lnRef idx="0"/>
          <a:fillRef idx="0"/>
          <a:effectRef idx="0"/>
          <a:fontRef idx="minor"/>
        </p:style>
        <p:txBody>
          <a:bodyPr wrap="none" anchor="t">
            <a:noAutofit/>
          </a:bodyPr>
          <a:p>
            <a:pPr marL="457200" indent="-457200" defTabSz="914400">
              <a:lnSpc>
                <a:spcPts val="2582"/>
              </a:lnSpc>
              <a:buClr>
                <a:srgbClr val="272525"/>
              </a:buClr>
              <a:buFont typeface="OpenSymbol"/>
              <a:buAutoNum type="arabicPeriod"/>
            </a:pPr>
            <a:r>
              <a:rPr b="1" lang="en-US" sz="2050" spc="-1" strike="noStrike">
                <a:solidFill>
                  <a:srgbClr val="272525"/>
                </a:solidFill>
                <a:latin typeface="p22-mackinac-pro"/>
                <a:ea typeface="p22-mackinac-pro"/>
              </a:rPr>
              <a:t>From Lead to Opportunity</a:t>
            </a:r>
            <a:endParaRPr b="0" lang="en-US" sz="2050" spc="-1" strike="noStrike">
              <a:solidFill>
                <a:srgbClr val="000000"/>
              </a:solidFill>
              <a:latin typeface="Arial"/>
            </a:endParaRPr>
          </a:p>
        </p:txBody>
      </p:sp>
      <p:sp>
        <p:nvSpPr>
          <p:cNvPr id="136" name="Text 7"/>
          <p:cNvSpPr/>
          <p:nvPr/>
        </p:nvSpPr>
        <p:spPr>
          <a:xfrm>
            <a:off x="2626200" y="2593440"/>
            <a:ext cx="8927280" cy="1071720"/>
          </a:xfrm>
          <a:prstGeom prst="rect">
            <a:avLst/>
          </a:prstGeom>
          <a:noFill/>
          <a:ln w="0">
            <a:noFill/>
          </a:ln>
        </p:spPr>
        <p:style>
          <a:lnRef idx="0"/>
          <a:fillRef idx="0"/>
          <a:effectRef idx="0"/>
          <a:fontRef idx="minor"/>
        </p:style>
        <p:txBody>
          <a:bodyPr anchor="t">
            <a:noAutofit/>
          </a:bodyPr>
          <a:p>
            <a:pPr defTabSz="914400">
              <a:lnSpc>
                <a:spcPct val="100000"/>
              </a:lnSpc>
            </a:pPr>
            <a:r>
              <a:rPr b="0" lang="en-US" sz="2000" spc="-1" strike="noStrike">
                <a:solidFill>
                  <a:srgbClr val="272525"/>
                </a:solidFill>
                <a:latin typeface="roboto"/>
                <a:ea typeface="Calibri"/>
              </a:rPr>
              <a:t>Leads are people and companies identified as potential customers. </a:t>
            </a:r>
            <a:endParaRPr b="0" lang="en-US" sz="2000" spc="-1" strike="noStrike">
              <a:solidFill>
                <a:srgbClr val="000000"/>
              </a:solidFill>
              <a:latin typeface="Arial"/>
            </a:endParaRPr>
          </a:p>
          <a:p>
            <a:pPr defTabSz="914400">
              <a:lnSpc>
                <a:spcPts val="2642"/>
              </a:lnSpc>
            </a:pPr>
            <a:r>
              <a:rPr b="0" lang="en-US" sz="2000" spc="-1" strike="noStrike">
                <a:solidFill>
                  <a:srgbClr val="272525"/>
                </a:solidFill>
                <a:latin typeface="roboto"/>
                <a:ea typeface="Calibri"/>
              </a:rPr>
              <a:t>A lead can be converted into an opportunity, account or contact.</a:t>
            </a:r>
            <a:endParaRPr b="0" lang="en-US" sz="2000" spc="-1" strike="noStrike">
              <a:solidFill>
                <a:srgbClr val="000000"/>
              </a:solidFill>
              <a:latin typeface="Arial"/>
            </a:endParaRPr>
          </a:p>
          <a:p>
            <a:pPr defTabSz="914400">
              <a:lnSpc>
                <a:spcPts val="2642"/>
              </a:lnSpc>
            </a:pPr>
            <a:r>
              <a:rPr b="0" lang="fr-FR" sz="2400" spc="-1" strike="noStrike">
                <a:solidFill>
                  <a:srgbClr val="000000"/>
                </a:solidFill>
                <a:latin typeface="TW Cen MT"/>
                <a:ea typeface="Calibri"/>
              </a:rPr>
              <a:t>User Guide Create Leads :</a:t>
            </a:r>
            <a:endParaRPr b="0" lang="en-US" sz="2400" spc="-1" strike="noStrike">
              <a:solidFill>
                <a:srgbClr val="000000"/>
              </a:solidFill>
              <a:latin typeface="Arial"/>
            </a:endParaRPr>
          </a:p>
        </p:txBody>
      </p:sp>
      <p:sp>
        <p:nvSpPr>
          <p:cNvPr id="137" name="Text 11"/>
          <p:cNvSpPr/>
          <p:nvPr/>
        </p:nvSpPr>
        <p:spPr>
          <a:xfrm>
            <a:off x="4357800" y="3838680"/>
            <a:ext cx="4125600" cy="447480"/>
          </a:xfrm>
          <a:prstGeom prst="rect">
            <a:avLst/>
          </a:prstGeom>
          <a:noFill/>
          <a:ln w="0">
            <a:noFill/>
          </a:ln>
        </p:spPr>
        <p:style>
          <a:lnRef idx="0"/>
          <a:fillRef idx="0"/>
          <a:effectRef idx="0"/>
          <a:fontRef idx="minor"/>
        </p:style>
        <p:txBody>
          <a:bodyPr wrap="none" anchor="t">
            <a:noAutofit/>
          </a:bodyPr>
          <a:p>
            <a:pPr defTabSz="914400">
              <a:lnSpc>
                <a:spcPts val="2582"/>
              </a:lnSpc>
            </a:pPr>
            <a:r>
              <a:rPr b="1" lang="en-US" sz="2050" spc="-1" strike="noStrike">
                <a:solidFill>
                  <a:srgbClr val="272525"/>
                </a:solidFill>
                <a:latin typeface="p22-mackinac-pro"/>
                <a:ea typeface="p22-mackinac-pro"/>
              </a:rPr>
              <a:t>2.  Identifying Potential</a:t>
            </a:r>
            <a:endParaRPr b="0" lang="en-US" sz="2050" spc="-1" strike="noStrike">
              <a:solidFill>
                <a:srgbClr val="000000"/>
              </a:solidFill>
              <a:latin typeface="Arial"/>
            </a:endParaRPr>
          </a:p>
        </p:txBody>
      </p:sp>
      <p:sp>
        <p:nvSpPr>
          <p:cNvPr id="138" name="Text 12"/>
          <p:cNvSpPr/>
          <p:nvPr/>
        </p:nvSpPr>
        <p:spPr>
          <a:xfrm>
            <a:off x="4282560" y="4294440"/>
            <a:ext cx="7467120" cy="861840"/>
          </a:xfrm>
          <a:prstGeom prst="rect">
            <a:avLst/>
          </a:prstGeom>
          <a:noFill/>
          <a:ln w="0">
            <a:noFill/>
          </a:ln>
        </p:spPr>
        <p:style>
          <a:lnRef idx="0"/>
          <a:fillRef idx="0"/>
          <a:effectRef idx="0"/>
          <a:fontRef idx="minor"/>
        </p:style>
        <p:txBody>
          <a:bodyPr anchor="t">
            <a:noAutofit/>
          </a:bodyPr>
          <a:p>
            <a:pPr defTabSz="914400">
              <a:lnSpc>
                <a:spcPct val="100000"/>
              </a:lnSpc>
            </a:pPr>
            <a:r>
              <a:rPr b="0" lang="en-US" sz="2000" spc="-1" strike="noStrike">
                <a:solidFill>
                  <a:srgbClr val="272525"/>
                </a:solidFill>
                <a:latin typeface="roboto"/>
                <a:ea typeface="Calibri"/>
              </a:rPr>
              <a:t>In Salesforce, opportunities are deals in progress. </a:t>
            </a:r>
            <a:endParaRPr b="0" lang="en-US" sz="2000" spc="-1" strike="noStrike">
              <a:solidFill>
                <a:srgbClr val="000000"/>
              </a:solidFill>
              <a:latin typeface="Arial"/>
            </a:endParaRPr>
          </a:p>
          <a:p>
            <a:pPr defTabSz="914400">
              <a:lnSpc>
                <a:spcPts val="2642"/>
              </a:lnSpc>
            </a:pPr>
            <a:r>
              <a:rPr b="0" lang="en-US" sz="2000" spc="-1" strike="noStrike">
                <a:solidFill>
                  <a:srgbClr val="272525"/>
                </a:solidFill>
                <a:latin typeface="roboto"/>
                <a:ea typeface="Calibri"/>
              </a:rPr>
              <a:t>You can create opportunities for existing accounts or by converting a lead.</a:t>
            </a:r>
            <a:endParaRPr b="0" lang="en-US" sz="2000" spc="-1" strike="noStrike">
              <a:solidFill>
                <a:srgbClr val="000000"/>
              </a:solidFill>
              <a:latin typeface="Arial"/>
            </a:endParaRPr>
          </a:p>
          <a:p>
            <a:pPr defTabSz="914400">
              <a:lnSpc>
                <a:spcPts val="2642"/>
              </a:lnSpc>
            </a:pPr>
            <a:r>
              <a:rPr b="0" lang="fr-FR" sz="2400" spc="-1" strike="noStrike">
                <a:solidFill>
                  <a:srgbClr val="000000"/>
                </a:solidFill>
                <a:latin typeface="TW Cen MT"/>
                <a:ea typeface="Calibri"/>
              </a:rPr>
              <a:t>User Guide Create Opportunity :</a:t>
            </a:r>
            <a:endParaRPr b="0" lang="en-US" sz="2400" spc="-1" strike="noStrike">
              <a:solidFill>
                <a:srgbClr val="000000"/>
              </a:solidFill>
              <a:latin typeface="Arial"/>
            </a:endParaRPr>
          </a:p>
        </p:txBody>
      </p:sp>
      <p:sp>
        <p:nvSpPr>
          <p:cNvPr id="139" name="Text 16"/>
          <p:cNvSpPr/>
          <p:nvPr/>
        </p:nvSpPr>
        <p:spPr>
          <a:xfrm>
            <a:off x="5937480" y="5927040"/>
            <a:ext cx="3099600" cy="417240"/>
          </a:xfrm>
          <a:prstGeom prst="rect">
            <a:avLst/>
          </a:prstGeom>
          <a:noFill/>
          <a:ln w="0">
            <a:noFill/>
          </a:ln>
        </p:spPr>
        <p:style>
          <a:lnRef idx="0"/>
          <a:fillRef idx="0"/>
          <a:effectRef idx="0"/>
          <a:fontRef idx="minor"/>
        </p:style>
        <p:txBody>
          <a:bodyPr wrap="none" anchor="t">
            <a:noAutofit/>
          </a:bodyPr>
          <a:p>
            <a:pPr defTabSz="914400">
              <a:lnSpc>
                <a:spcPts val="2582"/>
              </a:lnSpc>
            </a:pPr>
            <a:r>
              <a:rPr b="1" lang="en-US" sz="2050" spc="-1" strike="noStrike">
                <a:solidFill>
                  <a:srgbClr val="272525"/>
                </a:solidFill>
                <a:latin typeface="p22-mackinac-pro"/>
                <a:ea typeface="p22-mackinac-pro"/>
              </a:rPr>
              <a:t>3.  Task Management</a:t>
            </a:r>
            <a:endParaRPr b="0" lang="en-US" sz="2050" spc="-1" strike="noStrike">
              <a:solidFill>
                <a:srgbClr val="000000"/>
              </a:solidFill>
              <a:latin typeface="Arial"/>
            </a:endParaRPr>
          </a:p>
        </p:txBody>
      </p:sp>
      <p:sp>
        <p:nvSpPr>
          <p:cNvPr id="140" name="Text 17"/>
          <p:cNvSpPr/>
          <p:nvPr/>
        </p:nvSpPr>
        <p:spPr>
          <a:xfrm>
            <a:off x="5939280" y="6351480"/>
            <a:ext cx="7398720" cy="861840"/>
          </a:xfrm>
          <a:prstGeom prst="rect">
            <a:avLst/>
          </a:prstGeom>
          <a:noFill/>
          <a:ln w="0">
            <a:noFill/>
          </a:ln>
        </p:spPr>
        <p:style>
          <a:lnRef idx="0"/>
          <a:fillRef idx="0"/>
          <a:effectRef idx="0"/>
          <a:fontRef idx="minor"/>
        </p:style>
        <p:txBody>
          <a:bodyPr anchor="t">
            <a:noAutofit/>
          </a:bodyPr>
          <a:p>
            <a:pPr defTabSz="914400">
              <a:lnSpc>
                <a:spcPct val="100000"/>
              </a:lnSpc>
            </a:pPr>
            <a:r>
              <a:rPr b="0" lang="en-US" sz="2000" spc="-1" strike="noStrike">
                <a:solidFill>
                  <a:srgbClr val="272525"/>
                </a:solidFill>
                <a:latin typeface="roboto"/>
                <a:ea typeface="Calibri"/>
              </a:rPr>
              <a:t>Tasks are like Post-it reminders. </a:t>
            </a:r>
            <a:endParaRPr b="0" lang="en-US" sz="2000" spc="-1" strike="noStrike">
              <a:solidFill>
                <a:srgbClr val="000000"/>
              </a:solidFill>
              <a:latin typeface="Arial"/>
            </a:endParaRPr>
          </a:p>
          <a:p>
            <a:pPr defTabSz="914400">
              <a:lnSpc>
                <a:spcPts val="2642"/>
              </a:lnSpc>
            </a:pPr>
            <a:r>
              <a:rPr b="0" lang="en-US" sz="2000" spc="-1" strike="noStrike">
                <a:solidFill>
                  <a:srgbClr val="272525"/>
                </a:solidFill>
                <a:latin typeface="roboto"/>
                <a:ea typeface="Calibri"/>
              </a:rPr>
              <a:t>You can assign tasks you create to other collaborators.</a:t>
            </a:r>
            <a:endParaRPr b="0" lang="en-US" sz="2000" spc="-1" strike="noStrike">
              <a:solidFill>
                <a:srgbClr val="000000"/>
              </a:solidFill>
              <a:latin typeface="Arial"/>
            </a:endParaRPr>
          </a:p>
          <a:p>
            <a:pPr defTabSz="914400">
              <a:lnSpc>
                <a:spcPts val="2642"/>
              </a:lnSpc>
            </a:pPr>
            <a:r>
              <a:rPr b="0" lang="fr-FR" sz="2400" spc="-1" strike="noStrike">
                <a:solidFill>
                  <a:srgbClr val="000000"/>
                </a:solidFill>
                <a:latin typeface="TW Cen MT"/>
                <a:ea typeface="Calibri"/>
              </a:rPr>
              <a:t>User Guide Create a Tasks :</a:t>
            </a:r>
            <a:endParaRPr b="0" lang="en-US" sz="2400" spc="-1" strike="noStrike">
              <a:solidFill>
                <a:srgbClr val="000000"/>
              </a:solidFill>
              <a:latin typeface="Arial"/>
            </a:endParaRPr>
          </a:p>
        </p:txBody>
      </p:sp>
    </p:spTree>
  </p:cSld>
  <mc:AlternateContent>
    <mc:Choice Requires="p14">
      <p:transition spd="slow" p14:dur="2750">
        <p:fade/>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Text 1"/>
          <p:cNvSpPr/>
          <p:nvPr/>
        </p:nvSpPr>
        <p:spPr>
          <a:xfrm>
            <a:off x="2037960" y="971280"/>
            <a:ext cx="8610120" cy="694080"/>
          </a:xfrm>
          <a:prstGeom prst="rect">
            <a:avLst/>
          </a:prstGeom>
          <a:noFill/>
          <a:ln w="0">
            <a:noFill/>
          </a:ln>
        </p:spPr>
        <p:style>
          <a:lnRef idx="0"/>
          <a:fillRef idx="0"/>
          <a:effectRef idx="0"/>
          <a:fontRef idx="minor"/>
        </p:style>
        <p:txBody>
          <a:bodyPr wrap="none" lIns="90000" rIns="90000" tIns="45000" bIns="45000" anchor="t">
            <a:noAutofit/>
          </a:bodyPr>
          <a:p>
            <a:pPr defTabSz="914400">
              <a:lnSpc>
                <a:spcPts val="5468"/>
              </a:lnSpc>
              <a:tabLst>
                <a:tab algn="l" pos="0"/>
              </a:tabLst>
            </a:pPr>
            <a:r>
              <a:rPr b="1" lang="en-US" sz="4370" spc="-1" strike="noStrike">
                <a:solidFill>
                  <a:srgbClr val="000000"/>
                </a:solidFill>
                <a:latin typeface="p22-mackinac-pro"/>
                <a:ea typeface="p22-mackinac-pro"/>
              </a:rPr>
              <a:t>11. Driving Success with Salesforce</a:t>
            </a:r>
            <a:endParaRPr b="0" lang="en-US" sz="4370" spc="-1" strike="noStrike">
              <a:solidFill>
                <a:srgbClr val="000000"/>
              </a:solidFill>
              <a:latin typeface="Arial"/>
            </a:endParaRPr>
          </a:p>
        </p:txBody>
      </p:sp>
      <p:sp>
        <p:nvSpPr>
          <p:cNvPr id="142" name="Text 3"/>
          <p:cNvSpPr/>
          <p:nvPr/>
        </p:nvSpPr>
        <p:spPr>
          <a:xfrm>
            <a:off x="2274120" y="2296080"/>
            <a:ext cx="3139200" cy="346680"/>
          </a:xfrm>
          <a:prstGeom prst="rect">
            <a:avLst/>
          </a:prstGeom>
          <a:noFill/>
          <a:ln w="0">
            <a:noFill/>
          </a:ln>
        </p:spPr>
        <p:style>
          <a:lnRef idx="0"/>
          <a:fillRef idx="0"/>
          <a:effectRef idx="0"/>
          <a:fontRef idx="minor"/>
        </p:style>
        <p:txBody>
          <a:bodyPr wrap="none" lIns="90000" rIns="90000" tIns="45000" bIns="45000" anchor="t">
            <a:noAutofit/>
          </a:bodyPr>
          <a:p>
            <a:pPr defTabSz="914400">
              <a:lnSpc>
                <a:spcPts val="2733"/>
              </a:lnSpc>
              <a:tabLst>
                <a:tab algn="l" pos="0"/>
              </a:tabLst>
            </a:pPr>
            <a:r>
              <a:rPr b="1" lang="en-US" sz="2190" spc="-1" strike="noStrike">
                <a:solidFill>
                  <a:srgbClr val="272525"/>
                </a:solidFill>
                <a:latin typeface="p22-mackinac-pro"/>
                <a:ea typeface="p22-mackinac-pro"/>
              </a:rPr>
              <a:t>Streamlined Workflow</a:t>
            </a:r>
            <a:endParaRPr b="0" lang="en-US" sz="2190" spc="-1" strike="noStrike">
              <a:solidFill>
                <a:srgbClr val="000000"/>
              </a:solidFill>
              <a:latin typeface="Arial"/>
            </a:endParaRPr>
          </a:p>
        </p:txBody>
      </p:sp>
      <p:sp>
        <p:nvSpPr>
          <p:cNvPr id="143" name="Text 4"/>
          <p:cNvSpPr/>
          <p:nvPr/>
        </p:nvSpPr>
        <p:spPr>
          <a:xfrm>
            <a:off x="2274120" y="3003120"/>
            <a:ext cx="4693680" cy="106596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Discover how Salesforce can streamline your workflow, enhance collaboration, and boost your team's productivity and success.</a:t>
            </a:r>
            <a:endParaRPr b="0" lang="en-US" sz="1750" spc="-1" strike="noStrike">
              <a:solidFill>
                <a:srgbClr val="000000"/>
              </a:solidFill>
              <a:latin typeface="Arial"/>
            </a:endParaRPr>
          </a:p>
        </p:txBody>
      </p:sp>
      <p:sp>
        <p:nvSpPr>
          <p:cNvPr id="144" name="Text 6"/>
          <p:cNvSpPr/>
          <p:nvPr/>
        </p:nvSpPr>
        <p:spPr>
          <a:xfrm>
            <a:off x="7662240" y="2346120"/>
            <a:ext cx="2819160" cy="346680"/>
          </a:xfrm>
          <a:prstGeom prst="rect">
            <a:avLst/>
          </a:prstGeom>
          <a:noFill/>
          <a:ln w="0">
            <a:noFill/>
          </a:ln>
        </p:spPr>
        <p:style>
          <a:lnRef idx="0"/>
          <a:fillRef idx="0"/>
          <a:effectRef idx="0"/>
          <a:fontRef idx="minor"/>
        </p:style>
        <p:txBody>
          <a:bodyPr wrap="none" lIns="90000" rIns="90000" tIns="45000" bIns="45000" anchor="t">
            <a:noAutofit/>
          </a:bodyPr>
          <a:p>
            <a:pPr defTabSz="914400">
              <a:lnSpc>
                <a:spcPts val="2733"/>
              </a:lnSpc>
              <a:tabLst>
                <a:tab algn="l" pos="0"/>
              </a:tabLst>
            </a:pPr>
            <a:r>
              <a:rPr b="1" lang="en-US" sz="2190" spc="-1" strike="noStrike">
                <a:solidFill>
                  <a:srgbClr val="272525"/>
                </a:solidFill>
                <a:latin typeface="p22-mackinac-pro"/>
                <a:ea typeface="p22-mackinac-pro"/>
              </a:rPr>
              <a:t>Data-Driven Insights</a:t>
            </a:r>
            <a:endParaRPr b="0" lang="en-US" sz="2190" spc="-1" strike="noStrike">
              <a:solidFill>
                <a:srgbClr val="000000"/>
              </a:solidFill>
              <a:latin typeface="Arial"/>
            </a:endParaRPr>
          </a:p>
        </p:txBody>
      </p:sp>
      <p:sp>
        <p:nvSpPr>
          <p:cNvPr id="145" name="Text 7"/>
          <p:cNvSpPr/>
          <p:nvPr/>
        </p:nvSpPr>
        <p:spPr>
          <a:xfrm>
            <a:off x="7662240" y="2915640"/>
            <a:ext cx="4693680" cy="142128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Unlock the power of data-driven insights to make informed business decisions and drive revenue growth using Salesforce's reporting and analytics tools.</a:t>
            </a:r>
            <a:endParaRPr b="0" lang="en-US" sz="1750" spc="-1" strike="noStrike">
              <a:solidFill>
                <a:srgbClr val="000000"/>
              </a:solidFill>
              <a:latin typeface="Arial"/>
            </a:endParaRPr>
          </a:p>
        </p:txBody>
      </p:sp>
      <p:sp>
        <p:nvSpPr>
          <p:cNvPr id="146" name="Text 9"/>
          <p:cNvSpPr/>
          <p:nvPr/>
        </p:nvSpPr>
        <p:spPr>
          <a:xfrm>
            <a:off x="2274120" y="5031360"/>
            <a:ext cx="4655520" cy="346680"/>
          </a:xfrm>
          <a:prstGeom prst="rect">
            <a:avLst/>
          </a:prstGeom>
          <a:noFill/>
          <a:ln w="0">
            <a:noFill/>
          </a:ln>
        </p:spPr>
        <p:style>
          <a:lnRef idx="0"/>
          <a:fillRef idx="0"/>
          <a:effectRef idx="0"/>
          <a:fontRef idx="minor"/>
        </p:style>
        <p:txBody>
          <a:bodyPr wrap="none" lIns="90000" rIns="90000" tIns="45000" bIns="45000" anchor="t">
            <a:noAutofit/>
          </a:bodyPr>
          <a:p>
            <a:pPr defTabSz="914400">
              <a:lnSpc>
                <a:spcPts val="2733"/>
              </a:lnSpc>
              <a:tabLst>
                <a:tab algn="l" pos="0"/>
              </a:tabLst>
            </a:pPr>
            <a:r>
              <a:rPr b="1" lang="en-US" sz="2190" spc="-1" strike="noStrike">
                <a:solidFill>
                  <a:srgbClr val="272525"/>
                </a:solidFill>
                <a:latin typeface="p22-mackinac-pro"/>
                <a:ea typeface="p22-mackinac-pro"/>
              </a:rPr>
              <a:t>Improved Customer Relationships</a:t>
            </a:r>
            <a:endParaRPr b="0" lang="en-US" sz="2190" spc="-1" strike="noStrike">
              <a:solidFill>
                <a:srgbClr val="000000"/>
              </a:solidFill>
              <a:latin typeface="Arial"/>
            </a:endParaRPr>
          </a:p>
        </p:txBody>
      </p:sp>
      <p:sp>
        <p:nvSpPr>
          <p:cNvPr id="147" name="Text 10"/>
          <p:cNvSpPr/>
          <p:nvPr/>
        </p:nvSpPr>
        <p:spPr>
          <a:xfrm>
            <a:off x="2274120" y="5600520"/>
            <a:ext cx="4693680" cy="142128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Learn how Salesforce empowers you to build and strengthen customer relationships by providing a comprehensive view of customer interactions and preferences.</a:t>
            </a:r>
            <a:endParaRPr b="0" lang="en-US" sz="1750" spc="-1" strike="noStrike">
              <a:solidFill>
                <a:srgbClr val="000000"/>
              </a:solidFill>
              <a:latin typeface="Arial"/>
            </a:endParaRPr>
          </a:p>
        </p:txBody>
      </p:sp>
      <p:sp>
        <p:nvSpPr>
          <p:cNvPr id="148" name="Text 12"/>
          <p:cNvSpPr/>
          <p:nvPr/>
        </p:nvSpPr>
        <p:spPr>
          <a:xfrm>
            <a:off x="7662240" y="5031360"/>
            <a:ext cx="3687840" cy="346680"/>
          </a:xfrm>
          <a:prstGeom prst="rect">
            <a:avLst/>
          </a:prstGeom>
          <a:noFill/>
          <a:ln w="0">
            <a:noFill/>
          </a:ln>
        </p:spPr>
        <p:style>
          <a:lnRef idx="0"/>
          <a:fillRef idx="0"/>
          <a:effectRef idx="0"/>
          <a:fontRef idx="minor"/>
        </p:style>
        <p:txBody>
          <a:bodyPr wrap="none" lIns="90000" rIns="90000" tIns="45000" bIns="45000" anchor="t">
            <a:noAutofit/>
          </a:bodyPr>
          <a:p>
            <a:pPr defTabSz="914400">
              <a:lnSpc>
                <a:spcPts val="2733"/>
              </a:lnSpc>
              <a:tabLst>
                <a:tab algn="l" pos="0"/>
              </a:tabLst>
            </a:pPr>
            <a:r>
              <a:rPr b="1" lang="en-US" sz="2190" spc="-1" strike="noStrike">
                <a:solidFill>
                  <a:srgbClr val="272525"/>
                </a:solidFill>
                <a:latin typeface="p22-mackinac-pro"/>
                <a:ea typeface="p22-mackinac-pro"/>
              </a:rPr>
              <a:t>Automation and Efficiency</a:t>
            </a:r>
            <a:endParaRPr b="0" lang="en-US" sz="2190" spc="-1" strike="noStrike">
              <a:solidFill>
                <a:srgbClr val="000000"/>
              </a:solidFill>
              <a:latin typeface="Arial"/>
            </a:endParaRPr>
          </a:p>
        </p:txBody>
      </p:sp>
      <p:sp>
        <p:nvSpPr>
          <p:cNvPr id="149" name="Text 13"/>
          <p:cNvSpPr/>
          <p:nvPr/>
        </p:nvSpPr>
        <p:spPr>
          <a:xfrm>
            <a:off x="7662240" y="5600520"/>
            <a:ext cx="4693680" cy="142128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Discover how to automate manual processes and improve efficiency by leveraging Salesforce's automation features, saving time and resources.</a:t>
            </a:r>
            <a:endParaRPr b="0" lang="en-US" sz="1750" spc="-1" strike="noStrike">
              <a:solidFill>
                <a:srgbClr val="000000"/>
              </a:solidFill>
              <a:latin typeface="Arial"/>
            </a:endParaRPr>
          </a:p>
        </p:txBody>
      </p:sp>
    </p:spTree>
  </p:cSld>
  <mc:AlternateContent>
    <mc:Choice Requires="p14">
      <p:transition spd="slow" p14:dur="2750">
        <p:fade/>
      </p:transition>
    </mc:Choice>
    <mc:Fallback>
      <p:transition spd="slow">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Text 1"/>
          <p:cNvSpPr/>
          <p:nvPr/>
        </p:nvSpPr>
        <p:spPr>
          <a:xfrm>
            <a:off x="833040" y="1083600"/>
            <a:ext cx="6164280" cy="694080"/>
          </a:xfrm>
          <a:prstGeom prst="rect">
            <a:avLst/>
          </a:prstGeom>
          <a:noFill/>
          <a:ln w="0">
            <a:noFill/>
          </a:ln>
        </p:spPr>
        <p:style>
          <a:lnRef idx="0"/>
          <a:fillRef idx="0"/>
          <a:effectRef idx="0"/>
          <a:fontRef idx="minor"/>
        </p:style>
        <p:txBody>
          <a:bodyPr wrap="none" anchor="t">
            <a:noAutofit/>
          </a:bodyPr>
          <a:p>
            <a:pPr defTabSz="914400">
              <a:lnSpc>
                <a:spcPts val="5468"/>
              </a:lnSpc>
              <a:tabLst>
                <a:tab algn="l" pos="0"/>
              </a:tabLst>
            </a:pPr>
            <a:r>
              <a:rPr b="1" lang="en-US" sz="4350" spc="-1" strike="noStrike">
                <a:solidFill>
                  <a:srgbClr val="000000"/>
                </a:solidFill>
                <a:latin typeface="p22-mackinac-pro"/>
                <a:ea typeface="p22-mackinac-pro"/>
              </a:rPr>
              <a:t>12. Best Practices and Tips</a:t>
            </a:r>
            <a:endParaRPr b="0" lang="en-US" sz="4350" spc="-1" strike="noStrike">
              <a:solidFill>
                <a:srgbClr val="000000"/>
              </a:solidFill>
              <a:latin typeface="Arial"/>
            </a:endParaRPr>
          </a:p>
        </p:txBody>
      </p:sp>
      <p:sp>
        <p:nvSpPr>
          <p:cNvPr id="151" name="Text 4"/>
          <p:cNvSpPr/>
          <p:nvPr/>
        </p:nvSpPr>
        <p:spPr>
          <a:xfrm>
            <a:off x="3657240" y="2539440"/>
            <a:ext cx="2221560" cy="346680"/>
          </a:xfrm>
          <a:prstGeom prst="rect">
            <a:avLst/>
          </a:prstGeom>
          <a:noFill/>
          <a:ln w="0">
            <a:noFill/>
          </a:ln>
        </p:spPr>
        <p:style>
          <a:lnRef idx="0"/>
          <a:fillRef idx="0"/>
          <a:effectRef idx="0"/>
          <a:fontRef idx="minor"/>
        </p:style>
        <p:txBody>
          <a:bodyPr wrap="none" anchor="t">
            <a:noAutofit/>
          </a:bodyPr>
          <a:p>
            <a:pPr marL="457200" indent="-457200" defTabSz="914400">
              <a:lnSpc>
                <a:spcPts val="2733"/>
              </a:lnSpc>
              <a:buClr>
                <a:srgbClr val="272525"/>
              </a:buClr>
              <a:buFont typeface="OpenSymbol"/>
              <a:buAutoNum type="arabicPeriod"/>
            </a:pPr>
            <a:r>
              <a:rPr b="1" lang="en-US" sz="2150" spc="-1" strike="noStrike">
                <a:solidFill>
                  <a:srgbClr val="272525"/>
                </a:solidFill>
                <a:latin typeface="p22-mackinac-pro"/>
                <a:ea typeface="p22-mackinac-pro"/>
              </a:rPr>
              <a:t>Data Hygiene</a:t>
            </a:r>
            <a:endParaRPr b="0" lang="en-US" sz="2150" spc="-1" strike="noStrike">
              <a:solidFill>
                <a:srgbClr val="000000"/>
              </a:solidFill>
              <a:latin typeface="Arial"/>
            </a:endParaRPr>
          </a:p>
        </p:txBody>
      </p:sp>
      <p:sp>
        <p:nvSpPr>
          <p:cNvPr id="152" name="Text 5"/>
          <p:cNvSpPr/>
          <p:nvPr/>
        </p:nvSpPr>
        <p:spPr>
          <a:xfrm>
            <a:off x="3657240" y="2835720"/>
            <a:ext cx="8583840" cy="71028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Learn how to maintain clean and accurate data in Salesforce, ensuring the quality and reliability of your business insights.</a:t>
            </a:r>
            <a:endParaRPr b="0" lang="en-US" sz="1750" spc="-1" strike="noStrike">
              <a:solidFill>
                <a:srgbClr val="000000"/>
              </a:solidFill>
              <a:latin typeface="Arial"/>
            </a:endParaRPr>
          </a:p>
        </p:txBody>
      </p:sp>
      <p:sp>
        <p:nvSpPr>
          <p:cNvPr id="153" name="Text 8"/>
          <p:cNvSpPr/>
          <p:nvPr/>
        </p:nvSpPr>
        <p:spPr>
          <a:xfrm>
            <a:off x="5307840" y="4077720"/>
            <a:ext cx="4731840" cy="346680"/>
          </a:xfrm>
          <a:prstGeom prst="rect">
            <a:avLst/>
          </a:prstGeom>
          <a:noFill/>
          <a:ln w="0">
            <a:noFill/>
          </a:ln>
        </p:spPr>
        <p:style>
          <a:lnRef idx="0"/>
          <a:fillRef idx="0"/>
          <a:effectRef idx="0"/>
          <a:fontRef idx="minor"/>
        </p:style>
        <p:txBody>
          <a:bodyPr wrap="none" anchor="t">
            <a:noAutofit/>
          </a:bodyPr>
          <a:p>
            <a:pPr defTabSz="914400">
              <a:lnSpc>
                <a:spcPts val="2733"/>
              </a:lnSpc>
            </a:pPr>
            <a:r>
              <a:rPr b="1" lang="en-US" sz="2150" spc="-1" strike="noStrike">
                <a:solidFill>
                  <a:srgbClr val="272525"/>
                </a:solidFill>
                <a:latin typeface="p22-mackinac-pro"/>
                <a:ea typeface="p22-mackinac-pro"/>
              </a:rPr>
              <a:t>2.   Collaboration and Communication</a:t>
            </a:r>
            <a:endParaRPr b="0" lang="en-US" sz="2150" spc="-1" strike="noStrike">
              <a:solidFill>
                <a:srgbClr val="000000"/>
              </a:solidFill>
              <a:latin typeface="Arial"/>
            </a:endParaRPr>
          </a:p>
        </p:txBody>
      </p:sp>
      <p:sp>
        <p:nvSpPr>
          <p:cNvPr id="154" name="Text 9"/>
          <p:cNvSpPr/>
          <p:nvPr/>
        </p:nvSpPr>
        <p:spPr>
          <a:xfrm>
            <a:off x="5307840" y="4504680"/>
            <a:ext cx="8583840" cy="71028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Discover best practices for collaborating with team members and utilizing Salesforce's built-in communication tools effectively.</a:t>
            </a:r>
            <a:endParaRPr b="0" lang="en-US" sz="1750" spc="-1" strike="noStrike">
              <a:solidFill>
                <a:srgbClr val="000000"/>
              </a:solidFill>
              <a:latin typeface="Arial"/>
            </a:endParaRPr>
          </a:p>
        </p:txBody>
      </p:sp>
      <p:sp>
        <p:nvSpPr>
          <p:cNvPr id="155" name="Text 12"/>
          <p:cNvSpPr/>
          <p:nvPr/>
        </p:nvSpPr>
        <p:spPr>
          <a:xfrm>
            <a:off x="7172280" y="5390640"/>
            <a:ext cx="2864880" cy="346680"/>
          </a:xfrm>
          <a:prstGeom prst="rect">
            <a:avLst/>
          </a:prstGeom>
          <a:noFill/>
          <a:ln w="0">
            <a:noFill/>
          </a:ln>
        </p:spPr>
        <p:style>
          <a:lnRef idx="0"/>
          <a:fillRef idx="0"/>
          <a:effectRef idx="0"/>
          <a:fontRef idx="minor"/>
        </p:style>
        <p:txBody>
          <a:bodyPr wrap="none" anchor="t">
            <a:noAutofit/>
          </a:bodyPr>
          <a:p>
            <a:pPr defTabSz="914400">
              <a:lnSpc>
                <a:spcPts val="2733"/>
              </a:lnSpc>
            </a:pPr>
            <a:r>
              <a:rPr b="1" lang="en-US" sz="2150" spc="-1" strike="noStrike">
                <a:solidFill>
                  <a:srgbClr val="272525"/>
                </a:solidFill>
                <a:latin typeface="p22-mackinac-pro"/>
                <a:ea typeface="p22-mackinac-pro"/>
              </a:rPr>
              <a:t>3.  Continuous Learning</a:t>
            </a:r>
            <a:endParaRPr b="0" lang="en-US" sz="2150" spc="-1" strike="noStrike">
              <a:solidFill>
                <a:srgbClr val="000000"/>
              </a:solidFill>
              <a:latin typeface="Arial"/>
            </a:endParaRPr>
          </a:p>
        </p:txBody>
      </p:sp>
      <p:sp>
        <p:nvSpPr>
          <p:cNvPr id="156" name="Text 13"/>
          <p:cNvSpPr/>
          <p:nvPr/>
        </p:nvSpPr>
        <p:spPr>
          <a:xfrm>
            <a:off x="7172280" y="5829480"/>
            <a:ext cx="6612480" cy="71028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Stay ahead of the curve by exploring Salesforce's vast ecosystem of resources and communities to keep honing your skills.</a:t>
            </a:r>
            <a:endParaRPr b="0" lang="en-US" sz="1750" spc="-1" strike="noStrike">
              <a:solidFill>
                <a:srgbClr val="000000"/>
              </a:solidFill>
              <a:latin typeface="Arial"/>
            </a:endParaRPr>
          </a:p>
        </p:txBody>
      </p:sp>
    </p:spTree>
  </p:cSld>
  <mc:AlternateContent>
    <mc:Choice Requires="p14">
      <p:transition spd="slow" p14:dur="2750">
        <p:fade/>
      </p:transition>
    </mc:Choice>
    <mc:Fallback>
      <p:transition spd="slow">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Text 1"/>
          <p:cNvSpPr/>
          <p:nvPr/>
        </p:nvSpPr>
        <p:spPr>
          <a:xfrm>
            <a:off x="833040" y="1429200"/>
            <a:ext cx="10315440" cy="2918520"/>
          </a:xfrm>
          <a:prstGeom prst="rect">
            <a:avLst/>
          </a:prstGeom>
          <a:noFill/>
          <a:ln w="0">
            <a:noFill/>
          </a:ln>
        </p:spPr>
        <p:style>
          <a:lnRef idx="0"/>
          <a:fillRef idx="0"/>
          <a:effectRef idx="0"/>
          <a:fontRef idx="minor"/>
        </p:style>
        <p:txBody>
          <a:bodyPr anchor="t">
            <a:noAutofit/>
          </a:bodyPr>
          <a:p>
            <a:pPr defTabSz="914400">
              <a:lnSpc>
                <a:spcPts val="6562"/>
              </a:lnSpc>
            </a:pPr>
            <a:r>
              <a:rPr b="1" lang="en-US" sz="5200" spc="-1" strike="noStrike">
                <a:solidFill>
                  <a:srgbClr val="000000"/>
                </a:solidFill>
                <a:latin typeface="p22-mackinac-pro"/>
                <a:ea typeface="p22-mackinac-pro"/>
              </a:rPr>
              <a:t>Salesforce User Training: Mastering Email, Products, and Quotes</a:t>
            </a:r>
            <a:endParaRPr b="0" lang="en-US" sz="5200" spc="-1" strike="noStrike">
              <a:solidFill>
                <a:srgbClr val="000000"/>
              </a:solidFill>
              <a:latin typeface="Arial"/>
            </a:endParaRPr>
          </a:p>
        </p:txBody>
      </p:sp>
      <p:sp>
        <p:nvSpPr>
          <p:cNvPr id="158" name="Text 2"/>
          <p:cNvSpPr/>
          <p:nvPr/>
        </p:nvSpPr>
        <p:spPr>
          <a:xfrm>
            <a:off x="4324680" y="4591440"/>
            <a:ext cx="7960320" cy="2187360"/>
          </a:xfrm>
          <a:prstGeom prst="rect">
            <a:avLst/>
          </a:prstGeom>
          <a:noFill/>
          <a:ln w="0">
            <a:noFill/>
          </a:ln>
        </p:spPr>
        <p:style>
          <a:lnRef idx="0"/>
          <a:fillRef idx="0"/>
          <a:effectRef idx="0"/>
          <a:fontRef idx="minor"/>
        </p:style>
        <p:txBody>
          <a:bodyPr anchor="t">
            <a:noAutofit/>
          </a:bodyPr>
          <a:p>
            <a:pPr defTabSz="914400">
              <a:lnSpc>
                <a:spcPts val="2798"/>
              </a:lnSpc>
              <a:tabLst>
                <a:tab algn="l" pos="0"/>
              </a:tabLst>
            </a:pPr>
            <a:r>
              <a:rPr b="0" lang="en-US" sz="3200" spc="-1" strike="noStrike">
                <a:solidFill>
                  <a:srgbClr val="272525"/>
                </a:solidFill>
                <a:latin typeface="roboto"/>
                <a:ea typeface="Eudoxus Sans"/>
              </a:rPr>
              <a:t>Welcome to Salesforce User Training! In this presentation, we'll cover three essential topics: Sending Emails, Adding Products, and Creating Quotes.</a:t>
            </a:r>
            <a:endParaRPr b="0" lang="en-US" sz="3200" spc="-1" strike="noStrike">
              <a:solidFill>
                <a:srgbClr val="000000"/>
              </a:solidFill>
              <a:latin typeface="Arial"/>
            </a:endParaRPr>
          </a:p>
        </p:txBody>
      </p:sp>
    </p:spTree>
  </p:cSld>
  <mc:AlternateContent>
    <mc:Choice Requires="p14">
      <p:transition spd="slow" p14:dur="2750">
        <p:fade/>
      </p:transition>
    </mc:Choice>
    <mc:Fallback>
      <p:transition spd="slow">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Text 2"/>
          <p:cNvSpPr/>
          <p:nvPr/>
        </p:nvSpPr>
        <p:spPr>
          <a:xfrm>
            <a:off x="2037960" y="712440"/>
            <a:ext cx="7749360" cy="694080"/>
          </a:xfrm>
          <a:prstGeom prst="rect">
            <a:avLst/>
          </a:prstGeom>
          <a:noFill/>
          <a:ln w="0">
            <a:noFill/>
          </a:ln>
        </p:spPr>
        <p:style>
          <a:lnRef idx="0"/>
          <a:fillRef idx="0"/>
          <a:effectRef idx="0"/>
          <a:fontRef idx="minor"/>
        </p:style>
        <p:txBody>
          <a:bodyPr wrap="none" anchor="t">
            <a:noAutofit/>
          </a:bodyPr>
          <a:p>
            <a:pPr defTabSz="914400">
              <a:lnSpc>
                <a:spcPts val="5468"/>
              </a:lnSpc>
              <a:tabLst>
                <a:tab algn="l" pos="0"/>
              </a:tabLst>
            </a:pPr>
            <a:r>
              <a:rPr b="1" lang="en-US" sz="4350" spc="-1" strike="noStrike">
                <a:solidFill>
                  <a:srgbClr val="000000"/>
                </a:solidFill>
                <a:latin typeface="p22-mackinac-pro"/>
                <a:ea typeface="p22-mackinac-pro"/>
              </a:rPr>
              <a:t>13. Sending Emails in Salesforce</a:t>
            </a:r>
            <a:endParaRPr b="0" lang="en-US" sz="4350" spc="-1" strike="noStrike">
              <a:solidFill>
                <a:srgbClr val="000000"/>
              </a:solidFill>
              <a:latin typeface="Arial"/>
            </a:endParaRPr>
          </a:p>
        </p:txBody>
      </p:sp>
      <p:sp>
        <p:nvSpPr>
          <p:cNvPr id="160" name="Text 6"/>
          <p:cNvSpPr/>
          <p:nvPr/>
        </p:nvSpPr>
        <p:spPr>
          <a:xfrm flipH="1">
            <a:off x="1924920" y="1934280"/>
            <a:ext cx="872280" cy="102240"/>
          </a:xfrm>
          <a:prstGeom prst="rect">
            <a:avLst/>
          </a:prstGeom>
          <a:noFill/>
          <a:ln w="0">
            <a:noFill/>
          </a:ln>
        </p:spPr>
        <p:style>
          <a:lnRef idx="0"/>
          <a:fillRef idx="0"/>
          <a:effectRef idx="0"/>
          <a:fontRef idx="minor"/>
        </p:style>
        <p:txBody>
          <a:bodyPr wrap="none" lIns="90000" rIns="90000" tIns="45000" bIns="45000" anchor="t">
            <a:noAutofit/>
          </a:bodyPr>
          <a:p>
            <a:pPr algn="ctr" defTabSz="914400">
              <a:lnSpc>
                <a:spcPts val="3280"/>
              </a:lnSpc>
              <a:tabLst>
                <a:tab algn="l" pos="0"/>
              </a:tabLst>
            </a:pPr>
            <a:r>
              <a:rPr b="1" lang="en-US" sz="2620" spc="-1" strike="noStrike">
                <a:solidFill>
                  <a:srgbClr val="272525"/>
                </a:solidFill>
                <a:latin typeface="p22-mackinac-pro"/>
                <a:ea typeface="p22-mackinac-pro"/>
              </a:rPr>
              <a:t>1</a:t>
            </a:r>
            <a:endParaRPr b="0" lang="en-US" sz="2620" spc="-1" strike="noStrike">
              <a:solidFill>
                <a:srgbClr val="000000"/>
              </a:solidFill>
              <a:latin typeface="Arial"/>
            </a:endParaRPr>
          </a:p>
        </p:txBody>
      </p:sp>
      <p:sp>
        <p:nvSpPr>
          <p:cNvPr id="161" name="Text 7"/>
          <p:cNvSpPr/>
          <p:nvPr/>
        </p:nvSpPr>
        <p:spPr>
          <a:xfrm>
            <a:off x="3593160" y="1962360"/>
            <a:ext cx="2262960" cy="346680"/>
          </a:xfrm>
          <a:prstGeom prst="rect">
            <a:avLst/>
          </a:prstGeom>
          <a:noFill/>
          <a:ln w="0">
            <a:noFill/>
          </a:ln>
        </p:spPr>
        <p:style>
          <a:lnRef idx="0"/>
          <a:fillRef idx="0"/>
          <a:effectRef idx="0"/>
          <a:fontRef idx="minor"/>
        </p:style>
        <p:txBody>
          <a:bodyPr wrap="none" anchor="t">
            <a:noAutofit/>
          </a:bodyPr>
          <a:p>
            <a:pPr defTabSz="914400">
              <a:lnSpc>
                <a:spcPts val="2733"/>
              </a:lnSpc>
              <a:tabLst>
                <a:tab algn="l" pos="0"/>
              </a:tabLst>
            </a:pPr>
            <a:r>
              <a:rPr b="1" lang="en-US" sz="2400" spc="-1" strike="noStrike">
                <a:solidFill>
                  <a:srgbClr val="272525"/>
                </a:solidFill>
                <a:latin typeface="roboto"/>
                <a:ea typeface="p22-mackinac-pro"/>
              </a:rPr>
              <a:t>Email Templates</a:t>
            </a:r>
            <a:endParaRPr b="0" lang="en-US" sz="2400" spc="-1" strike="noStrike">
              <a:solidFill>
                <a:srgbClr val="000000"/>
              </a:solidFill>
              <a:latin typeface="Arial"/>
            </a:endParaRPr>
          </a:p>
        </p:txBody>
      </p:sp>
      <p:sp>
        <p:nvSpPr>
          <p:cNvPr id="162" name="Text 8"/>
          <p:cNvSpPr/>
          <p:nvPr/>
        </p:nvSpPr>
        <p:spPr>
          <a:xfrm>
            <a:off x="3593160" y="2313360"/>
            <a:ext cx="8998920" cy="92880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Create and customize pre-designed email templates to save time and ensure consistent messaging across your organization.</a:t>
            </a:r>
            <a:endParaRPr b="0" lang="en-US" sz="1750" spc="-1" strike="noStrike">
              <a:solidFill>
                <a:srgbClr val="000000"/>
              </a:solidFill>
              <a:latin typeface="Arial"/>
            </a:endParaRPr>
          </a:p>
        </p:txBody>
      </p:sp>
      <p:sp>
        <p:nvSpPr>
          <p:cNvPr id="163" name="Text 11"/>
          <p:cNvSpPr/>
          <p:nvPr/>
        </p:nvSpPr>
        <p:spPr>
          <a:xfrm>
            <a:off x="2275920" y="3136320"/>
            <a:ext cx="190080" cy="416160"/>
          </a:xfrm>
          <a:prstGeom prst="rect">
            <a:avLst/>
          </a:prstGeom>
          <a:noFill/>
          <a:ln w="0">
            <a:noFill/>
          </a:ln>
        </p:spPr>
        <p:style>
          <a:lnRef idx="0"/>
          <a:fillRef idx="0"/>
          <a:effectRef idx="0"/>
          <a:fontRef idx="minor"/>
        </p:style>
        <p:txBody>
          <a:bodyPr wrap="none" lIns="90000" rIns="90000" tIns="45000" bIns="45000" anchor="t">
            <a:noAutofit/>
          </a:bodyPr>
          <a:p>
            <a:pPr algn="ctr" defTabSz="914400">
              <a:lnSpc>
                <a:spcPts val="3280"/>
              </a:lnSpc>
              <a:tabLst>
                <a:tab algn="l" pos="0"/>
              </a:tabLst>
            </a:pPr>
            <a:r>
              <a:rPr b="1" lang="en-US" sz="2620" spc="-1" strike="noStrike">
                <a:solidFill>
                  <a:srgbClr val="272525"/>
                </a:solidFill>
                <a:latin typeface="p22-mackinac-pro"/>
                <a:ea typeface="p22-mackinac-pro"/>
              </a:rPr>
              <a:t>2</a:t>
            </a:r>
            <a:endParaRPr b="0" lang="en-US" sz="2620" spc="-1" strike="noStrike">
              <a:solidFill>
                <a:srgbClr val="000000"/>
              </a:solidFill>
              <a:latin typeface="Arial"/>
            </a:endParaRPr>
          </a:p>
        </p:txBody>
      </p:sp>
      <p:sp>
        <p:nvSpPr>
          <p:cNvPr id="164" name="Text 12"/>
          <p:cNvSpPr/>
          <p:nvPr/>
        </p:nvSpPr>
        <p:spPr>
          <a:xfrm>
            <a:off x="3538800" y="3238560"/>
            <a:ext cx="3399480" cy="1097280"/>
          </a:xfrm>
          <a:prstGeom prst="rect">
            <a:avLst/>
          </a:prstGeom>
          <a:noFill/>
          <a:ln w="0">
            <a:noFill/>
          </a:ln>
        </p:spPr>
        <p:style>
          <a:lnRef idx="0"/>
          <a:fillRef idx="0"/>
          <a:effectRef idx="0"/>
          <a:fontRef idx="minor"/>
        </p:style>
        <p:txBody>
          <a:bodyPr wrap="none" anchor="t">
            <a:noAutofit/>
          </a:bodyPr>
          <a:p>
            <a:pPr defTabSz="914400">
              <a:lnSpc>
                <a:spcPts val="2733"/>
              </a:lnSpc>
              <a:tabLst>
                <a:tab algn="l" pos="0"/>
              </a:tabLst>
            </a:pPr>
            <a:r>
              <a:rPr b="1" lang="en-US" sz="2400" spc="-1" strike="noStrike">
                <a:solidFill>
                  <a:srgbClr val="272525"/>
                </a:solidFill>
                <a:latin typeface="roboto"/>
                <a:ea typeface="p22-mackinac-pro"/>
              </a:rPr>
              <a:t>Contact and Lead Emails</a:t>
            </a:r>
            <a:endParaRPr b="0" lang="en-US" sz="2400" spc="-1" strike="noStrike">
              <a:solidFill>
                <a:srgbClr val="000000"/>
              </a:solidFill>
              <a:latin typeface="Arial"/>
            </a:endParaRPr>
          </a:p>
        </p:txBody>
      </p:sp>
      <p:sp>
        <p:nvSpPr>
          <p:cNvPr id="165" name="Text 13"/>
          <p:cNvSpPr/>
          <p:nvPr/>
        </p:nvSpPr>
        <p:spPr>
          <a:xfrm>
            <a:off x="3538800" y="3699000"/>
            <a:ext cx="9053280" cy="154296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Master the art of reaching out to contacts and leads directly through Salesforce, keeping track of all your communications in one place.</a:t>
            </a:r>
            <a:endParaRPr b="0" lang="en-US" sz="1750" spc="-1" strike="noStrike">
              <a:solidFill>
                <a:srgbClr val="000000"/>
              </a:solidFill>
              <a:latin typeface="Arial"/>
            </a:endParaRPr>
          </a:p>
        </p:txBody>
      </p:sp>
      <p:sp>
        <p:nvSpPr>
          <p:cNvPr id="166" name="Text 16"/>
          <p:cNvSpPr/>
          <p:nvPr/>
        </p:nvSpPr>
        <p:spPr>
          <a:xfrm>
            <a:off x="2271960" y="4521600"/>
            <a:ext cx="197640" cy="416160"/>
          </a:xfrm>
          <a:prstGeom prst="rect">
            <a:avLst/>
          </a:prstGeom>
          <a:noFill/>
          <a:ln w="0">
            <a:noFill/>
          </a:ln>
        </p:spPr>
        <p:style>
          <a:lnRef idx="0"/>
          <a:fillRef idx="0"/>
          <a:effectRef idx="0"/>
          <a:fontRef idx="minor"/>
        </p:style>
        <p:txBody>
          <a:bodyPr wrap="none" lIns="90000" rIns="90000" tIns="45000" bIns="45000" anchor="t">
            <a:noAutofit/>
          </a:bodyPr>
          <a:p>
            <a:pPr algn="ctr" defTabSz="914400">
              <a:lnSpc>
                <a:spcPts val="3280"/>
              </a:lnSpc>
              <a:tabLst>
                <a:tab algn="l" pos="0"/>
              </a:tabLst>
            </a:pPr>
            <a:r>
              <a:rPr b="1" lang="en-US" sz="2620" spc="-1" strike="noStrike">
                <a:solidFill>
                  <a:srgbClr val="272525"/>
                </a:solidFill>
                <a:latin typeface="p22-mackinac-pro"/>
                <a:ea typeface="p22-mackinac-pro"/>
              </a:rPr>
              <a:t>3</a:t>
            </a:r>
            <a:endParaRPr b="0" lang="en-US" sz="2620" spc="-1" strike="noStrike">
              <a:solidFill>
                <a:srgbClr val="000000"/>
              </a:solidFill>
              <a:latin typeface="Arial"/>
            </a:endParaRPr>
          </a:p>
        </p:txBody>
      </p:sp>
      <p:sp>
        <p:nvSpPr>
          <p:cNvPr id="167" name="Text 17"/>
          <p:cNvSpPr/>
          <p:nvPr/>
        </p:nvSpPr>
        <p:spPr>
          <a:xfrm>
            <a:off x="3552480" y="4528800"/>
            <a:ext cx="4141080" cy="715320"/>
          </a:xfrm>
          <a:prstGeom prst="rect">
            <a:avLst/>
          </a:prstGeom>
          <a:noFill/>
          <a:ln w="0">
            <a:noFill/>
          </a:ln>
        </p:spPr>
        <p:style>
          <a:lnRef idx="0"/>
          <a:fillRef idx="0"/>
          <a:effectRef idx="0"/>
          <a:fontRef idx="minor"/>
        </p:style>
        <p:txBody>
          <a:bodyPr wrap="none" anchor="t">
            <a:noAutofit/>
          </a:bodyPr>
          <a:p>
            <a:pPr defTabSz="914400">
              <a:lnSpc>
                <a:spcPts val="2733"/>
              </a:lnSpc>
              <a:tabLst>
                <a:tab algn="l" pos="0"/>
              </a:tabLst>
            </a:pPr>
            <a:r>
              <a:rPr b="1" lang="en-US" sz="2400" spc="-1" strike="noStrike">
                <a:solidFill>
                  <a:srgbClr val="272525"/>
                </a:solidFill>
                <a:latin typeface="roboto"/>
                <a:ea typeface="p22-mackinac-pro"/>
              </a:rPr>
              <a:t>Automated Email Campaigns</a:t>
            </a:r>
            <a:endParaRPr b="0" lang="en-US" sz="2400" spc="-1" strike="noStrike">
              <a:solidFill>
                <a:srgbClr val="000000"/>
              </a:solidFill>
              <a:latin typeface="Arial"/>
            </a:endParaRPr>
          </a:p>
        </p:txBody>
      </p:sp>
      <p:sp>
        <p:nvSpPr>
          <p:cNvPr id="168" name="Text 18"/>
          <p:cNvSpPr/>
          <p:nvPr/>
        </p:nvSpPr>
        <p:spPr>
          <a:xfrm>
            <a:off x="3538080" y="4885560"/>
            <a:ext cx="9054000" cy="2252520"/>
          </a:xfrm>
          <a:prstGeom prst="rect">
            <a:avLst/>
          </a:prstGeom>
          <a:noFill/>
          <a:ln w="0">
            <a:noFill/>
          </a:ln>
        </p:spPr>
        <p:style>
          <a:lnRef idx="0"/>
          <a:fillRef idx="0"/>
          <a:effectRef idx="0"/>
          <a:fontRef idx="minor"/>
        </p:style>
        <p:txBody>
          <a:bodyPr lIns="90000" rIns="90000" tIns="45000" bIns="45000" anchor="t">
            <a:noAutofit/>
          </a:bodyPr>
          <a:p>
            <a:pPr defTabSz="914400">
              <a:lnSpc>
                <a:spcPts val="2798"/>
              </a:lnSpc>
              <a:tabLst>
                <a:tab algn="l" pos="0"/>
              </a:tabLst>
            </a:pPr>
            <a:r>
              <a:rPr b="0" lang="en-US" sz="1750" spc="-1" strike="noStrike">
                <a:solidFill>
                  <a:srgbClr val="272525"/>
                </a:solidFill>
                <a:latin typeface="Eudoxus Sans"/>
                <a:ea typeface="Eudoxus Sans"/>
              </a:rPr>
              <a:t>Explore the power of marketing automation with Salesforce and unleash the full potential of your email campaigns.</a:t>
            </a:r>
            <a:endParaRPr b="0" lang="en-US" sz="1750" spc="-1" strike="noStrike">
              <a:solidFill>
                <a:srgbClr val="000000"/>
              </a:solidFill>
              <a:latin typeface="Arial"/>
            </a:endParaRPr>
          </a:p>
        </p:txBody>
      </p:sp>
      <p:sp>
        <p:nvSpPr>
          <p:cNvPr id="169" name="Text 16"/>
          <p:cNvSpPr/>
          <p:nvPr/>
        </p:nvSpPr>
        <p:spPr>
          <a:xfrm>
            <a:off x="2271960" y="5982120"/>
            <a:ext cx="197640" cy="416160"/>
          </a:xfrm>
          <a:prstGeom prst="rect">
            <a:avLst/>
          </a:prstGeom>
          <a:noFill/>
          <a:ln w="0">
            <a:noFill/>
          </a:ln>
        </p:spPr>
        <p:style>
          <a:lnRef idx="0"/>
          <a:fillRef idx="0"/>
          <a:effectRef idx="0"/>
          <a:fontRef idx="minor"/>
        </p:style>
        <p:txBody>
          <a:bodyPr wrap="none" anchor="t">
            <a:noAutofit/>
          </a:bodyPr>
          <a:p>
            <a:pPr algn="ctr" defTabSz="914400">
              <a:lnSpc>
                <a:spcPts val="3280"/>
              </a:lnSpc>
              <a:tabLst>
                <a:tab algn="l" pos="0"/>
              </a:tabLst>
            </a:pPr>
            <a:r>
              <a:rPr b="1" lang="en-US" sz="2600" spc="-1" strike="noStrike">
                <a:solidFill>
                  <a:srgbClr val="272525"/>
                </a:solidFill>
                <a:latin typeface="p22-mackinac-pro"/>
                <a:ea typeface="p22-mackinac-pro"/>
              </a:rPr>
              <a:t>4</a:t>
            </a:r>
            <a:endParaRPr b="0" lang="en-US" sz="2600" spc="-1" strike="noStrike">
              <a:solidFill>
                <a:srgbClr val="000000"/>
              </a:solidFill>
              <a:latin typeface="Arial"/>
            </a:endParaRPr>
          </a:p>
        </p:txBody>
      </p:sp>
      <p:sp>
        <p:nvSpPr>
          <p:cNvPr id="170" name="TextBox 2"/>
          <p:cNvSpPr/>
          <p:nvPr/>
        </p:nvSpPr>
        <p:spPr>
          <a:xfrm>
            <a:off x="3541680" y="6056280"/>
            <a:ext cx="5063040" cy="45684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1" lang="fr-FR" sz="2400" spc="-1" strike="noStrike">
                <a:solidFill>
                  <a:schemeClr val="dk1"/>
                </a:solidFill>
                <a:latin typeface="roboto"/>
                <a:ea typeface="roboto"/>
              </a:rPr>
              <a:t>User guide Send Email</a:t>
            </a:r>
            <a:endParaRPr b="0" lang="en-US" sz="2400" spc="-1" strike="noStrike">
              <a:solidFill>
                <a:srgbClr val="000000"/>
              </a:solidFill>
              <a:latin typeface="Arial"/>
            </a:endParaRPr>
          </a:p>
        </p:txBody>
      </p:sp>
    </p:spTree>
  </p:cSld>
  <mc:AlternateContent>
    <mc:Choice Requires="p14">
      <p:transition spd="slow" p14:dur="2750">
        <p:fade/>
      </p:transition>
    </mc:Choice>
    <mc:Fallback>
      <p:transition spd="slow">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1005840" y="535320"/>
            <a:ext cx="12618360" cy="957960"/>
          </a:xfrm>
          <a:prstGeom prst="rect">
            <a:avLst/>
          </a:prstGeom>
          <a:noFill/>
          <a:ln w="0">
            <a:noFill/>
          </a:ln>
        </p:spPr>
        <p:txBody>
          <a:bodyPr lIns="91440" rIns="91440" tIns="45720" bIns="45720" anchor="ctr">
            <a:normAutofit/>
          </a:bodyPr>
          <a:p>
            <a:pPr indent="0" defTabSz="1097280">
              <a:lnSpc>
                <a:spcPct val="90000"/>
              </a:lnSpc>
              <a:buNone/>
            </a:pPr>
            <a:r>
              <a:rPr b="1" lang="en-US" sz="4400" spc="-1" strike="noStrike">
                <a:solidFill>
                  <a:srgbClr val="000000"/>
                </a:solidFill>
                <a:latin typeface="Roboto"/>
                <a:ea typeface="Roboto"/>
              </a:rPr>
              <a:t>14. Adding Products to Salesforce</a:t>
            </a:r>
            <a:endParaRPr b="0" lang="en-US" sz="4400" spc="-1" strike="noStrike">
              <a:solidFill>
                <a:schemeClr val="dk1"/>
              </a:solidFill>
              <a:latin typeface="Roboto"/>
            </a:endParaRPr>
          </a:p>
        </p:txBody>
      </p:sp>
      <p:graphicFrame>
        <p:nvGraphicFramePr>
          <p:cNvPr id="172" name="Content Placeholder 6"/>
          <p:cNvGraphicFramePr/>
          <p:nvPr/>
        </p:nvGraphicFramePr>
        <p:xfrm>
          <a:off x="784440" y="2829600"/>
          <a:ext cx="11467800" cy="3702240"/>
        </p:xfrm>
        <a:graphic>
          <a:graphicData uri="http://schemas.openxmlformats.org/drawingml/2006/table">
            <a:tbl>
              <a:tblPr/>
              <a:tblGrid>
                <a:gridCol w="3822480"/>
                <a:gridCol w="3822480"/>
                <a:gridCol w="3822480"/>
              </a:tblGrid>
              <a:tr h="979920">
                <a:tc>
                  <a:txBody>
                    <a:bodyPr anchor="t">
                      <a:noAutofit/>
                    </a:bodyPr>
                    <a:p>
                      <a:pPr defTabSz="1097280">
                        <a:lnSpc>
                          <a:spcPct val="100000"/>
                        </a:lnSpc>
                      </a:pPr>
                      <a:r>
                        <a:rPr b="1" lang="en-US" sz="2100" spc="-1" strike="noStrike">
                          <a:solidFill>
                            <a:schemeClr val="lt1"/>
                          </a:solidFill>
                          <a:latin typeface="Roboto"/>
                        </a:rPr>
                        <a:t>Product Catalog</a:t>
                      </a:r>
                      <a:endParaRPr b="0" lang="en-US" sz="21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1097280">
                        <a:lnSpc>
                          <a:spcPct val="100000"/>
                        </a:lnSpc>
                      </a:pPr>
                      <a:r>
                        <a:rPr b="1" lang="en-US" sz="2100" spc="-1" strike="noStrike">
                          <a:solidFill>
                            <a:schemeClr val="lt1"/>
                          </a:solidFill>
                          <a:latin typeface="Roboto"/>
                        </a:rPr>
                        <a:t>Product management</a:t>
                      </a:r>
                      <a:endParaRPr b="0" lang="en-US" sz="2100" spc="-1" strike="noStrike">
                        <a:solidFill>
                          <a:srgbClr val="ffffff"/>
                        </a:solidFill>
                        <a:latin typeface="Arial"/>
                      </a:endParaRPr>
                    </a:p>
                    <a:p>
                      <a:pPr defTabSz="1097280">
                        <a:lnSpc>
                          <a:spcPct val="100000"/>
                        </a:lnSpc>
                      </a:pPr>
                      <a:endParaRPr b="0" lang="en-US" sz="216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1097280">
                        <a:lnSpc>
                          <a:spcPct val="100000"/>
                        </a:lnSpc>
                      </a:pPr>
                      <a:r>
                        <a:rPr b="1" lang="en-US" sz="2100" spc="-1" strike="noStrike">
                          <a:solidFill>
                            <a:schemeClr val="lt1"/>
                          </a:solidFill>
                          <a:latin typeface="Roboto"/>
                        </a:rPr>
                        <a:t>User guide</a:t>
                      </a:r>
                      <a:endParaRPr b="0" lang="en-US" sz="2100" spc="-1" strike="noStrike">
                        <a:solidFill>
                          <a:srgbClr val="ffffff"/>
                        </a:solidFill>
                        <a:latin typeface="Arial"/>
                      </a:endParaRPr>
                    </a:p>
                    <a:p>
                      <a:pPr defTabSz="1097280">
                        <a:lnSpc>
                          <a:spcPct val="100000"/>
                        </a:lnSpc>
                      </a:pPr>
                      <a:endParaRPr b="0" lang="en-US" sz="216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2722320">
                <a:tc>
                  <a:txBody>
                    <a:bodyPr anchor="t">
                      <a:noAutofit/>
                    </a:bodyPr>
                    <a:p>
                      <a:pPr defTabSz="1097280">
                        <a:lnSpc>
                          <a:spcPct val="100000"/>
                        </a:lnSpc>
                      </a:pPr>
                      <a:r>
                        <a:rPr b="0" lang="en-US" sz="1800" spc="-1" strike="noStrike">
                          <a:solidFill>
                            <a:srgbClr val="272525"/>
                          </a:solidFill>
                          <a:latin typeface="Roboto"/>
                        </a:rPr>
                        <a:t>Build an extensive product catalog in Salesforce, complete with detailed descriptions, pricing, and images for each item. </a:t>
                      </a:r>
                      <a:endParaRPr b="0" lang="en-US" sz="1800" spc="-1" strike="noStrike">
                        <a:solidFill>
                          <a:srgbClr val="000000"/>
                        </a:solidFill>
                        <a:latin typeface="Arial"/>
                      </a:endParaRPr>
                    </a:p>
                    <a:p>
                      <a:pPr defTabSz="1097280">
                        <a:lnSpc>
                          <a:spcPct val="100000"/>
                        </a:lnSpc>
                      </a:pPr>
                      <a:endParaRPr b="0" lang="en-US" sz="1800" spc="-1" strike="noStrike">
                        <a:solidFill>
                          <a:srgbClr val="000000"/>
                        </a:solidFill>
                        <a:latin typeface="Arial"/>
                      </a:endParaRPr>
                    </a:p>
                    <a:p>
                      <a:pPr defTabSz="1097280">
                        <a:lnSpc>
                          <a:spcPct val="100000"/>
                        </a:lnSpc>
                      </a:pPr>
                      <a:endParaRPr b="0" lang="en-US" sz="216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1097280">
                        <a:lnSpc>
                          <a:spcPct val="100000"/>
                        </a:lnSpc>
                      </a:pPr>
                      <a:r>
                        <a:rPr b="0" lang="en-US" sz="1800" spc="-1" strike="noStrike">
                          <a:solidFill>
                            <a:srgbClr val="272525"/>
                          </a:solidFill>
                          <a:latin typeface="Roboto"/>
                        </a:rPr>
                        <a:t>In Salesforce you can add products and create different price books for the same products. </a:t>
                      </a:r>
                      <a:endParaRPr b="0" lang="en-US" sz="1800" spc="-1" strike="noStrike">
                        <a:solidFill>
                          <a:srgbClr val="000000"/>
                        </a:solidFill>
                        <a:latin typeface="Arial"/>
                      </a:endParaRPr>
                    </a:p>
                    <a:p>
                      <a:pPr defTabSz="1097280">
                        <a:lnSpc>
                          <a:spcPct val="100000"/>
                        </a:lnSpc>
                      </a:pPr>
                      <a:r>
                        <a:rPr b="0" lang="en-US" sz="1800" spc="-1" strike="noStrike">
                          <a:solidFill>
                            <a:srgbClr val="272525"/>
                          </a:solidFill>
                          <a:latin typeface="Roboto"/>
                        </a:rPr>
                        <a:t>Example: </a:t>
                      </a:r>
                      <a:endParaRPr b="0" lang="en-US" sz="1800" spc="-1" strike="noStrike">
                        <a:solidFill>
                          <a:srgbClr val="000000"/>
                        </a:solidFill>
                        <a:latin typeface="Arial"/>
                      </a:endParaRPr>
                    </a:p>
                    <a:p>
                      <a:pPr marL="285840" indent="-285840" defTabSz="1097280">
                        <a:lnSpc>
                          <a:spcPct val="100000"/>
                        </a:lnSpc>
                        <a:buClr>
                          <a:srgbClr val="272525"/>
                        </a:buClr>
                        <a:buFont typeface="Arial"/>
                        <a:buChar char="•"/>
                      </a:pPr>
                      <a:r>
                        <a:rPr b="0" lang="en-US" sz="1800" spc="-1" strike="noStrike">
                          <a:solidFill>
                            <a:srgbClr val="272525"/>
                          </a:solidFill>
                          <a:latin typeface="Roboto"/>
                        </a:rPr>
                        <a:t>customer price book</a:t>
                      </a:r>
                      <a:endParaRPr b="0" lang="en-US" sz="1800" spc="-1" strike="noStrike">
                        <a:solidFill>
                          <a:srgbClr val="000000"/>
                        </a:solidFill>
                        <a:latin typeface="Arial"/>
                      </a:endParaRPr>
                    </a:p>
                    <a:p>
                      <a:pPr marL="285840" indent="-285840" defTabSz="1097280">
                        <a:lnSpc>
                          <a:spcPct val="100000"/>
                        </a:lnSpc>
                        <a:buClr>
                          <a:srgbClr val="272525"/>
                        </a:buClr>
                        <a:buFont typeface="Arial"/>
                        <a:buChar char="•"/>
                      </a:pPr>
                      <a:r>
                        <a:rPr b="0" lang="en-US" sz="1800" spc="-1" strike="noStrike">
                          <a:solidFill>
                            <a:srgbClr val="272525"/>
                          </a:solidFill>
                          <a:latin typeface="Roboto"/>
                        </a:rPr>
                        <a:t>Reseller price book</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1097280">
                        <a:lnSpc>
                          <a:spcPct val="100000"/>
                        </a:lnSpc>
                      </a:pPr>
                      <a:r>
                        <a:rPr b="0" lang="fr-FR" sz="2000" spc="-1" strike="noStrike">
                          <a:solidFill>
                            <a:srgbClr val="000000"/>
                          </a:solidFill>
                          <a:latin typeface="Roboto"/>
                        </a:rPr>
                        <a:t>User guide Add Product and Price book:</a:t>
                      </a:r>
                      <a:endParaRPr b="0" lang="en-US" sz="20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
        <p:nvSpPr>
          <p:cNvPr id="3" name="PlaceHolder 2"/>
          <p:cNvSpPr>
            <a:spLocks noGrp="1"/>
          </p:cNvSpPr>
          <p:nvPr>
            <p:ph type="sldNum" idx="6"/>
          </p:nvPr>
        </p:nvSpPr>
        <p:spPr/>
        <p:txBody>
          <a:bodyPr/>
          <a:p>
            <a:fld id="{6B11079D-D5BD-4E13-80F6-A1BF90A572AD}" type="slidenum">
              <a:t>22</a:t>
            </a:fld>
          </a:p>
        </p:txBody>
      </p:sp>
    </p:spTree>
  </p:cSld>
  <mc:AlternateContent>
    <mc:Choice Requires="p14">
      <p:transition spd="slow" p14:dur="2750">
        <p:fade/>
      </p:transition>
    </mc:Choice>
    <mc:Fallback>
      <p:transition spd="slow">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Text 1"/>
          <p:cNvSpPr/>
          <p:nvPr/>
        </p:nvSpPr>
        <p:spPr>
          <a:xfrm>
            <a:off x="1604880" y="719280"/>
            <a:ext cx="8137800" cy="694080"/>
          </a:xfrm>
          <a:prstGeom prst="rect">
            <a:avLst/>
          </a:prstGeom>
          <a:noFill/>
          <a:ln w="0">
            <a:noFill/>
          </a:ln>
        </p:spPr>
        <p:style>
          <a:lnRef idx="0"/>
          <a:fillRef idx="0"/>
          <a:effectRef idx="0"/>
          <a:fontRef idx="minor"/>
        </p:style>
        <p:txBody>
          <a:bodyPr wrap="none" anchor="t">
            <a:noAutofit/>
          </a:bodyPr>
          <a:p>
            <a:pPr defTabSz="914400">
              <a:lnSpc>
                <a:spcPts val="5468"/>
              </a:lnSpc>
              <a:tabLst>
                <a:tab algn="l" pos="0"/>
              </a:tabLst>
            </a:pPr>
            <a:r>
              <a:rPr b="1" lang="en-US" sz="4350" spc="-1" strike="noStrike">
                <a:solidFill>
                  <a:srgbClr val="000000"/>
                </a:solidFill>
                <a:latin typeface="p22-mackinac-pro"/>
                <a:ea typeface="p22-mackinac-pro"/>
              </a:rPr>
              <a:t>15. Creating a Quote in Salesforce</a:t>
            </a:r>
            <a:endParaRPr b="0" lang="en-US" sz="4350" spc="-1" strike="noStrike">
              <a:solidFill>
                <a:srgbClr val="000000"/>
              </a:solidFill>
              <a:latin typeface="Arial"/>
            </a:endParaRPr>
          </a:p>
        </p:txBody>
      </p:sp>
      <p:sp>
        <p:nvSpPr>
          <p:cNvPr id="174" name="Text 2"/>
          <p:cNvSpPr/>
          <p:nvPr/>
        </p:nvSpPr>
        <p:spPr>
          <a:xfrm>
            <a:off x="2037960" y="4317120"/>
            <a:ext cx="3295440" cy="694080"/>
          </a:xfrm>
          <a:prstGeom prst="rect">
            <a:avLst/>
          </a:prstGeom>
          <a:noFill/>
          <a:ln w="0">
            <a:noFill/>
          </a:ln>
        </p:spPr>
        <p:style>
          <a:lnRef idx="0"/>
          <a:fillRef idx="0"/>
          <a:effectRef idx="0"/>
          <a:fontRef idx="minor"/>
        </p:style>
        <p:txBody>
          <a:bodyPr anchor="t">
            <a:noAutofit/>
          </a:bodyPr>
          <a:p>
            <a:pPr defTabSz="914400">
              <a:lnSpc>
                <a:spcPts val="2733"/>
              </a:lnSpc>
              <a:tabLst>
                <a:tab algn="l" pos="0"/>
              </a:tabLst>
            </a:pPr>
            <a:endParaRPr b="1" lang="en-US" sz="2150" spc="-1" strike="noStrike">
              <a:solidFill>
                <a:schemeClr val="dk1"/>
              </a:solidFill>
              <a:latin typeface="p22-mackinac-pro"/>
            </a:endParaRPr>
          </a:p>
        </p:txBody>
      </p:sp>
      <p:sp>
        <p:nvSpPr>
          <p:cNvPr id="175" name="Text 3"/>
          <p:cNvSpPr/>
          <p:nvPr/>
        </p:nvSpPr>
        <p:spPr>
          <a:xfrm>
            <a:off x="2037960" y="5233680"/>
            <a:ext cx="3295440" cy="2131920"/>
          </a:xfrm>
          <a:prstGeom prst="rect">
            <a:avLst/>
          </a:prstGeom>
          <a:noFill/>
          <a:ln w="0">
            <a:noFill/>
          </a:ln>
        </p:spPr>
        <p:style>
          <a:lnRef idx="0"/>
          <a:fillRef idx="0"/>
          <a:effectRef idx="0"/>
          <a:fontRef idx="minor"/>
        </p:style>
        <p:txBody>
          <a:bodyPr anchor="t">
            <a:noAutofit/>
          </a:bodyPr>
          <a:p>
            <a:pPr defTabSz="914400">
              <a:lnSpc>
                <a:spcPts val="2798"/>
              </a:lnSpc>
              <a:tabLst>
                <a:tab algn="l" pos="0"/>
              </a:tabLst>
            </a:pPr>
            <a:endParaRPr b="0" lang="en-US" sz="1750" spc="-1" strike="noStrike">
              <a:solidFill>
                <a:schemeClr val="dk1"/>
              </a:solidFill>
              <a:latin typeface="Eudoxus Sans"/>
            </a:endParaRPr>
          </a:p>
        </p:txBody>
      </p:sp>
      <p:sp>
        <p:nvSpPr>
          <p:cNvPr id="176" name="Text 4"/>
          <p:cNvSpPr/>
          <p:nvPr/>
        </p:nvSpPr>
        <p:spPr>
          <a:xfrm>
            <a:off x="5667120" y="4317120"/>
            <a:ext cx="3295800" cy="694080"/>
          </a:xfrm>
          <a:prstGeom prst="rect">
            <a:avLst/>
          </a:prstGeom>
          <a:noFill/>
          <a:ln w="0">
            <a:noFill/>
          </a:ln>
        </p:spPr>
        <p:style>
          <a:lnRef idx="0"/>
          <a:fillRef idx="0"/>
          <a:effectRef idx="0"/>
          <a:fontRef idx="minor"/>
        </p:style>
        <p:txBody>
          <a:bodyPr anchor="t">
            <a:noAutofit/>
          </a:bodyPr>
          <a:p>
            <a:pPr defTabSz="914400">
              <a:lnSpc>
                <a:spcPts val="2733"/>
              </a:lnSpc>
              <a:tabLst>
                <a:tab algn="l" pos="0"/>
              </a:tabLst>
            </a:pPr>
            <a:endParaRPr b="1" lang="en-US" sz="2150" spc="-1" strike="noStrike">
              <a:solidFill>
                <a:schemeClr val="dk1"/>
              </a:solidFill>
              <a:latin typeface="p22-mackinac-pro"/>
            </a:endParaRPr>
          </a:p>
        </p:txBody>
      </p:sp>
      <p:sp>
        <p:nvSpPr>
          <p:cNvPr id="177" name="Text 5"/>
          <p:cNvSpPr/>
          <p:nvPr/>
        </p:nvSpPr>
        <p:spPr>
          <a:xfrm>
            <a:off x="5667120" y="5233680"/>
            <a:ext cx="3295800" cy="1776600"/>
          </a:xfrm>
          <a:prstGeom prst="rect">
            <a:avLst/>
          </a:prstGeom>
          <a:noFill/>
          <a:ln w="0">
            <a:noFill/>
          </a:ln>
        </p:spPr>
        <p:style>
          <a:lnRef idx="0"/>
          <a:fillRef idx="0"/>
          <a:effectRef idx="0"/>
          <a:fontRef idx="minor"/>
        </p:style>
        <p:txBody>
          <a:bodyPr anchor="t">
            <a:noAutofit/>
          </a:bodyPr>
          <a:p>
            <a:pPr defTabSz="914400">
              <a:lnSpc>
                <a:spcPts val="2798"/>
              </a:lnSpc>
              <a:tabLst>
                <a:tab algn="l" pos="0"/>
              </a:tabLst>
            </a:pPr>
            <a:endParaRPr b="0" lang="en-US" sz="1750" spc="-1" strike="noStrike">
              <a:solidFill>
                <a:schemeClr val="dk1"/>
              </a:solidFill>
              <a:latin typeface="Eudoxus Sans"/>
            </a:endParaRPr>
          </a:p>
        </p:txBody>
      </p:sp>
      <p:sp>
        <p:nvSpPr>
          <p:cNvPr id="178" name="Text 6"/>
          <p:cNvSpPr/>
          <p:nvPr/>
        </p:nvSpPr>
        <p:spPr>
          <a:xfrm>
            <a:off x="9296280" y="4317120"/>
            <a:ext cx="3295800" cy="694080"/>
          </a:xfrm>
          <a:prstGeom prst="rect">
            <a:avLst/>
          </a:prstGeom>
          <a:noFill/>
          <a:ln w="0">
            <a:noFill/>
          </a:ln>
        </p:spPr>
        <p:style>
          <a:lnRef idx="0"/>
          <a:fillRef idx="0"/>
          <a:effectRef idx="0"/>
          <a:fontRef idx="minor"/>
        </p:style>
        <p:txBody>
          <a:bodyPr anchor="t">
            <a:noAutofit/>
          </a:bodyPr>
          <a:p>
            <a:pPr defTabSz="914400">
              <a:lnSpc>
                <a:spcPts val="2733"/>
              </a:lnSpc>
              <a:tabLst>
                <a:tab algn="l" pos="0"/>
              </a:tabLst>
            </a:pPr>
            <a:endParaRPr b="1" lang="en-US" sz="2150" spc="-1" strike="noStrike">
              <a:solidFill>
                <a:schemeClr val="dk1"/>
              </a:solidFill>
              <a:latin typeface="p22-mackinac-pro"/>
            </a:endParaRPr>
          </a:p>
        </p:txBody>
      </p:sp>
      <p:sp>
        <p:nvSpPr>
          <p:cNvPr id="179" name="Text 7"/>
          <p:cNvSpPr/>
          <p:nvPr/>
        </p:nvSpPr>
        <p:spPr>
          <a:xfrm>
            <a:off x="9296280" y="5233680"/>
            <a:ext cx="3295800" cy="1776600"/>
          </a:xfrm>
          <a:prstGeom prst="rect">
            <a:avLst/>
          </a:prstGeom>
          <a:noFill/>
          <a:ln w="0">
            <a:noFill/>
          </a:ln>
        </p:spPr>
        <p:style>
          <a:lnRef idx="0"/>
          <a:fillRef idx="0"/>
          <a:effectRef idx="0"/>
          <a:fontRef idx="minor"/>
        </p:style>
        <p:txBody>
          <a:bodyPr anchor="t">
            <a:noAutofit/>
          </a:bodyPr>
          <a:p>
            <a:pPr defTabSz="914400">
              <a:lnSpc>
                <a:spcPts val="2798"/>
              </a:lnSpc>
              <a:tabLst>
                <a:tab algn="l" pos="0"/>
              </a:tabLst>
            </a:pPr>
            <a:endParaRPr b="0" lang="en-US" sz="1750" spc="-1" strike="noStrike">
              <a:solidFill>
                <a:schemeClr val="dk1"/>
              </a:solidFill>
              <a:latin typeface="Eudoxus Sans"/>
            </a:endParaRPr>
          </a:p>
        </p:txBody>
      </p:sp>
      <p:graphicFrame>
        <p:nvGraphicFramePr>
          <p:cNvPr id="180" name="Content Placeholder 15"/>
          <p:cNvGraphicFramePr/>
          <p:nvPr/>
        </p:nvGraphicFramePr>
        <p:xfrm>
          <a:off x="961920" y="1662480"/>
          <a:ext cx="11280600" cy="6715440"/>
        </p:xfrm>
        <a:graphic>
          <a:graphicData uri="http://schemas.openxmlformats.org/drawingml/2006/table">
            <a:tbl>
              <a:tblPr/>
              <a:tblGrid>
                <a:gridCol w="3776400"/>
                <a:gridCol w="3443400"/>
                <a:gridCol w="4060440"/>
              </a:tblGrid>
              <a:tr h="1923480">
                <a:tc>
                  <a:txBody>
                    <a:bodyPr anchor="t">
                      <a:noAutofit/>
                    </a:bodyPr>
                    <a:p>
                      <a:pPr defTabSz="1097280">
                        <a:lnSpc>
                          <a:spcPct val="100000"/>
                        </a:lnSpc>
                      </a:pPr>
                      <a:endParaRPr b="0" lang="en-US" sz="2160" spc="-1" strike="noStrike">
                        <a:solidFill>
                          <a:srgbClr val="ffffff"/>
                        </a:solidFill>
                        <a:latin typeface="Arial"/>
                      </a:endParaRPr>
                    </a:p>
                    <a:p>
                      <a:pPr defTabSz="1097280">
                        <a:lnSpc>
                          <a:spcPct val="100000"/>
                        </a:lnSpc>
                      </a:pPr>
                      <a:endParaRPr b="0" lang="en-US" sz="2160" spc="-1" strike="noStrike">
                        <a:solidFill>
                          <a:srgbClr val="ffffff"/>
                        </a:solidFill>
                        <a:latin typeface="Arial"/>
                      </a:endParaRPr>
                    </a:p>
                    <a:p>
                      <a:pPr defTabSz="1097280">
                        <a:lnSpc>
                          <a:spcPct val="100000"/>
                        </a:lnSpc>
                      </a:pPr>
                      <a:endParaRPr b="0" lang="en-US" sz="2160" spc="-1" strike="noStrike">
                        <a:solidFill>
                          <a:srgbClr val="ffffff"/>
                        </a:solidFill>
                        <a:latin typeface="Arial"/>
                      </a:endParaRPr>
                    </a:p>
                    <a:p>
                      <a:pPr defTabSz="1097280">
                        <a:lnSpc>
                          <a:spcPct val="100000"/>
                        </a:lnSpc>
                      </a:pPr>
                      <a:endParaRPr b="0" lang="en-US" sz="2160" spc="-1" strike="noStrike">
                        <a:solidFill>
                          <a:srgbClr val="ffffff"/>
                        </a:solidFill>
                        <a:latin typeface="Arial"/>
                      </a:endParaRPr>
                    </a:p>
                    <a:p>
                      <a:pPr defTabSz="1097280">
                        <a:lnSpc>
                          <a:spcPct val="100000"/>
                        </a:lnSpc>
                      </a:pPr>
                      <a:endParaRPr b="0" lang="en-US" sz="216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endParaRPr b="1" lang="en-US" sz="2160" spc="-1" strike="noStrike">
                        <a:solidFill>
                          <a:schemeClr val="lt1"/>
                        </a:solidFill>
                        <a:latin typeface="Roboto"/>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endParaRPr b="1" lang="en-US" sz="2160" spc="-1" strike="noStrike">
                        <a:solidFill>
                          <a:schemeClr val="lt1"/>
                        </a:solidFill>
                        <a:latin typeface="Roboto"/>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648720">
                <a:tc>
                  <a:txBody>
                    <a:bodyPr anchor="t">
                      <a:noAutofit/>
                    </a:bodyPr>
                    <a:p>
                      <a:pPr defTabSz="1097280">
                        <a:lnSpc>
                          <a:spcPct val="100000"/>
                        </a:lnSpc>
                      </a:pPr>
                      <a:r>
                        <a:rPr b="1" lang="en-US" sz="2100" spc="-1" strike="noStrike">
                          <a:solidFill>
                            <a:srgbClr val="000000"/>
                          </a:solidFill>
                          <a:latin typeface="Roboto"/>
                        </a:rPr>
                        <a:t>Streamlined Quote Creation</a:t>
                      </a:r>
                      <a:endParaRPr b="0" lang="en-US" sz="2100" spc="-1" strike="noStrike">
                        <a:solidFill>
                          <a:srgbClr val="000000"/>
                        </a:solidFill>
                        <a:latin typeface="Arial"/>
                      </a:endParaRPr>
                    </a:p>
                    <a:p>
                      <a:pPr defTabSz="1097280">
                        <a:lnSpc>
                          <a:spcPct val="100000"/>
                        </a:lnSpc>
                      </a:pPr>
                      <a:endParaRPr b="0" lang="en-US" sz="216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1097280">
                        <a:lnSpc>
                          <a:spcPct val="100000"/>
                        </a:lnSpc>
                      </a:pPr>
                      <a:r>
                        <a:rPr b="1" lang="en-US" sz="2100" spc="-1" strike="noStrike">
                          <a:solidFill>
                            <a:srgbClr val="000000"/>
                          </a:solidFill>
                          <a:latin typeface="Roboto"/>
                        </a:rPr>
                        <a:t>Quote management</a:t>
                      </a:r>
                      <a:endParaRPr b="0" lang="en-US" sz="2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1097280">
                        <a:lnSpc>
                          <a:spcPct val="100000"/>
                        </a:lnSpc>
                      </a:pPr>
                      <a:r>
                        <a:rPr b="1" lang="en-US" sz="2160" spc="-1" strike="noStrike">
                          <a:solidFill>
                            <a:schemeClr val="dk1"/>
                          </a:solidFill>
                          <a:latin typeface="Roboto"/>
                        </a:rPr>
                        <a:t>User guide</a:t>
                      </a:r>
                      <a:endParaRPr b="0" lang="en-US" sz="216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2850840">
                <a:tc>
                  <a:txBody>
                    <a:bodyPr anchor="t">
                      <a:noAutofit/>
                    </a:bodyPr>
                    <a:p>
                      <a:pPr defTabSz="1097280">
                        <a:lnSpc>
                          <a:spcPct val="100000"/>
                        </a:lnSpc>
                      </a:pPr>
                      <a:r>
                        <a:rPr b="0" lang="en-US" sz="1800" spc="-1" strike="noStrike">
                          <a:solidFill>
                            <a:srgbClr val="000000"/>
                          </a:solidFill>
                          <a:latin typeface="Roboto"/>
                        </a:rPr>
                        <a:t>Discover the step-by-step process of creating professional quotes in Salesforce, complete with product details, pricing, and terms.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1097280">
                        <a:lnSpc>
                          <a:spcPct val="100000"/>
                        </a:lnSpc>
                      </a:pPr>
                      <a:r>
                        <a:rPr b="0" lang="en-US" sz="1800" spc="-1" strike="noStrike">
                          <a:solidFill>
                            <a:srgbClr val="272525"/>
                          </a:solidFill>
                          <a:latin typeface="Segoe UI"/>
                        </a:rPr>
                        <a:t>Steps to create a quote:</a:t>
                      </a:r>
                      <a:endParaRPr b="0" lang="en-US" sz="1800" spc="-1" strike="noStrike">
                        <a:solidFill>
                          <a:srgbClr val="000000"/>
                        </a:solidFill>
                        <a:latin typeface="Arial"/>
                      </a:endParaRPr>
                    </a:p>
                    <a:p>
                      <a:pPr defTabSz="1097280">
                        <a:lnSpc>
                          <a:spcPct val="100000"/>
                        </a:lnSpc>
                      </a:pPr>
                      <a:endParaRPr b="0" lang="en-US" sz="2200" spc="-1" strike="noStrike">
                        <a:solidFill>
                          <a:srgbClr val="000000"/>
                        </a:solidFill>
                        <a:latin typeface="Arial"/>
                      </a:endParaRPr>
                    </a:p>
                    <a:p>
                      <a:pPr marL="285840" indent="-285840" defTabSz="1097280">
                        <a:lnSpc>
                          <a:spcPct val="100000"/>
                        </a:lnSpc>
                        <a:buClr>
                          <a:srgbClr val="272525"/>
                        </a:buClr>
                        <a:buFont typeface="Arial"/>
                        <a:buChar char="•"/>
                      </a:pPr>
                      <a:r>
                        <a:rPr b="0" lang="en-US" sz="1800" spc="-1" strike="noStrike">
                          <a:solidFill>
                            <a:srgbClr val="272525"/>
                          </a:solidFill>
                          <a:latin typeface="Segoe UI"/>
                        </a:rPr>
                        <a:t>Select an opportunity</a:t>
                      </a:r>
                      <a:endParaRPr b="0" lang="en-US" sz="1800" spc="-1" strike="noStrike">
                        <a:solidFill>
                          <a:srgbClr val="000000"/>
                        </a:solidFill>
                        <a:latin typeface="Arial"/>
                      </a:endParaRPr>
                    </a:p>
                    <a:p>
                      <a:pPr marL="285840" indent="-285840" defTabSz="1097280">
                        <a:lnSpc>
                          <a:spcPct val="100000"/>
                        </a:lnSpc>
                        <a:buClr>
                          <a:srgbClr val="272525"/>
                        </a:buClr>
                        <a:buFont typeface="Arial"/>
                        <a:buChar char="•"/>
                      </a:pPr>
                      <a:r>
                        <a:rPr b="0" lang="en-US" sz="1800" spc="-1" strike="noStrike">
                          <a:solidFill>
                            <a:srgbClr val="272525"/>
                          </a:solidFill>
                          <a:latin typeface="Segoe UI"/>
                        </a:rPr>
                        <a:t>Add products</a:t>
                      </a:r>
                      <a:endParaRPr b="0" lang="en-US" sz="1800" spc="-1" strike="noStrike">
                        <a:solidFill>
                          <a:srgbClr val="000000"/>
                        </a:solidFill>
                        <a:latin typeface="Arial"/>
                      </a:endParaRPr>
                    </a:p>
                    <a:p>
                      <a:pPr marL="285840" indent="-285840" defTabSz="1097280">
                        <a:lnSpc>
                          <a:spcPct val="100000"/>
                        </a:lnSpc>
                        <a:buClr>
                          <a:srgbClr val="272525"/>
                        </a:buClr>
                        <a:buFont typeface="Arial"/>
                        <a:buChar char="•"/>
                      </a:pPr>
                      <a:r>
                        <a:rPr b="0" lang="en-US" sz="1800" spc="-1" strike="noStrike">
                          <a:solidFill>
                            <a:srgbClr val="272525"/>
                          </a:solidFill>
                          <a:latin typeface="Segoe UI"/>
                        </a:rPr>
                        <a:t>Indicate prices, discounts and delivery charges</a:t>
                      </a:r>
                      <a:endParaRPr b="0" lang="en-US" sz="1800" spc="-1" strike="noStrike">
                        <a:solidFill>
                          <a:srgbClr val="000000"/>
                        </a:solidFill>
                        <a:latin typeface="Arial"/>
                      </a:endParaRPr>
                    </a:p>
                    <a:p>
                      <a:pPr marL="285840" indent="-285840" defTabSz="1097280">
                        <a:lnSpc>
                          <a:spcPct val="100000"/>
                        </a:lnSpc>
                        <a:buClr>
                          <a:srgbClr val="272525"/>
                        </a:buClr>
                        <a:buFont typeface="Arial"/>
                        <a:buChar char="•"/>
                      </a:pPr>
                      <a:r>
                        <a:rPr b="0" lang="en-US" sz="1800" spc="-1" strike="noStrike">
                          <a:solidFill>
                            <a:srgbClr val="272525"/>
                          </a:solidFill>
                          <a:latin typeface="Segoe UI"/>
                        </a:rPr>
                        <a:t>Create a pdf document to give to the customer or send by e-mail</a:t>
                      </a:r>
                      <a:endParaRPr b="0" lang="en-US" sz="1800" spc="-1" strike="noStrike">
                        <a:solidFill>
                          <a:srgbClr val="000000"/>
                        </a:solidFill>
                        <a:latin typeface="Arial"/>
                      </a:endParaRPr>
                    </a:p>
                    <a:p>
                      <a:pPr defTabSz="1097280">
                        <a:lnSpc>
                          <a:spcPct val="100000"/>
                        </a:lnSpc>
                      </a:pPr>
                      <a:endParaRPr b="0" lang="en-US" sz="216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1097280">
                        <a:lnSpc>
                          <a:spcPct val="100000"/>
                        </a:lnSpc>
                      </a:pPr>
                      <a:r>
                        <a:rPr b="0" lang="fr-FR" sz="2400" spc="-1" strike="noStrike">
                          <a:solidFill>
                            <a:srgbClr val="000000"/>
                          </a:solidFill>
                          <a:latin typeface="Roboto"/>
                        </a:rPr>
                        <a:t>User guide Create Quote : </a:t>
                      </a:r>
                      <a:endParaRPr b="0" lang="en-US" sz="2400" spc="-1" strike="noStrike">
                        <a:solidFill>
                          <a:srgbClr val="000000"/>
                        </a:solidFill>
                        <a:latin typeface="Arial"/>
                      </a:endParaRPr>
                    </a:p>
                    <a:p>
                      <a:pPr defTabSz="1097280">
                        <a:lnSpc>
                          <a:spcPct val="100000"/>
                        </a:lnSpc>
                      </a:pPr>
                      <a:endParaRPr b="0" lang="en-US" sz="216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pic>
        <p:nvPicPr>
          <p:cNvPr id="181" name="Picture 16" descr="preencoded.png"/>
          <p:cNvPicPr/>
          <p:nvPr/>
        </p:nvPicPr>
        <p:blipFill>
          <a:blip r:embed="rId1"/>
          <a:stretch/>
        </p:blipFill>
        <p:spPr>
          <a:xfrm>
            <a:off x="1097280" y="1777320"/>
            <a:ext cx="3390120" cy="1715400"/>
          </a:xfrm>
          <a:prstGeom prst="rect">
            <a:avLst/>
          </a:prstGeom>
          <a:ln w="0">
            <a:noFill/>
          </a:ln>
        </p:spPr>
      </p:pic>
      <p:pic>
        <p:nvPicPr>
          <p:cNvPr id="182" name="Image 2" descr="preencoded.png"/>
          <p:cNvPicPr/>
          <p:nvPr/>
        </p:nvPicPr>
        <p:blipFill>
          <a:blip r:embed="rId2"/>
          <a:stretch/>
        </p:blipFill>
        <p:spPr>
          <a:xfrm>
            <a:off x="4812120" y="1827720"/>
            <a:ext cx="3204360" cy="1668600"/>
          </a:xfrm>
          <a:prstGeom prst="rect">
            <a:avLst/>
          </a:prstGeom>
          <a:ln w="0">
            <a:noFill/>
          </a:ln>
        </p:spPr>
      </p:pic>
      <p:pic>
        <p:nvPicPr>
          <p:cNvPr id="183" name="Image 3" descr="preencoded.png"/>
          <p:cNvPicPr/>
          <p:nvPr/>
        </p:nvPicPr>
        <p:blipFill>
          <a:blip r:embed="rId3"/>
          <a:stretch/>
        </p:blipFill>
        <p:spPr>
          <a:xfrm>
            <a:off x="8449560" y="1756440"/>
            <a:ext cx="3368160" cy="1763640"/>
          </a:xfrm>
          <a:prstGeom prst="rect">
            <a:avLst/>
          </a:prstGeom>
          <a:ln w="0">
            <a:noFill/>
          </a:ln>
        </p:spPr>
      </p:pic>
    </p:spTree>
  </p:cSld>
  <mc:AlternateContent>
    <mc:Choice Requires="p14">
      <p:transition spd="slow" p14:dur="2750">
        <p:fade/>
      </p:transition>
    </mc:Choice>
    <mc:Fallback>
      <p:transition spd="slow">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Text 1"/>
          <p:cNvSpPr/>
          <p:nvPr/>
        </p:nvSpPr>
        <p:spPr>
          <a:xfrm>
            <a:off x="1170000" y="1138680"/>
            <a:ext cx="9700560" cy="1146600"/>
          </a:xfrm>
          <a:prstGeom prst="rect">
            <a:avLst/>
          </a:prstGeom>
          <a:noFill/>
          <a:ln w="0">
            <a:noFill/>
          </a:ln>
        </p:spPr>
        <p:style>
          <a:lnRef idx="0"/>
          <a:fillRef idx="0"/>
          <a:effectRef idx="0"/>
          <a:fontRef idx="minor"/>
        </p:style>
        <p:txBody>
          <a:bodyPr lIns="90000" rIns="90000" tIns="45000" bIns="45000" anchor="t">
            <a:noAutofit/>
          </a:bodyPr>
          <a:p>
            <a:pPr defTabSz="914400">
              <a:lnSpc>
                <a:spcPts val="5468"/>
              </a:lnSpc>
              <a:tabLst>
                <a:tab algn="l" pos="0"/>
              </a:tabLst>
            </a:pPr>
            <a:r>
              <a:rPr b="1" lang="en-US" sz="4370" spc="-1" strike="noStrike">
                <a:solidFill>
                  <a:srgbClr val="000000"/>
                </a:solidFill>
                <a:latin typeface="p22-mackinac-pro"/>
                <a:ea typeface="p22-mackinac-pro"/>
              </a:rPr>
              <a:t>Best Practices for Using Salesforce</a:t>
            </a:r>
            <a:endParaRPr b="0" lang="en-US" sz="4370" spc="-1" strike="noStrike">
              <a:solidFill>
                <a:srgbClr val="000000"/>
              </a:solidFill>
              <a:latin typeface="Arial"/>
            </a:endParaRPr>
          </a:p>
        </p:txBody>
      </p:sp>
      <p:sp>
        <p:nvSpPr>
          <p:cNvPr id="185" name="TextBox 1"/>
          <p:cNvSpPr/>
          <p:nvPr/>
        </p:nvSpPr>
        <p:spPr>
          <a:xfrm>
            <a:off x="3429000" y="2975040"/>
            <a:ext cx="8043120" cy="4273920"/>
          </a:xfrm>
          <a:prstGeom prst="rect">
            <a:avLst/>
          </a:prstGeom>
          <a:noFill/>
          <a:ln w="0">
            <a:noFill/>
          </a:ln>
        </p:spPr>
        <p:style>
          <a:lnRef idx="0"/>
          <a:fillRef idx="0"/>
          <a:effectRef idx="0"/>
          <a:fontRef idx="minor"/>
        </p:style>
        <p:txBody>
          <a:bodyPr numCol="1" spcCol="0" horzOverflow="overflow" anchor="t">
            <a:spAutoFit/>
          </a:bodyPr>
          <a:p>
            <a:pPr marL="343080" indent="-343080" defTabSz="914400">
              <a:lnSpc>
                <a:spcPts val="2798"/>
              </a:lnSpc>
              <a:buClr>
                <a:srgbClr val="272525"/>
              </a:buClr>
              <a:buFont typeface="Arial"/>
              <a:buChar char="•"/>
            </a:pPr>
            <a:r>
              <a:rPr b="0" lang="en-US" sz="2000" spc="-1" strike="noStrike">
                <a:solidFill>
                  <a:srgbClr val="272525"/>
                </a:solidFill>
                <a:latin typeface="roboto"/>
                <a:ea typeface="roboto"/>
              </a:rPr>
              <a:t>Data Hygiene: Keep your Salesforce data clean and accurate.</a:t>
            </a:r>
            <a:endParaRPr b="0" lang="en-US" sz="2000" spc="-1" strike="noStrike">
              <a:solidFill>
                <a:srgbClr val="000000"/>
              </a:solidFill>
              <a:latin typeface="Arial"/>
            </a:endParaRPr>
          </a:p>
          <a:p>
            <a:pPr marL="343080" indent="-343080" defTabSz="914400">
              <a:lnSpc>
                <a:spcPts val="2798"/>
              </a:lnSpc>
              <a:buClr>
                <a:srgbClr val="272525"/>
              </a:buClr>
              <a:buFont typeface="Arial"/>
              <a:buChar char="•"/>
            </a:pPr>
            <a:r>
              <a:rPr b="0" lang="en-US" sz="2000" spc="-1" strike="noStrike">
                <a:solidFill>
                  <a:srgbClr val="272525"/>
                </a:solidFill>
                <a:latin typeface="roboto"/>
                <a:ea typeface="roboto"/>
              </a:rPr>
              <a:t>Automation: Leverage workflows, process builders, and AI-powered tools.</a:t>
            </a:r>
            <a:endParaRPr b="0" lang="en-US" sz="2000" spc="-1" strike="noStrike">
              <a:solidFill>
                <a:srgbClr val="000000"/>
              </a:solidFill>
              <a:latin typeface="Arial"/>
            </a:endParaRPr>
          </a:p>
          <a:p>
            <a:pPr marL="343080" indent="-343080" defTabSz="914400">
              <a:lnSpc>
                <a:spcPts val="2798"/>
              </a:lnSpc>
              <a:buClr>
                <a:srgbClr val="272525"/>
              </a:buClr>
              <a:buFont typeface="Arial"/>
              <a:buChar char="•"/>
            </a:pPr>
            <a:r>
              <a:rPr b="0" lang="en-US" sz="2000" spc="-1" strike="noStrike">
                <a:solidFill>
                  <a:srgbClr val="272525"/>
                </a:solidFill>
                <a:latin typeface="roboto"/>
                <a:ea typeface="roboto"/>
              </a:rPr>
              <a:t>Reporting &amp; Dashboards: Extract actionable insights from your Salesforce data.</a:t>
            </a:r>
            <a:endParaRPr b="0" lang="en-US" sz="2000" spc="-1" strike="noStrike">
              <a:solidFill>
                <a:srgbClr val="000000"/>
              </a:solidFill>
              <a:latin typeface="Arial"/>
            </a:endParaRPr>
          </a:p>
          <a:p>
            <a:pPr marL="343080" indent="-343080" defTabSz="914400">
              <a:lnSpc>
                <a:spcPts val="2798"/>
              </a:lnSpc>
              <a:buClr>
                <a:srgbClr val="272525"/>
              </a:buClr>
              <a:buFont typeface="Arial"/>
              <a:buChar char="•"/>
            </a:pPr>
            <a:r>
              <a:rPr b="0" lang="en-US" sz="2000" spc="-1" strike="noStrike">
                <a:solidFill>
                  <a:srgbClr val="272525"/>
                </a:solidFill>
                <a:latin typeface="roboto"/>
                <a:ea typeface="roboto"/>
              </a:rPr>
              <a:t>Security: Implement robust security measures to protect sensitive information.</a:t>
            </a:r>
            <a:endParaRPr b="0" lang="en-US" sz="2000" spc="-1" strike="noStrike">
              <a:solidFill>
                <a:srgbClr val="000000"/>
              </a:solidFill>
              <a:latin typeface="Arial"/>
            </a:endParaRPr>
          </a:p>
          <a:p>
            <a:pPr defTabSz="914400">
              <a:lnSpc>
                <a:spcPts val="2798"/>
              </a:lnSpc>
            </a:pPr>
            <a:endParaRPr b="0" lang="en-US" sz="1800" spc="-1" strike="noStrike">
              <a:solidFill>
                <a:srgbClr val="000000"/>
              </a:solidFill>
              <a:latin typeface="Arial"/>
            </a:endParaRPr>
          </a:p>
          <a:p>
            <a:pPr defTabSz="914400">
              <a:lnSpc>
                <a:spcPts val="2798"/>
              </a:lnSpc>
            </a:pPr>
            <a:endParaRPr b="0" lang="en-US" sz="1800" spc="-1" strike="noStrike">
              <a:solidFill>
                <a:srgbClr val="000000"/>
              </a:solidFill>
              <a:latin typeface="Arial"/>
            </a:endParaRPr>
          </a:p>
          <a:p>
            <a:pPr defTabSz="914400">
              <a:lnSpc>
                <a:spcPts val="2798"/>
              </a:lnSpc>
            </a:pPr>
            <a:endParaRPr b="0" lang="en-US" sz="1800" spc="-1" strike="noStrike">
              <a:solidFill>
                <a:srgbClr val="000000"/>
              </a:solidFill>
              <a:latin typeface="Arial"/>
            </a:endParaRPr>
          </a:p>
          <a:p>
            <a:pPr defTabSz="914400">
              <a:lnSpc>
                <a:spcPct val="100000"/>
              </a:lnSpc>
            </a:pPr>
            <a:endParaRPr b="0" lang="en-US" sz="1800" spc="-1" strike="noStrike">
              <a:solidFill>
                <a:srgbClr val="000000"/>
              </a:solidFill>
              <a:latin typeface="Arial"/>
            </a:endParaRPr>
          </a:p>
        </p:txBody>
      </p:sp>
    </p:spTree>
  </p:cSld>
  <mc:AlternateContent>
    <mc:Choice Requires="p14">
      <p:transition spd="slow" p14:dur="2750">
        <p:fade/>
      </p:transition>
    </mc:Choice>
    <mc:Fallback>
      <p:transition spd="slow">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1828800" y="2296080"/>
            <a:ext cx="11498400" cy="2085840"/>
          </a:xfrm>
          <a:prstGeom prst="rect">
            <a:avLst/>
          </a:prstGeom>
          <a:noFill/>
          <a:ln w="0">
            <a:noFill/>
          </a:ln>
        </p:spPr>
        <p:txBody>
          <a:bodyPr lIns="91440" rIns="91440" tIns="45720" bIns="45720" anchor="b">
            <a:noAutofit/>
          </a:bodyPr>
          <a:p>
            <a:pPr indent="0" algn="ctr" defTabSz="1097280">
              <a:lnSpc>
                <a:spcPct val="90000"/>
              </a:lnSpc>
              <a:buNone/>
            </a:pPr>
            <a:r>
              <a:rPr b="0" lang="en-US" sz="7200" spc="-1" strike="noStrike">
                <a:solidFill>
                  <a:schemeClr val="lt1"/>
                </a:solidFill>
                <a:latin typeface="Calibri Light"/>
              </a:rPr>
              <a:t>Thank you for your trust!</a:t>
            </a:r>
            <a:endParaRPr b="0" lang="en-US" sz="7200" spc="-1" strike="noStrike">
              <a:solidFill>
                <a:schemeClr val="dk1"/>
              </a:solidFill>
              <a:latin typeface="Roboto"/>
            </a:endParaRPr>
          </a:p>
        </p:txBody>
      </p:sp>
      <p:sp>
        <p:nvSpPr>
          <p:cNvPr id="187" name="Sous-titre 2"/>
          <p:cNvSpPr/>
          <p:nvPr/>
        </p:nvSpPr>
        <p:spPr>
          <a:xfrm>
            <a:off x="152640" y="6583320"/>
            <a:ext cx="7269120" cy="831240"/>
          </a:xfrm>
          <a:prstGeom prst="rect">
            <a:avLst/>
          </a:prstGeom>
          <a:noFill/>
          <a:ln w="0">
            <a:noFill/>
          </a:ln>
        </p:spPr>
        <p:style>
          <a:lnRef idx="0"/>
          <a:fillRef idx="0"/>
          <a:effectRef idx="0"/>
          <a:fontRef idx="minor"/>
        </p:style>
        <p:txBody>
          <a:bodyPr lIns="109800" rIns="109800" tIns="54720" bIns="54720" anchor="t">
            <a:normAutofit/>
          </a:bodyPr>
          <a:p>
            <a:pPr defTabSz="914400">
              <a:lnSpc>
                <a:spcPct val="100000"/>
              </a:lnSpc>
              <a:tabLst>
                <a:tab algn="l" pos="0"/>
              </a:tabLst>
            </a:pPr>
            <a:r>
              <a:rPr b="0" lang="en-US" sz="2150" spc="-1" strike="noStrike">
                <a:solidFill>
                  <a:schemeClr val="lt1"/>
                </a:solidFill>
                <a:latin typeface="Calibri"/>
                <a:ea typeface="Calibri"/>
              </a:rPr>
              <a:t>Responsible of Document: Samira MHAMSA, Dyhia AMOUR </a:t>
            </a:r>
            <a:endParaRPr b="0" lang="en-US" sz="2150" spc="-1" strike="noStrike">
              <a:solidFill>
                <a:srgbClr val="ffffff"/>
              </a:solidFill>
              <a:latin typeface="Arial"/>
            </a:endParaRPr>
          </a:p>
          <a:p>
            <a:pPr defTabSz="914400">
              <a:lnSpc>
                <a:spcPct val="100000"/>
              </a:lnSpc>
              <a:tabLst>
                <a:tab algn="l" pos="0"/>
              </a:tabLst>
            </a:pPr>
            <a:r>
              <a:rPr b="0" lang="en-US" sz="2150" spc="-1" strike="noStrike">
                <a:solidFill>
                  <a:schemeClr val="lt1"/>
                </a:solidFill>
                <a:latin typeface="Calibri"/>
                <a:ea typeface="Calibri"/>
              </a:rPr>
              <a:t>Author:  </a:t>
            </a:r>
            <a:r>
              <a:rPr b="0" lang="en-US" sz="2150" spc="-1" strike="noStrike">
                <a:solidFill>
                  <a:schemeClr val="lt1"/>
                </a:solidFill>
                <a:latin typeface="Roboto"/>
                <a:ea typeface="Roboto"/>
              </a:rPr>
              <a:t>Atif SATIF</a:t>
            </a:r>
            <a:endParaRPr b="0" lang="en-US" sz="2150" spc="-1" strike="noStrike">
              <a:solidFill>
                <a:srgbClr val="ffffff"/>
              </a:solidFill>
              <a:latin typeface="Arial"/>
            </a:endParaRPr>
          </a:p>
          <a:p>
            <a:pPr defTabSz="914400">
              <a:lnSpc>
                <a:spcPct val="100000"/>
              </a:lnSpc>
              <a:tabLst>
                <a:tab algn="l" pos="0"/>
              </a:tabLst>
            </a:pPr>
            <a:endParaRPr b="0" lang="en-US" sz="2150" spc="-1" strike="noStrike">
              <a:solidFill>
                <a:srgbClr val="ffffff"/>
              </a:solidFill>
              <a:latin typeface="Arial"/>
            </a:endParaRPr>
          </a:p>
          <a:p>
            <a:pPr algn="ctr" defTabSz="914400">
              <a:lnSpc>
                <a:spcPct val="90000"/>
              </a:lnSpc>
              <a:spcBef>
                <a:spcPts val="1001"/>
              </a:spcBef>
              <a:tabLst>
                <a:tab algn="l" pos="0"/>
              </a:tabLst>
            </a:pPr>
            <a:endParaRPr b="0" lang="en-US" sz="2880" spc="-1" strike="noStrike">
              <a:solidFill>
                <a:srgbClr val="ffffff"/>
              </a:solidFill>
              <a:latin typeface="Arial"/>
            </a:endParaRPr>
          </a:p>
        </p:txBody>
      </p:sp>
    </p:spTree>
  </p:cSld>
  <p:transition spd="med">
    <p:pull dir="r"/>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Thème-Ekovya">
  <a:themeElements>
    <a:clrScheme name="Thème-Ekovya">
      <a:dk1>
        <a:srgbClr val="000000"/>
      </a:dk1>
      <a:lt1>
        <a:srgbClr val="ffffff"/>
      </a:lt1>
      <a:dk2>
        <a:srgbClr val="52684d"/>
      </a:dk2>
      <a:lt2>
        <a:srgbClr val="709f2e"/>
      </a:lt2>
      <a:accent1>
        <a:srgbClr val="52684d"/>
      </a:accent1>
      <a:accent2>
        <a:srgbClr val="526a4f"/>
      </a:accent2>
      <a:accent3>
        <a:srgbClr val="709f2e"/>
      </a:accent3>
      <a:accent4>
        <a:srgbClr val="99a533"/>
      </a:accent4>
      <a:accent5>
        <a:srgbClr val="c9c000"/>
      </a:accent5>
      <a:accent6>
        <a:srgbClr val="e95311"/>
      </a:accent6>
      <a:hlink>
        <a:srgbClr val="f9e3d6"/>
      </a:hlink>
      <a:folHlink>
        <a:srgbClr val="ffffff"/>
      </a:folHlink>
    </a:clrScheme>
    <a:fontScheme name="Roboto">
      <a:majorFont>
        <a:latin typeface="Roboto" pitchFamily="0" charset="1"/>
        <a:ea typeface=""/>
        <a:cs typeface=""/>
      </a:majorFont>
      <a:minorFont>
        <a:latin typeface="Roboto"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Thème-Ekovya">
  <a:themeElements>
    <a:clrScheme name="Thème-Ekovya">
      <a:dk1>
        <a:srgbClr val="000000"/>
      </a:dk1>
      <a:lt1>
        <a:srgbClr val="ffffff"/>
      </a:lt1>
      <a:dk2>
        <a:srgbClr val="52684d"/>
      </a:dk2>
      <a:lt2>
        <a:srgbClr val="709f2e"/>
      </a:lt2>
      <a:accent1>
        <a:srgbClr val="52684d"/>
      </a:accent1>
      <a:accent2>
        <a:srgbClr val="526a4f"/>
      </a:accent2>
      <a:accent3>
        <a:srgbClr val="709f2e"/>
      </a:accent3>
      <a:accent4>
        <a:srgbClr val="99a533"/>
      </a:accent4>
      <a:accent5>
        <a:srgbClr val="c9c000"/>
      </a:accent5>
      <a:accent6>
        <a:srgbClr val="e95311"/>
      </a:accent6>
      <a:hlink>
        <a:srgbClr val="f9e3d6"/>
      </a:hlink>
      <a:folHlink>
        <a:srgbClr val="ffffff"/>
      </a:folHlink>
    </a:clrScheme>
    <a:fontScheme name="Roboto">
      <a:majorFont>
        <a:latin typeface="Roboto" pitchFamily="0" charset="1"/>
        <a:ea typeface=""/>
        <a:cs typeface=""/>
      </a:majorFont>
      <a:minorFont>
        <a:latin typeface="Roboto"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1AE86B12B2892468B4E66F9F0873F45" ma:contentTypeVersion="16" ma:contentTypeDescription="Create a new document." ma:contentTypeScope="" ma:versionID="40c06be0097462ae84e73f209560d3f4">
  <xsd:schema xmlns:xsd="http://www.w3.org/2001/XMLSchema" xmlns:xs="http://www.w3.org/2001/XMLSchema" xmlns:p="http://schemas.microsoft.com/office/2006/metadata/properties" xmlns:ns2="5e559808-d930-4970-91a1-bd6f234f8931" xmlns:ns3="e8aab117-5955-4390-81ce-465e4528e65f" targetNamespace="http://schemas.microsoft.com/office/2006/metadata/properties" ma:root="true" ma:fieldsID="aa8c8b2366abf9a3a679a3cd5c8f77fc" ns2:_="" ns3:_="">
    <xsd:import namespace="5e559808-d930-4970-91a1-bd6f234f8931"/>
    <xsd:import namespace="e8aab117-5955-4390-81ce-465e4528e65f"/>
    <xsd:element name="properties">
      <xsd:complexType>
        <xsd:sequence>
          <xsd:element name="documentManagement">
            <xsd:complexType>
              <xsd:all>
                <xsd:element ref="ns2:MediaServiceMetadata" minOccurs="0"/>
                <xsd:element ref="ns2:MediaServiceFastMetadata" minOccurs="0"/>
                <xsd:element ref="ns2:MediaLengthInSeconds" minOccurs="0"/>
                <xsd:element ref="ns2:MediaServiceDateTaken" minOccurs="0"/>
                <xsd:element ref="ns2:MediaServiceLocatio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3:SharedWithUsers" minOccurs="0"/>
                <xsd:element ref="ns3:SharedWithDetails" minOccurs="0"/>
                <xsd:element ref="ns2:Typededocument"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559808-d930-4970-91a1-bd6f234f89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Location" ma:index="12" nillable="true" ma:displayName="Location" ma:indexed="true"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51ffef63-4b63-4086-abdd-edc9d1547090"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Typededocument" ma:index="21" nillable="true" ma:displayName="Type de document" ma:format="Dropdown" ma:internalName="Typededocument">
      <xsd:simpleType>
        <xsd:restriction base="dms:Text">
          <xsd:maxLength value="255"/>
        </xsd:restrictio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8aab117-5955-4390-81ce-465e4528e65f"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3d325a2c-4f9d-485a-8b53-02385c9b2f22}" ma:internalName="TaxCatchAll" ma:showField="CatchAllData" ma:web="e8aab117-5955-4390-81ce-465e4528e65f">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ypededocument xmlns="5e559808-d930-4970-91a1-bd6f234f8931" xsi:nil="true"/>
    <TaxCatchAll xmlns="e8aab117-5955-4390-81ce-465e4528e65f" xsi:nil="true"/>
    <lcf76f155ced4ddcb4097134ff3c332f xmlns="5e559808-d930-4970-91a1-bd6f234f8931">
      <Terms xmlns="http://schemas.microsoft.com/office/infopath/2007/PartnerControls"/>
    </lcf76f155ced4ddcb4097134ff3c332f>
    <SharedWithUsers xmlns="e8aab117-5955-4390-81ce-465e4528e65f">
      <UserInfo>
        <DisplayName>Nataliya MAKTAK</DisplayName>
        <AccountId>1331</AccountId>
        <AccountType/>
      </UserInfo>
      <UserInfo>
        <DisplayName>Ilda DAMON</DisplayName>
        <AccountId>1323</AccountId>
        <AccountType/>
      </UserInfo>
    </SharedWithUsers>
  </documentManagement>
</p:properties>
</file>

<file path=customXml/itemProps1.xml><?xml version="1.0" encoding="utf-8"?>
<ds:datastoreItem xmlns:ds="http://schemas.openxmlformats.org/officeDocument/2006/customXml" ds:itemID="{58D42C11-4286-4F81-AB56-01CBC0C73C1B}">
  <ds:schemaRefs>
    <ds:schemaRef ds:uri="http://schemas.microsoft.com/sharepoint/v3/contenttype/forms"/>
  </ds:schemaRefs>
</ds:datastoreItem>
</file>

<file path=customXml/itemProps2.xml><?xml version="1.0" encoding="utf-8"?>
<ds:datastoreItem xmlns:ds="http://schemas.openxmlformats.org/officeDocument/2006/customXml" ds:itemID="{403219C5-D7E9-4B81-AAAE-3D00E15551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559808-d930-4970-91a1-bd6f234f8931"/>
    <ds:schemaRef ds:uri="e8aab117-5955-4390-81ce-465e4528e6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558E749-C7AB-42B5-85E9-48E955257C21}">
  <ds:schemaRefs>
    <ds:schemaRef ds:uri="5e559808-d930-4970-91a1-bd6f234f8931"/>
    <ds:schemaRef ds:uri="e8aab117-5955-4390-81ce-465e4528e65f"/>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0</TotalTime>
  <Application>LibreOffice/24.2.2.2$Windows_X86_64 LibreOffice_project/d56cc158d8a96260b836f100ef4b4ef25d6f1a01</Application>
  <AppVersion>15.0000</AppVersion>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2023-11-02T14:56:45Z</dcterms:created>
  <dc:creator>PptxGenJS</dc:creator>
  <dc:description/>
  <dc:language>en-US</dc:language>
  <cp:lastModifiedBy/>
  <cp:lastPrinted>2023-11-02T17:14:58Z</cp:lastPrinted>
  <dcterms:modified xsi:type="dcterms:W3CDTF">2026-01-14T16:21:24Z</dcterms:modified>
  <cp:revision>8</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0x01010051AE86B12B2892468B4E66F9F0873F45</vt:lpwstr>
  </property>
  <property fmtid="{D5CDD505-2E9C-101B-9397-08002B2CF9AE}" pid="3" name="MediaServiceImageTags">
    <vt:lpwstr/>
  </property>
  <property fmtid="{D5CDD505-2E9C-101B-9397-08002B2CF9AE}" pid="4" name="Notes">
    <vt:i4>17</vt:i4>
  </property>
  <property fmtid="{D5CDD505-2E9C-101B-9397-08002B2CF9AE}" pid="5" name="PresentationFormat">
    <vt:lpwstr>Custom</vt:lpwstr>
  </property>
  <property fmtid="{D5CDD505-2E9C-101B-9397-08002B2CF9AE}" pid="6" name="Slides">
    <vt:i4>25</vt:i4>
  </property>
</Properties>
</file>