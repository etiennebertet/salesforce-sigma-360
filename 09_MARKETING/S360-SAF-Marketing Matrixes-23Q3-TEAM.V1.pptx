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61" r:id="rId5"/>
    <p:sldId id="256" r:id="rId6"/>
    <p:sldId id="257" r:id="rId7"/>
    <p:sldId id="258" r:id="rId8"/>
    <p:sldId id="259" r:id="rId9"/>
    <p:sldId id="26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030B8E2-A83C-4270-81F7-F1068E504F22}" v="1495" dt="2023-08-04T14:49:48.531"/>
    <p1510:client id="{C9B41773-27FE-8E21-6FC8-6C4F574FC037}" v="75" dt="2023-08-04T14:52:21.504"/>
    <p1510:client id="{CFB2264E-F599-B1C9-3071-F8F92AD2DF9B}" v="1" dt="2023-08-21T08:26:21.594"/>
    <p1510:client id="{D017B3F6-ADCB-C7BD-F0EC-20D42BD897C4}" v="178" dt="2023-08-04T14:09:56.585"/>
    <p1510:client id="{F8DA0B64-405A-9964-2A88-7C85278C67F9}" v="1" dt="2023-08-04T12:37:16.54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clId="Web-{A030B8E2-A83C-4270-81F7-F1068E504F22}"/>
    <pc:docChg chg="modSld">
      <pc:chgData name="" userId="" providerId="" clId="Web-{A030B8E2-A83C-4270-81F7-F1068E504F22}" dt="2023-08-04T12:33:13.808" v="5" actId="20577"/>
      <pc:docMkLst>
        <pc:docMk/>
      </pc:docMkLst>
      <pc:sldChg chg="modSp">
        <pc:chgData name="" userId="" providerId="" clId="Web-{A030B8E2-A83C-4270-81F7-F1068E504F22}" dt="2023-08-04T12:33:13.808" v="5" actId="20577"/>
        <pc:sldMkLst>
          <pc:docMk/>
          <pc:sldMk cId="109857222" sldId="256"/>
        </pc:sldMkLst>
        <pc:spChg chg="mod">
          <ac:chgData name="" userId="" providerId="" clId="Web-{A030B8E2-A83C-4270-81F7-F1068E504F22}" dt="2023-08-04T12:33:13.808" v="5" actId="20577"/>
          <ac:spMkLst>
            <pc:docMk/>
            <pc:sldMk cId="109857222" sldId="256"/>
            <ac:spMk id="2" creationId="{00000000-0000-0000-0000-000000000000}"/>
          </ac:spMkLst>
        </pc:spChg>
      </pc:sldChg>
    </pc:docChg>
  </pc:docChgLst>
  <pc:docChgLst>
    <pc:chgData name="Fanta GABY [EKVY]" userId="S::fanta.gaby@ekovya.com::56064d0f-5e10-4eee-955c-d40534ba82ef" providerId="AD" clId="Web-{D017B3F6-ADCB-C7BD-F0EC-20D42BD897C4}"/>
    <pc:docChg chg="addSld modSld">
      <pc:chgData name="Fanta GABY [EKVY]" userId="S::fanta.gaby@ekovya.com::56064d0f-5e10-4eee-955c-d40534ba82ef" providerId="AD" clId="Web-{D017B3F6-ADCB-C7BD-F0EC-20D42BD897C4}" dt="2023-08-04T14:09:56.585" v="188" actId="20577"/>
      <pc:docMkLst>
        <pc:docMk/>
      </pc:docMkLst>
      <pc:sldChg chg="addSp delSp modSp new mod modShow">
        <pc:chgData name="Fanta GABY [EKVY]" userId="S::fanta.gaby@ekovya.com::56064d0f-5e10-4eee-955c-d40534ba82ef" providerId="AD" clId="Web-{D017B3F6-ADCB-C7BD-F0EC-20D42BD897C4}" dt="2023-08-04T14:09:50.866" v="187" actId="20577"/>
        <pc:sldMkLst>
          <pc:docMk/>
          <pc:sldMk cId="2361464933" sldId="258"/>
        </pc:sldMkLst>
        <pc:spChg chg="mod">
          <ac:chgData name="Fanta GABY [EKVY]" userId="S::fanta.gaby@ekovya.com::56064d0f-5e10-4eee-955c-d40534ba82ef" providerId="AD" clId="Web-{D017B3F6-ADCB-C7BD-F0EC-20D42BD897C4}" dt="2023-08-04T13:48:35.171" v="55" actId="1076"/>
          <ac:spMkLst>
            <pc:docMk/>
            <pc:sldMk cId="2361464933" sldId="258"/>
            <ac:spMk id="2" creationId="{3715BE2E-59EB-F55C-C45B-DB2EDD2AEF4C}"/>
          </ac:spMkLst>
        </pc:spChg>
        <pc:spChg chg="del">
          <ac:chgData name="Fanta GABY [EKVY]" userId="S::fanta.gaby@ekovya.com::56064d0f-5e10-4eee-955c-d40534ba82ef" providerId="AD" clId="Web-{D017B3F6-ADCB-C7BD-F0EC-20D42BD897C4}" dt="2023-08-04T13:43:20.818" v="9"/>
          <ac:spMkLst>
            <pc:docMk/>
            <pc:sldMk cId="2361464933" sldId="258"/>
            <ac:spMk id="3" creationId="{51266510-4E76-5B7F-7374-10542C62B40F}"/>
          </ac:spMkLst>
        </pc:spChg>
        <pc:spChg chg="add del mod">
          <ac:chgData name="Fanta GABY [EKVY]" userId="S::fanta.gaby@ekovya.com::56064d0f-5e10-4eee-955c-d40534ba82ef" providerId="AD" clId="Web-{D017B3F6-ADCB-C7BD-F0EC-20D42BD897C4}" dt="2023-08-04T13:50:19.768" v="60"/>
          <ac:spMkLst>
            <pc:docMk/>
            <pc:sldMk cId="2361464933" sldId="258"/>
            <ac:spMk id="126" creationId="{3FD31A38-855C-9611-BECA-CB102768C87B}"/>
          </ac:spMkLst>
        </pc:spChg>
        <pc:spChg chg="add mod">
          <ac:chgData name="Fanta GABY [EKVY]" userId="S::fanta.gaby@ekovya.com::56064d0f-5e10-4eee-955c-d40534ba82ef" providerId="AD" clId="Web-{D017B3F6-ADCB-C7BD-F0EC-20D42BD897C4}" dt="2023-08-04T14:09:45.725" v="186" actId="20577"/>
          <ac:spMkLst>
            <pc:docMk/>
            <pc:sldMk cId="2361464933" sldId="258"/>
            <ac:spMk id="127" creationId="{F545C2AD-A42C-B8BD-D535-AA07F37E1D50}"/>
          </ac:spMkLst>
        </pc:spChg>
        <pc:spChg chg="add del mod">
          <ac:chgData name="Fanta GABY [EKVY]" userId="S::fanta.gaby@ekovya.com::56064d0f-5e10-4eee-955c-d40534ba82ef" providerId="AD" clId="Web-{D017B3F6-ADCB-C7BD-F0EC-20D42BD897C4}" dt="2023-08-04T14:09:50.866" v="187" actId="20577"/>
          <ac:spMkLst>
            <pc:docMk/>
            <pc:sldMk cId="2361464933" sldId="258"/>
            <ac:spMk id="128" creationId="{7692DF5F-462F-B9EB-7EF7-2267770B92D1}"/>
          </ac:spMkLst>
        </pc:spChg>
        <pc:spChg chg="add del mod">
          <ac:chgData name="Fanta GABY [EKVY]" userId="S::fanta.gaby@ekovya.com::56064d0f-5e10-4eee-955c-d40534ba82ef" providerId="AD" clId="Web-{D017B3F6-ADCB-C7BD-F0EC-20D42BD897C4}" dt="2023-08-04T14:07:53.237" v="169"/>
          <ac:spMkLst>
            <pc:docMk/>
            <pc:sldMk cId="2361464933" sldId="258"/>
            <ac:spMk id="129" creationId="{E45F74D2-5EAA-924F-B196-597E1D5BE981}"/>
          </ac:spMkLst>
        </pc:spChg>
        <pc:graphicFrameChg chg="add del mod ord modGraphic">
          <ac:chgData name="Fanta GABY [EKVY]" userId="S::fanta.gaby@ekovya.com::56064d0f-5e10-4eee-955c-d40534ba82ef" providerId="AD" clId="Web-{D017B3F6-ADCB-C7BD-F0EC-20D42BD897C4}" dt="2023-08-04T13:45:27.869" v="32"/>
          <ac:graphicFrameMkLst>
            <pc:docMk/>
            <pc:sldMk cId="2361464933" sldId="258"/>
            <ac:graphicFrameMk id="4" creationId="{2C7FB174-0A48-566F-7E8B-996F23ACC215}"/>
          </ac:graphicFrameMkLst>
        </pc:graphicFrameChg>
      </pc:sldChg>
      <pc:sldChg chg="addSp delSp modSp new">
        <pc:chgData name="Fanta GABY [EKVY]" userId="S::fanta.gaby@ekovya.com::56064d0f-5e10-4eee-955c-d40534ba82ef" providerId="AD" clId="Web-{D017B3F6-ADCB-C7BD-F0EC-20D42BD897C4}" dt="2023-08-04T14:09:56.585" v="188" actId="20577"/>
        <pc:sldMkLst>
          <pc:docMk/>
          <pc:sldMk cId="325082335" sldId="260"/>
        </pc:sldMkLst>
        <pc:spChg chg="del">
          <ac:chgData name="Fanta GABY [EKVY]" userId="S::fanta.gaby@ekovya.com::56064d0f-5e10-4eee-955c-d40534ba82ef" providerId="AD" clId="Web-{D017B3F6-ADCB-C7BD-F0EC-20D42BD897C4}" dt="2023-08-04T13:58:08.251" v="107"/>
          <ac:spMkLst>
            <pc:docMk/>
            <pc:sldMk cId="325082335" sldId="260"/>
            <ac:spMk id="2" creationId="{0B5CB10A-15DB-536B-3C52-8AF6E9B076AD}"/>
          </ac:spMkLst>
        </pc:spChg>
        <pc:spChg chg="del">
          <ac:chgData name="Fanta GABY [EKVY]" userId="S::fanta.gaby@ekovya.com::56064d0f-5e10-4eee-955c-d40534ba82ef" providerId="AD" clId="Web-{D017B3F6-ADCB-C7BD-F0EC-20D42BD897C4}" dt="2023-08-04T13:58:12.001" v="108"/>
          <ac:spMkLst>
            <pc:docMk/>
            <pc:sldMk cId="325082335" sldId="260"/>
            <ac:spMk id="3" creationId="{069068E2-9A95-F8B3-79DB-500DA2539399}"/>
          </ac:spMkLst>
        </pc:spChg>
        <pc:spChg chg="add mod">
          <ac:chgData name="Fanta GABY [EKVY]" userId="S::fanta.gaby@ekovya.com::56064d0f-5e10-4eee-955c-d40534ba82ef" providerId="AD" clId="Web-{D017B3F6-ADCB-C7BD-F0EC-20D42BD897C4}" dt="2023-08-04T14:09:38.569" v="185" actId="20577"/>
          <ac:spMkLst>
            <pc:docMk/>
            <pc:sldMk cId="325082335" sldId="260"/>
            <ac:spMk id="4" creationId="{E441A5DF-4F9B-772E-CD15-204D34869A6C}"/>
          </ac:spMkLst>
        </pc:spChg>
        <pc:spChg chg="add mod">
          <ac:chgData name="Fanta GABY [EKVY]" userId="S::fanta.gaby@ekovya.com::56064d0f-5e10-4eee-955c-d40534ba82ef" providerId="AD" clId="Web-{D017B3F6-ADCB-C7BD-F0EC-20D42BD897C4}" dt="2023-08-04T14:09:56.585" v="188" actId="20577"/>
          <ac:spMkLst>
            <pc:docMk/>
            <pc:sldMk cId="325082335" sldId="260"/>
            <ac:spMk id="5" creationId="{FA41F641-C9AF-A50D-FFA0-7C439C6649A9}"/>
          </ac:spMkLst>
        </pc:spChg>
      </pc:sldChg>
    </pc:docChg>
  </pc:docChgLst>
  <pc:docChgLst>
    <pc:chgData name="Etienne BERNOULI [EKVY]" userId="S::etienne.bernouli@ekovya.com::788bc91c-003c-4812-92c2-07289c8ccacf" providerId="AD" clId="Web-{A030B8E2-A83C-4270-81F7-F1068E504F22}"/>
    <pc:docChg chg="addSld modSld sldOrd">
      <pc:chgData name="Etienne BERNOULI [EKVY]" userId="S::etienne.bernouli@ekovya.com::788bc91c-003c-4812-92c2-07289c8ccacf" providerId="AD" clId="Web-{A030B8E2-A83C-4270-81F7-F1068E504F22}" dt="2023-08-04T14:49:48.531" v="1047" actId="20577"/>
      <pc:docMkLst>
        <pc:docMk/>
      </pc:docMkLst>
      <pc:sldChg chg="addSp delSp modSp">
        <pc:chgData name="Etienne BERNOULI [EKVY]" userId="S::etienne.bernouli@ekovya.com::788bc91c-003c-4812-92c2-07289c8ccacf" providerId="AD" clId="Web-{A030B8E2-A83C-4270-81F7-F1068E504F22}" dt="2023-08-04T14:49:48.531" v="1047" actId="20577"/>
        <pc:sldMkLst>
          <pc:docMk/>
          <pc:sldMk cId="109857222" sldId="256"/>
        </pc:sldMkLst>
        <pc:spChg chg="mod">
          <ac:chgData name="Etienne BERNOULI [EKVY]" userId="S::etienne.bernouli@ekovya.com::788bc91c-003c-4812-92c2-07289c8ccacf" providerId="AD" clId="Web-{A030B8E2-A83C-4270-81F7-F1068E504F22}" dt="2023-08-04T14:49:48.531" v="1047" actId="20577"/>
          <ac:spMkLst>
            <pc:docMk/>
            <pc:sldMk cId="109857222" sldId="256"/>
            <ac:spMk id="2" creationId="{00000000-0000-0000-0000-000000000000}"/>
          </ac:spMkLst>
        </pc:spChg>
        <pc:spChg chg="add mod ord">
          <ac:chgData name="Etienne BERNOULI [EKVY]" userId="S::etienne.bernouli@ekovya.com::788bc91c-003c-4812-92c2-07289c8ccacf" providerId="AD" clId="Web-{A030B8E2-A83C-4270-81F7-F1068E504F22}" dt="2023-08-04T13:37:33.783" v="455" actId="1076"/>
          <ac:spMkLst>
            <pc:docMk/>
            <pc:sldMk cId="109857222" sldId="256"/>
            <ac:spMk id="3" creationId="{863A3D7D-A021-03CF-0492-53F473E92AD1}"/>
          </ac:spMkLst>
        </pc:spChg>
        <pc:spChg chg="add mod">
          <ac:chgData name="Etienne BERNOULI [EKVY]" userId="S::etienne.bernouli@ekovya.com::788bc91c-003c-4812-92c2-07289c8ccacf" providerId="AD" clId="Web-{A030B8E2-A83C-4270-81F7-F1068E504F22}" dt="2023-08-04T12:49:38.724" v="50" actId="1076"/>
          <ac:spMkLst>
            <pc:docMk/>
            <pc:sldMk cId="109857222" sldId="256"/>
            <ac:spMk id="7" creationId="{F2DB5368-76A1-57CB-6682-D9674DB2FE6F}"/>
          </ac:spMkLst>
        </pc:spChg>
        <pc:spChg chg="add mod">
          <ac:chgData name="Etienne BERNOULI [EKVY]" userId="S::etienne.bernouli@ekovya.com::788bc91c-003c-4812-92c2-07289c8ccacf" providerId="AD" clId="Web-{A030B8E2-A83C-4270-81F7-F1068E504F22}" dt="2023-08-04T12:50:06.912" v="55" actId="20577"/>
          <ac:spMkLst>
            <pc:docMk/>
            <pc:sldMk cId="109857222" sldId="256"/>
            <ac:spMk id="9" creationId="{48237BD8-7D86-E56C-C9C4-3B2D0CCA6CA3}"/>
          </ac:spMkLst>
        </pc:spChg>
        <pc:spChg chg="add mod">
          <ac:chgData name="Etienne BERNOULI [EKVY]" userId="S::etienne.bernouli@ekovya.com::788bc91c-003c-4812-92c2-07289c8ccacf" providerId="AD" clId="Web-{A030B8E2-A83C-4270-81F7-F1068E504F22}" dt="2023-08-04T12:50:22.116" v="58" actId="20577"/>
          <ac:spMkLst>
            <pc:docMk/>
            <pc:sldMk cId="109857222" sldId="256"/>
            <ac:spMk id="10" creationId="{FF9C0D05-FAC1-3686-6AA1-F6DF2937C14A}"/>
          </ac:spMkLst>
        </pc:spChg>
        <pc:spChg chg="add mod">
          <ac:chgData name="Etienne BERNOULI [EKVY]" userId="S::etienne.bernouli@ekovya.com::788bc91c-003c-4812-92c2-07289c8ccacf" providerId="AD" clId="Web-{A030B8E2-A83C-4270-81F7-F1068E504F22}" dt="2023-08-04T12:50:35.663" v="61" actId="20577"/>
          <ac:spMkLst>
            <pc:docMk/>
            <pc:sldMk cId="109857222" sldId="256"/>
            <ac:spMk id="11" creationId="{01A909F2-EB3A-0EB6-66FC-BAE18DBB0E71}"/>
          </ac:spMkLst>
        </pc:spChg>
        <pc:spChg chg="add mod">
          <ac:chgData name="Etienne BERNOULI [EKVY]" userId="S::etienne.bernouli@ekovya.com::788bc91c-003c-4812-92c2-07289c8ccacf" providerId="AD" clId="Web-{A030B8E2-A83C-4270-81F7-F1068E504F22}" dt="2023-08-04T13:37:45.628" v="456" actId="1076"/>
          <ac:spMkLst>
            <pc:docMk/>
            <pc:sldMk cId="109857222" sldId="256"/>
            <ac:spMk id="12" creationId="{5BA613B2-93FA-26FF-309F-ADB9F609D525}"/>
          </ac:spMkLst>
        </pc:spChg>
        <pc:picChg chg="add mod">
          <ac:chgData name="Etienne BERNOULI [EKVY]" userId="S::etienne.bernouli@ekovya.com::788bc91c-003c-4812-92c2-07289c8ccacf" providerId="AD" clId="Web-{A030B8E2-A83C-4270-81F7-F1068E504F22}" dt="2023-08-04T12:51:45.665" v="69" actId="1076"/>
          <ac:picMkLst>
            <pc:docMk/>
            <pc:sldMk cId="109857222" sldId="256"/>
            <ac:picMk id="6" creationId="{36671897-9A13-47A6-5CDD-0E6ACB4BE4FA}"/>
          </ac:picMkLst>
        </pc:picChg>
        <pc:cxnChg chg="add mod">
          <ac:chgData name="Etienne BERNOULI [EKVY]" userId="S::etienne.bernouli@ekovya.com::788bc91c-003c-4812-92c2-07289c8ccacf" providerId="AD" clId="Web-{A030B8E2-A83C-4270-81F7-F1068E504F22}" dt="2023-08-04T12:53:07.714" v="73"/>
          <ac:cxnSpMkLst>
            <pc:docMk/>
            <pc:sldMk cId="109857222" sldId="256"/>
            <ac:cxnSpMk id="4" creationId="{0D04B1FF-1115-3271-B4B0-288C7FC30862}"/>
          </ac:cxnSpMkLst>
        </pc:cxnChg>
        <pc:cxnChg chg="add mod">
          <ac:chgData name="Etienne BERNOULI [EKVY]" userId="S::etienne.bernouli@ekovya.com::788bc91c-003c-4812-92c2-07289c8ccacf" providerId="AD" clId="Web-{A030B8E2-A83C-4270-81F7-F1068E504F22}" dt="2023-08-04T12:53:14.979" v="74"/>
          <ac:cxnSpMkLst>
            <pc:docMk/>
            <pc:sldMk cId="109857222" sldId="256"/>
            <ac:cxnSpMk id="5" creationId="{D00FCD74-F82C-DA47-DD26-4FE48D64A193}"/>
          </ac:cxnSpMkLst>
        </pc:cxnChg>
        <pc:cxnChg chg="add del mod">
          <ac:chgData name="Etienne BERNOULI [EKVY]" userId="S::etienne.bernouli@ekovya.com::788bc91c-003c-4812-92c2-07289c8ccacf" providerId="AD" clId="Web-{A030B8E2-A83C-4270-81F7-F1068E504F22}" dt="2023-08-04T12:49:53.130" v="52"/>
          <ac:cxnSpMkLst>
            <pc:docMk/>
            <pc:sldMk cId="109857222" sldId="256"/>
            <ac:cxnSpMk id="8" creationId="{DFE658E2-88D4-458E-3CCA-F7E53DA58899}"/>
          </ac:cxnSpMkLst>
        </pc:cxnChg>
      </pc:sldChg>
      <pc:sldChg chg="addSp delSp modSp add mod replId setBg">
        <pc:chgData name="Etienne BERNOULI [EKVY]" userId="S::etienne.bernouli@ekovya.com::788bc91c-003c-4812-92c2-07289c8ccacf" providerId="AD" clId="Web-{A030B8E2-A83C-4270-81F7-F1068E504F22}" dt="2023-08-04T14:18:11.168" v="648" actId="1076"/>
        <pc:sldMkLst>
          <pc:docMk/>
          <pc:sldMk cId="2435903074" sldId="257"/>
        </pc:sldMkLst>
        <pc:spChg chg="mod">
          <ac:chgData name="Etienne BERNOULI [EKVY]" userId="S::etienne.bernouli@ekovya.com::788bc91c-003c-4812-92c2-07289c8ccacf" providerId="AD" clId="Web-{A030B8E2-A83C-4270-81F7-F1068E504F22}" dt="2023-08-04T13:36:08.058" v="446"/>
          <ac:spMkLst>
            <pc:docMk/>
            <pc:sldMk cId="2435903074" sldId="257"/>
            <ac:spMk id="2" creationId="{00000000-0000-0000-0000-000000000000}"/>
          </ac:spMkLst>
        </pc:spChg>
        <pc:spChg chg="mod">
          <ac:chgData name="Etienne BERNOULI [EKVY]" userId="S::etienne.bernouli@ekovya.com::788bc91c-003c-4812-92c2-07289c8ccacf" providerId="AD" clId="Web-{A030B8E2-A83C-4270-81F7-F1068E504F22}" dt="2023-08-04T14:16:22.770" v="620" actId="1076"/>
          <ac:spMkLst>
            <pc:docMk/>
            <pc:sldMk cId="2435903074" sldId="257"/>
            <ac:spMk id="7" creationId="{F2DB5368-76A1-57CB-6682-D9674DB2FE6F}"/>
          </ac:spMkLst>
        </pc:spChg>
        <pc:spChg chg="mod">
          <ac:chgData name="Etienne BERNOULI [EKVY]" userId="S::etienne.bernouli@ekovya.com::788bc91c-003c-4812-92c2-07289c8ccacf" providerId="AD" clId="Web-{A030B8E2-A83C-4270-81F7-F1068E504F22}" dt="2023-08-04T14:16:22.770" v="621" actId="1076"/>
          <ac:spMkLst>
            <pc:docMk/>
            <pc:sldMk cId="2435903074" sldId="257"/>
            <ac:spMk id="9" creationId="{48237BD8-7D86-E56C-C9C4-3B2D0CCA6CA3}"/>
          </ac:spMkLst>
        </pc:spChg>
        <pc:spChg chg="del mod">
          <ac:chgData name="Etienne BERNOULI [EKVY]" userId="S::etienne.bernouli@ekovya.com::788bc91c-003c-4812-92c2-07289c8ccacf" providerId="AD" clId="Web-{A030B8E2-A83C-4270-81F7-F1068E504F22}" dt="2023-08-04T14:00:34.799" v="555"/>
          <ac:spMkLst>
            <pc:docMk/>
            <pc:sldMk cId="2435903074" sldId="257"/>
            <ac:spMk id="10" creationId="{FF9C0D05-FAC1-3686-6AA1-F6DF2937C14A}"/>
          </ac:spMkLst>
        </pc:spChg>
        <pc:spChg chg="mod">
          <ac:chgData name="Etienne BERNOULI [EKVY]" userId="S::etienne.bernouli@ekovya.com::788bc91c-003c-4812-92c2-07289c8ccacf" providerId="AD" clId="Web-{A030B8E2-A83C-4270-81F7-F1068E504F22}" dt="2023-08-04T14:16:29.817" v="632" actId="14100"/>
          <ac:spMkLst>
            <pc:docMk/>
            <pc:sldMk cId="2435903074" sldId="257"/>
            <ac:spMk id="11" creationId="{01A909F2-EB3A-0EB6-66FC-BAE18DBB0E71}"/>
          </ac:spMkLst>
        </pc:spChg>
        <pc:spChg chg="mod">
          <ac:chgData name="Etienne BERNOULI [EKVY]" userId="S::etienne.bernouli@ekovya.com::788bc91c-003c-4812-92c2-07289c8ccacf" providerId="AD" clId="Web-{A030B8E2-A83C-4270-81F7-F1068E504F22}" dt="2023-08-04T13:36:08.058" v="446"/>
          <ac:spMkLst>
            <pc:docMk/>
            <pc:sldMk cId="2435903074" sldId="257"/>
            <ac:spMk id="12" creationId="{5BA613B2-93FA-26FF-309F-ADB9F609D525}"/>
          </ac:spMkLst>
        </pc:spChg>
        <pc:spChg chg="add del">
          <ac:chgData name="Etienne BERNOULI [EKVY]" userId="S::etienne.bernouli@ekovya.com::788bc91c-003c-4812-92c2-07289c8ccacf" providerId="AD" clId="Web-{A030B8E2-A83C-4270-81F7-F1068E504F22}" dt="2023-08-04T13:35:35.978" v="434"/>
          <ac:spMkLst>
            <pc:docMk/>
            <pc:sldMk cId="2435903074" sldId="257"/>
            <ac:spMk id="17" creationId="{BACC6370-2D7E-4714-9D71-7542949D7D5D}"/>
          </ac:spMkLst>
        </pc:spChg>
        <pc:spChg chg="add del mod">
          <ac:chgData name="Etienne BERNOULI [EKVY]" userId="S::etienne.bernouli@ekovya.com::788bc91c-003c-4812-92c2-07289c8ccacf" providerId="AD" clId="Web-{A030B8E2-A83C-4270-81F7-F1068E504F22}" dt="2023-08-04T14:04:53.989" v="589"/>
          <ac:spMkLst>
            <pc:docMk/>
            <pc:sldMk cId="2435903074" sldId="257"/>
            <ac:spMk id="18" creationId="{8C919376-83BE-29D2-9AF5-2F69C9B2E31E}"/>
          </ac:spMkLst>
        </pc:spChg>
        <pc:spChg chg="add del">
          <ac:chgData name="Etienne BERNOULI [EKVY]" userId="S::etienne.bernouli@ekovya.com::788bc91c-003c-4812-92c2-07289c8ccacf" providerId="AD" clId="Web-{A030B8E2-A83C-4270-81F7-F1068E504F22}" dt="2023-08-04T13:35:35.978" v="434"/>
          <ac:spMkLst>
            <pc:docMk/>
            <pc:sldMk cId="2435903074" sldId="257"/>
            <ac:spMk id="19" creationId="{256B2C21-A230-48C0-8DF1-C46611373C44}"/>
          </ac:spMkLst>
        </pc:spChg>
        <pc:spChg chg="add del">
          <ac:chgData name="Etienne BERNOULI [EKVY]" userId="S::etienne.bernouli@ekovya.com::788bc91c-003c-4812-92c2-07289c8ccacf" providerId="AD" clId="Web-{A030B8E2-A83C-4270-81F7-F1068E504F22}" dt="2023-08-04T13:35:35.978" v="434"/>
          <ac:spMkLst>
            <pc:docMk/>
            <pc:sldMk cId="2435903074" sldId="257"/>
            <ac:spMk id="21" creationId="{3847E18C-932D-4C95-AABA-FEC7C9499AD7}"/>
          </ac:spMkLst>
        </pc:spChg>
        <pc:spChg chg="add mod">
          <ac:chgData name="Etienne BERNOULI [EKVY]" userId="S::etienne.bernouli@ekovya.com::788bc91c-003c-4812-92c2-07289c8ccacf" providerId="AD" clId="Web-{A030B8E2-A83C-4270-81F7-F1068E504F22}" dt="2023-08-04T14:16:43.802" v="640" actId="20577"/>
          <ac:spMkLst>
            <pc:docMk/>
            <pc:sldMk cId="2435903074" sldId="257"/>
            <ac:spMk id="22" creationId="{FCE8DDAB-5879-9490-DE97-02B77C77061A}"/>
          </ac:spMkLst>
        </pc:spChg>
        <pc:spChg chg="add del">
          <ac:chgData name="Etienne BERNOULI [EKVY]" userId="S::etienne.bernouli@ekovya.com::788bc91c-003c-4812-92c2-07289c8ccacf" providerId="AD" clId="Web-{A030B8E2-A83C-4270-81F7-F1068E504F22}" dt="2023-08-04T13:35:35.978" v="434"/>
          <ac:spMkLst>
            <pc:docMk/>
            <pc:sldMk cId="2435903074" sldId="257"/>
            <ac:spMk id="23" creationId="{3150CB11-0C61-439E-910F-5787759E72A0}"/>
          </ac:spMkLst>
        </pc:spChg>
        <pc:spChg chg="add del">
          <ac:chgData name="Etienne BERNOULI [EKVY]" userId="S::etienne.bernouli@ekovya.com::788bc91c-003c-4812-92c2-07289c8ccacf" providerId="AD" clId="Web-{A030B8E2-A83C-4270-81F7-F1068E504F22}" dt="2023-08-04T13:35:35.978" v="434"/>
          <ac:spMkLst>
            <pc:docMk/>
            <pc:sldMk cId="2435903074" sldId="257"/>
            <ac:spMk id="25" creationId="{43F8A58B-5155-44CE-A5FF-7647B47D0A7A}"/>
          </ac:spMkLst>
        </pc:spChg>
        <pc:spChg chg="add del">
          <ac:chgData name="Etienne BERNOULI [EKVY]" userId="S::etienne.bernouli@ekovya.com::788bc91c-003c-4812-92c2-07289c8ccacf" providerId="AD" clId="Web-{A030B8E2-A83C-4270-81F7-F1068E504F22}" dt="2023-08-04T13:35:35.978" v="434"/>
          <ac:spMkLst>
            <pc:docMk/>
            <pc:sldMk cId="2435903074" sldId="257"/>
            <ac:spMk id="27" creationId="{443F2ACA-E6D6-4028-82DD-F03C262D5DE6}"/>
          </ac:spMkLst>
        </pc:spChg>
        <pc:spChg chg="add del">
          <ac:chgData name="Etienne BERNOULI [EKVY]" userId="S::etienne.bernouli@ekovya.com::788bc91c-003c-4812-92c2-07289c8ccacf" providerId="AD" clId="Web-{A030B8E2-A83C-4270-81F7-F1068E504F22}" dt="2023-08-04T13:36:08.058" v="446"/>
          <ac:spMkLst>
            <pc:docMk/>
            <pc:sldMk cId="2435903074" sldId="257"/>
            <ac:spMk id="29" creationId="{6C4028FD-8BAA-4A19-BFDE-594D991B7552}"/>
          </ac:spMkLst>
        </pc:spChg>
        <pc:spChg chg="add del">
          <ac:chgData name="Etienne BERNOULI [EKVY]" userId="S::etienne.bernouli@ekovya.com::788bc91c-003c-4812-92c2-07289c8ccacf" providerId="AD" clId="Web-{A030B8E2-A83C-4270-81F7-F1068E504F22}" dt="2023-08-04T13:36:05.011" v="441"/>
          <ac:spMkLst>
            <pc:docMk/>
            <pc:sldMk cId="2435903074" sldId="257"/>
            <ac:spMk id="31" creationId="{7301F447-EEF7-48F5-AF73-7566EE7F64AD}"/>
          </ac:spMkLst>
        </pc:spChg>
        <pc:spChg chg="add del">
          <ac:chgData name="Etienne BERNOULI [EKVY]" userId="S::etienne.bernouli@ekovya.com::788bc91c-003c-4812-92c2-07289c8ccacf" providerId="AD" clId="Web-{A030B8E2-A83C-4270-81F7-F1068E504F22}" dt="2023-08-04T13:36:05.011" v="441"/>
          <ac:spMkLst>
            <pc:docMk/>
            <pc:sldMk cId="2435903074" sldId="257"/>
            <ac:spMk id="32" creationId="{F7117410-A2A4-4085-9ADC-46744551DBDE}"/>
          </ac:spMkLst>
        </pc:spChg>
        <pc:spChg chg="add del">
          <ac:chgData name="Etienne BERNOULI [EKVY]" userId="S::etienne.bernouli@ekovya.com::788bc91c-003c-4812-92c2-07289c8ccacf" providerId="AD" clId="Web-{A030B8E2-A83C-4270-81F7-F1068E504F22}" dt="2023-08-04T13:36:05.011" v="441"/>
          <ac:spMkLst>
            <pc:docMk/>
            <pc:sldMk cId="2435903074" sldId="257"/>
            <ac:spMk id="33" creationId="{99F74EB5-E547-4FB4-95F5-BCC788F3C4A0}"/>
          </ac:spMkLst>
        </pc:spChg>
        <pc:picChg chg="add mod">
          <ac:chgData name="Etienne BERNOULI [EKVY]" userId="S::etienne.bernouli@ekovya.com::788bc91c-003c-4812-92c2-07289c8ccacf" providerId="AD" clId="Web-{A030B8E2-A83C-4270-81F7-F1068E504F22}" dt="2023-08-04T14:18:01.230" v="647" actId="1076"/>
          <ac:picMkLst>
            <pc:docMk/>
            <pc:sldMk cId="2435903074" sldId="257"/>
            <ac:picMk id="3" creationId="{67535BEB-EC08-D8CE-B660-1537D90E6AB2}"/>
          </ac:picMkLst>
        </pc:picChg>
        <pc:picChg chg="mod">
          <ac:chgData name="Etienne BERNOULI [EKVY]" userId="S::etienne.bernouli@ekovya.com::788bc91c-003c-4812-92c2-07289c8ccacf" providerId="AD" clId="Web-{A030B8E2-A83C-4270-81F7-F1068E504F22}" dt="2023-08-04T14:18:11.168" v="648" actId="1076"/>
          <ac:picMkLst>
            <pc:docMk/>
            <pc:sldMk cId="2435903074" sldId="257"/>
            <ac:picMk id="6" creationId="{36671897-9A13-47A6-5CDD-0E6ACB4BE4FA}"/>
          </ac:picMkLst>
        </pc:picChg>
        <pc:picChg chg="add mod">
          <ac:chgData name="Etienne BERNOULI [EKVY]" userId="S::etienne.bernouli@ekovya.com::788bc91c-003c-4812-92c2-07289c8ccacf" providerId="AD" clId="Web-{A030B8E2-A83C-4270-81F7-F1068E504F22}" dt="2023-08-04T14:17:00.616" v="643" actId="1076"/>
          <ac:picMkLst>
            <pc:docMk/>
            <pc:sldMk cId="2435903074" sldId="257"/>
            <ac:picMk id="8" creationId="{43990CB5-76D0-82A5-A277-621F696C877A}"/>
          </ac:picMkLst>
        </pc:picChg>
        <pc:picChg chg="add mod">
          <ac:chgData name="Etienne BERNOULI [EKVY]" userId="S::etienne.bernouli@ekovya.com::788bc91c-003c-4812-92c2-07289c8ccacf" providerId="AD" clId="Web-{A030B8E2-A83C-4270-81F7-F1068E504F22}" dt="2023-08-04T14:16:53.162" v="642" actId="1076"/>
          <ac:picMkLst>
            <pc:docMk/>
            <pc:sldMk cId="2435903074" sldId="257"/>
            <ac:picMk id="13" creationId="{49A2A5BF-31CD-1850-74F4-062BC5B99D5C}"/>
          </ac:picMkLst>
        </pc:picChg>
        <pc:picChg chg="add mod">
          <ac:chgData name="Etienne BERNOULI [EKVY]" userId="S::etienne.bernouli@ekovya.com::788bc91c-003c-4812-92c2-07289c8ccacf" providerId="AD" clId="Web-{A030B8E2-A83C-4270-81F7-F1068E504F22}" dt="2023-08-04T14:17:10.945" v="645" actId="1076"/>
          <ac:picMkLst>
            <pc:docMk/>
            <pc:sldMk cId="2435903074" sldId="257"/>
            <ac:picMk id="14" creationId="{1B4EC053-ED4B-01A9-A4D1-D9678B1E05A7}"/>
          </ac:picMkLst>
        </pc:picChg>
        <pc:picChg chg="add mod">
          <ac:chgData name="Etienne BERNOULI [EKVY]" userId="S::etienne.bernouli@ekovya.com::788bc91c-003c-4812-92c2-07289c8ccacf" providerId="AD" clId="Web-{A030B8E2-A83C-4270-81F7-F1068E504F22}" dt="2023-08-04T14:17:52.979" v="646" actId="1076"/>
          <ac:picMkLst>
            <pc:docMk/>
            <pc:sldMk cId="2435903074" sldId="257"/>
            <ac:picMk id="15" creationId="{F8C35813-28B1-C850-81A0-99A1E32049A9}"/>
          </ac:picMkLst>
        </pc:picChg>
        <pc:cxnChg chg="mod">
          <ac:chgData name="Etienne BERNOULI [EKVY]" userId="S::etienne.bernouli@ekovya.com::788bc91c-003c-4812-92c2-07289c8ccacf" providerId="AD" clId="Web-{A030B8E2-A83C-4270-81F7-F1068E504F22}" dt="2023-08-04T14:16:22.754" v="619" actId="1076"/>
          <ac:cxnSpMkLst>
            <pc:docMk/>
            <pc:sldMk cId="2435903074" sldId="257"/>
            <ac:cxnSpMk id="4" creationId="{0D04B1FF-1115-3271-B4B0-288C7FC30862}"/>
          </ac:cxnSpMkLst>
        </pc:cxnChg>
        <pc:cxnChg chg="mod">
          <ac:chgData name="Etienne BERNOULI [EKVY]" userId="S::etienne.bernouli@ekovya.com::788bc91c-003c-4812-92c2-07289c8ccacf" providerId="AD" clId="Web-{A030B8E2-A83C-4270-81F7-F1068E504F22}" dt="2023-08-04T13:36:08.058" v="446"/>
          <ac:cxnSpMkLst>
            <pc:docMk/>
            <pc:sldMk cId="2435903074" sldId="257"/>
            <ac:cxnSpMk id="5" creationId="{D00FCD74-F82C-DA47-DD26-4FE48D64A193}"/>
          </ac:cxnSpMkLst>
        </pc:cxnChg>
      </pc:sldChg>
      <pc:sldChg chg="modSp">
        <pc:chgData name="Etienne BERNOULI [EKVY]" userId="S::etienne.bernouli@ekovya.com::788bc91c-003c-4812-92c2-07289c8ccacf" providerId="AD" clId="Web-{A030B8E2-A83C-4270-81F7-F1068E504F22}" dt="2023-08-04T14:39:57.257" v="912" actId="20577"/>
        <pc:sldMkLst>
          <pc:docMk/>
          <pc:sldMk cId="2361464933" sldId="258"/>
        </pc:sldMkLst>
        <pc:spChg chg="mod">
          <ac:chgData name="Etienne BERNOULI [EKVY]" userId="S::etienne.bernouli@ekovya.com::788bc91c-003c-4812-92c2-07289c8ccacf" providerId="AD" clId="Web-{A030B8E2-A83C-4270-81F7-F1068E504F22}" dt="2023-08-04T14:33:26.183" v="832" actId="20577"/>
          <ac:spMkLst>
            <pc:docMk/>
            <pc:sldMk cId="2361464933" sldId="258"/>
            <ac:spMk id="127" creationId="{F545C2AD-A42C-B8BD-D535-AA07F37E1D50}"/>
          </ac:spMkLst>
        </pc:spChg>
        <pc:spChg chg="mod">
          <ac:chgData name="Etienne BERNOULI [EKVY]" userId="S::etienne.bernouli@ekovya.com::788bc91c-003c-4812-92c2-07289c8ccacf" providerId="AD" clId="Web-{A030B8E2-A83C-4270-81F7-F1068E504F22}" dt="2023-08-04T14:39:57.257" v="912" actId="20577"/>
          <ac:spMkLst>
            <pc:docMk/>
            <pc:sldMk cId="2361464933" sldId="258"/>
            <ac:spMk id="128" creationId="{7692DF5F-462F-B9EB-7EF7-2267770B92D1}"/>
          </ac:spMkLst>
        </pc:spChg>
      </pc:sldChg>
      <pc:sldChg chg="modSp">
        <pc:chgData name="Etienne BERNOULI [EKVY]" userId="S::etienne.bernouli@ekovya.com::788bc91c-003c-4812-92c2-07289c8ccacf" providerId="AD" clId="Web-{A030B8E2-A83C-4270-81F7-F1068E504F22}" dt="2023-08-04T14:30:16.139" v="824" actId="1076"/>
        <pc:sldMkLst>
          <pc:docMk/>
          <pc:sldMk cId="2864855426" sldId="259"/>
        </pc:sldMkLst>
        <pc:picChg chg="mod">
          <ac:chgData name="Etienne BERNOULI [EKVY]" userId="S::etienne.bernouli@ekovya.com::788bc91c-003c-4812-92c2-07289c8ccacf" providerId="AD" clId="Web-{A030B8E2-A83C-4270-81F7-F1068E504F22}" dt="2023-08-04T14:30:16.139" v="824" actId="1076"/>
          <ac:picMkLst>
            <pc:docMk/>
            <pc:sldMk cId="2864855426" sldId="259"/>
            <ac:picMk id="4" creationId="{54159CB6-9503-2B0A-1B7A-8206A7E0401E}"/>
          </ac:picMkLst>
        </pc:picChg>
      </pc:sldChg>
      <pc:sldChg chg="modSp">
        <pc:chgData name="Etienne BERNOULI [EKVY]" userId="S::etienne.bernouli@ekovya.com::788bc91c-003c-4812-92c2-07289c8ccacf" providerId="AD" clId="Web-{A030B8E2-A83C-4270-81F7-F1068E504F22}" dt="2023-08-04T14:45:36.405" v="1044" actId="20577"/>
        <pc:sldMkLst>
          <pc:docMk/>
          <pc:sldMk cId="325082335" sldId="260"/>
        </pc:sldMkLst>
        <pc:spChg chg="mod">
          <ac:chgData name="Etienne BERNOULI [EKVY]" userId="S::etienne.bernouli@ekovya.com::788bc91c-003c-4812-92c2-07289c8ccacf" providerId="AD" clId="Web-{A030B8E2-A83C-4270-81F7-F1068E504F22}" dt="2023-08-04T14:42:38.439" v="977" actId="20577"/>
          <ac:spMkLst>
            <pc:docMk/>
            <pc:sldMk cId="325082335" sldId="260"/>
            <ac:spMk id="4" creationId="{E441A5DF-4F9B-772E-CD15-204D34869A6C}"/>
          </ac:spMkLst>
        </pc:spChg>
        <pc:spChg chg="mod">
          <ac:chgData name="Etienne BERNOULI [EKVY]" userId="S::etienne.bernouli@ekovya.com::788bc91c-003c-4812-92c2-07289c8ccacf" providerId="AD" clId="Web-{A030B8E2-A83C-4270-81F7-F1068E504F22}" dt="2023-08-04T14:45:36.405" v="1044" actId="20577"/>
          <ac:spMkLst>
            <pc:docMk/>
            <pc:sldMk cId="325082335" sldId="260"/>
            <ac:spMk id="5" creationId="{FA41F641-C9AF-A50D-FFA0-7C439C6649A9}"/>
          </ac:spMkLst>
        </pc:spChg>
      </pc:sldChg>
      <pc:sldChg chg="modSp new ord">
        <pc:chgData name="Etienne BERNOULI [EKVY]" userId="S::etienne.bernouli@ekovya.com::788bc91c-003c-4812-92c2-07289c8ccacf" providerId="AD" clId="Web-{A030B8E2-A83C-4270-81F7-F1068E504F22}" dt="2023-08-04T14:28:35.757" v="818" actId="20577"/>
        <pc:sldMkLst>
          <pc:docMk/>
          <pc:sldMk cId="472614320" sldId="261"/>
        </pc:sldMkLst>
        <pc:spChg chg="mod">
          <ac:chgData name="Etienne BERNOULI [EKVY]" userId="S::etienne.bernouli@ekovya.com::788bc91c-003c-4812-92c2-07289c8ccacf" providerId="AD" clId="Web-{A030B8E2-A83C-4270-81F7-F1068E504F22}" dt="2023-08-04T14:25:51.090" v="752" actId="20577"/>
          <ac:spMkLst>
            <pc:docMk/>
            <pc:sldMk cId="472614320" sldId="261"/>
            <ac:spMk id="2" creationId="{292DEE22-EF84-C321-F818-54205177AF6C}"/>
          </ac:spMkLst>
        </pc:spChg>
        <pc:spChg chg="mod">
          <ac:chgData name="Etienne BERNOULI [EKVY]" userId="S::etienne.bernouli@ekovya.com::788bc91c-003c-4812-92c2-07289c8ccacf" providerId="AD" clId="Web-{A030B8E2-A83C-4270-81F7-F1068E504F22}" dt="2023-08-04T14:28:35.757" v="818" actId="20577"/>
          <ac:spMkLst>
            <pc:docMk/>
            <pc:sldMk cId="472614320" sldId="261"/>
            <ac:spMk id="3" creationId="{F5A7332E-5E79-1F11-9C54-6BDC20834DC9}"/>
          </ac:spMkLst>
        </pc:spChg>
      </pc:sldChg>
    </pc:docChg>
  </pc:docChgLst>
  <pc:docChgLst>
    <pc:chgData name="Samira MHAMSA [EKVY]" userId="S::samira.mhamsa@ekovya.com::97bca04c-d510-4e0a-9b7c-fecd571a8b3c" providerId="AD" clId="Web-{CFB2264E-F599-B1C9-3071-F8F92AD2DF9B}"/>
    <pc:docChg chg="sldOrd">
      <pc:chgData name="Samira MHAMSA [EKVY]" userId="S::samira.mhamsa@ekovya.com::97bca04c-d510-4e0a-9b7c-fecd571a8b3c" providerId="AD" clId="Web-{CFB2264E-F599-B1C9-3071-F8F92AD2DF9B}" dt="2023-08-21T08:26:21.594" v="0"/>
      <pc:docMkLst>
        <pc:docMk/>
      </pc:docMkLst>
      <pc:sldChg chg="ord">
        <pc:chgData name="Samira MHAMSA [EKVY]" userId="S::samira.mhamsa@ekovya.com::97bca04c-d510-4e0a-9b7c-fecd571a8b3c" providerId="AD" clId="Web-{CFB2264E-F599-B1C9-3071-F8F92AD2DF9B}" dt="2023-08-21T08:26:21.594" v="0"/>
        <pc:sldMkLst>
          <pc:docMk/>
          <pc:sldMk cId="2864855426" sldId="259"/>
        </pc:sldMkLst>
      </pc:sldChg>
    </pc:docChg>
  </pc:docChgLst>
  <pc:docChgLst>
    <pc:chgData name="Olivier  CHANTHASENG [EKVY]" userId="S::olivier.chanthaseng@ekovya.com::c03911c3-2a18-4705-adf4-879aef12f931" providerId="AD" clId="Web-{C9B41773-27FE-8E21-6FC8-6C4F574FC037}"/>
    <pc:docChg chg="addSld modSld">
      <pc:chgData name="Olivier  CHANTHASENG [EKVY]" userId="S::olivier.chanthaseng@ekovya.com::c03911c3-2a18-4705-adf4-879aef12f931" providerId="AD" clId="Web-{C9B41773-27FE-8E21-6FC8-6C4F574FC037}" dt="2023-08-04T14:52:21.504" v="64" actId="14100"/>
      <pc:docMkLst>
        <pc:docMk/>
      </pc:docMkLst>
      <pc:sldChg chg="addSp delSp modSp new">
        <pc:chgData name="Olivier  CHANTHASENG [EKVY]" userId="S::olivier.chanthaseng@ekovya.com::c03911c3-2a18-4705-adf4-879aef12f931" providerId="AD" clId="Web-{C9B41773-27FE-8E21-6FC8-6C4F574FC037}" dt="2023-08-04T14:52:21.504" v="64" actId="14100"/>
        <pc:sldMkLst>
          <pc:docMk/>
          <pc:sldMk cId="2864855426" sldId="259"/>
        </pc:sldMkLst>
        <pc:spChg chg="mod">
          <ac:chgData name="Olivier  CHANTHASENG [EKVY]" userId="S::olivier.chanthaseng@ekovya.com::c03911c3-2a18-4705-adf4-879aef12f931" providerId="AD" clId="Web-{C9B41773-27FE-8E21-6FC8-6C4F574FC037}" dt="2023-08-04T14:00:26.533" v="36" actId="20577"/>
          <ac:spMkLst>
            <pc:docMk/>
            <pc:sldMk cId="2864855426" sldId="259"/>
            <ac:spMk id="2" creationId="{709EC6CC-D458-4CEC-7B03-C1953FAEA3A2}"/>
          </ac:spMkLst>
        </pc:spChg>
        <pc:spChg chg="del mod">
          <ac:chgData name="Olivier  CHANTHASENG [EKVY]" userId="S::olivier.chanthaseng@ekovya.com::c03911c3-2a18-4705-adf4-879aef12f931" providerId="AD" clId="Web-{C9B41773-27FE-8E21-6FC8-6C4F574FC037}" dt="2023-08-04T13:58:49.543" v="27"/>
          <ac:spMkLst>
            <pc:docMk/>
            <pc:sldMk cId="2864855426" sldId="259"/>
            <ac:spMk id="3" creationId="{D17C5AD6-0F79-C6AA-333A-3DFF7D752CC0}"/>
          </ac:spMkLst>
        </pc:spChg>
        <pc:spChg chg="add mod">
          <ac:chgData name="Olivier  CHANTHASENG [EKVY]" userId="S::olivier.chanthaseng@ekovya.com::c03911c3-2a18-4705-adf4-879aef12f931" providerId="AD" clId="Web-{C9B41773-27FE-8E21-6FC8-6C4F574FC037}" dt="2023-08-04T14:13:12.091" v="56" actId="20577"/>
          <ac:spMkLst>
            <pc:docMk/>
            <pc:sldMk cId="2864855426" sldId="259"/>
            <ac:spMk id="5" creationId="{0E1FBA68-3FAC-650E-E4CD-29D14D2E3743}"/>
          </ac:spMkLst>
        </pc:spChg>
        <pc:spChg chg="add del mod">
          <ac:chgData name="Olivier  CHANTHASENG [EKVY]" userId="S::olivier.chanthaseng@ekovya.com::c03911c3-2a18-4705-adf4-879aef12f931" providerId="AD" clId="Web-{C9B41773-27FE-8E21-6FC8-6C4F574FC037}" dt="2023-08-04T14:52:04.816" v="60"/>
          <ac:spMkLst>
            <pc:docMk/>
            <pc:sldMk cId="2864855426" sldId="259"/>
            <ac:spMk id="7" creationId="{8F310F53-EC95-5788-7879-76FFC70B551E}"/>
          </ac:spMkLst>
        </pc:spChg>
        <pc:picChg chg="add del mod ord">
          <ac:chgData name="Olivier  CHANTHASENG [EKVY]" userId="S::olivier.chanthaseng@ekovya.com::c03911c3-2a18-4705-adf4-879aef12f931" providerId="AD" clId="Web-{C9B41773-27FE-8E21-6FC8-6C4F574FC037}" dt="2023-08-04T14:51:23.454" v="59"/>
          <ac:picMkLst>
            <pc:docMk/>
            <pc:sldMk cId="2864855426" sldId="259"/>
            <ac:picMk id="4" creationId="{54159CB6-9503-2B0A-1B7A-8206A7E0401E}"/>
          </ac:picMkLst>
        </pc:picChg>
        <pc:picChg chg="add mod ord">
          <ac:chgData name="Olivier  CHANTHASENG [EKVY]" userId="S::olivier.chanthaseng@ekovya.com::c03911c3-2a18-4705-adf4-879aef12f931" providerId="AD" clId="Web-{C9B41773-27FE-8E21-6FC8-6C4F574FC037}" dt="2023-08-04T14:52:21.504" v="64" actId="14100"/>
          <ac:picMkLst>
            <pc:docMk/>
            <pc:sldMk cId="2864855426" sldId="259"/>
            <ac:picMk id="8" creationId="{39A77957-0B56-3ECE-D2A1-7A46C94E0FF4}"/>
          </ac:picMkLst>
        </pc:picChg>
      </pc:sldChg>
    </pc:docChg>
  </pc:docChgLst>
  <pc:docChgLst>
    <pc:chgData name="Elisa FAUCI [EKVY]" userId="S::elisa.fauci@ekovya.com::faefe7ae-0d45-4ed0-9168-4cefc9922871" providerId="AD" clId="Web-{F8DA0B64-405A-9964-2A88-7C85278C67F9}"/>
    <pc:docChg chg="modSld">
      <pc:chgData name="Elisa FAUCI [EKVY]" userId="S::elisa.fauci@ekovya.com::faefe7ae-0d45-4ed0-9168-4cefc9922871" providerId="AD" clId="Web-{F8DA0B64-405A-9964-2A88-7C85278C67F9}" dt="2023-08-04T12:37:16.544" v="0"/>
      <pc:docMkLst>
        <pc:docMk/>
      </pc:docMkLst>
      <pc:sldChg chg="delSp">
        <pc:chgData name="Elisa FAUCI [EKVY]" userId="S::elisa.fauci@ekovya.com::faefe7ae-0d45-4ed0-9168-4cefc9922871" providerId="AD" clId="Web-{F8DA0B64-405A-9964-2A88-7C85278C67F9}" dt="2023-08-04T12:37:16.544" v="0"/>
        <pc:sldMkLst>
          <pc:docMk/>
          <pc:sldMk cId="109857222" sldId="256"/>
        </pc:sldMkLst>
        <pc:spChg chg="del">
          <ac:chgData name="Elisa FAUCI [EKVY]" userId="S::elisa.fauci@ekovya.com::faefe7ae-0d45-4ed0-9168-4cefc9922871" providerId="AD" clId="Web-{F8DA0B64-405A-9964-2A88-7C85278C67F9}" dt="2023-08-04T12:37:16.544" v="0"/>
          <ac:spMkLst>
            <pc:docMk/>
            <pc:sldMk cId="109857222" sldId="256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8/21/2023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8/21/2023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8/21/2023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8/21/2023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DEE22-EF84-C321-F818-54205177A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err="1">
                <a:cs typeface="Calibri Light"/>
              </a:rPr>
              <a:t>Stratégie</a:t>
            </a:r>
            <a:r>
              <a:rPr lang="en-US">
                <a:cs typeface="Calibri Light"/>
              </a:rPr>
              <a:t> Marketing </a:t>
            </a:r>
            <a:r>
              <a:rPr lang="en-US" err="1">
                <a:cs typeface="Calibri Light"/>
              </a:rPr>
              <a:t>Ekovya</a:t>
            </a:r>
            <a:endParaRPr lang="en-US">
              <a:cs typeface="Calibri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A7332E-5E79-1F11-9C54-6BDC20834D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 err="1">
                <a:cs typeface="Calibri"/>
              </a:rPr>
              <a:t>Ekovya</a:t>
            </a:r>
            <a:r>
              <a:rPr lang="en-US" b="1">
                <a:cs typeface="Calibri"/>
              </a:rPr>
              <a:t> Solutions</a:t>
            </a:r>
            <a:r>
              <a:rPr lang="en-US">
                <a:cs typeface="Calibri"/>
              </a:rPr>
              <a:t> vend des </a:t>
            </a:r>
            <a:r>
              <a:rPr lang="en-US" err="1">
                <a:cs typeface="Calibri"/>
              </a:rPr>
              <a:t>produits</a:t>
            </a:r>
            <a:r>
              <a:rPr lang="en-US">
                <a:cs typeface="Calibri"/>
              </a:rPr>
              <a:t> de bureau, </a:t>
            </a:r>
            <a:r>
              <a:rPr lang="en-US" err="1">
                <a:cs typeface="Calibri"/>
              </a:rPr>
              <a:t>fournitures</a:t>
            </a:r>
            <a:r>
              <a:rPr lang="en-US">
                <a:cs typeface="Calibri"/>
              </a:rPr>
              <a:t>, papeterie, mobilier, </a:t>
            </a:r>
            <a:r>
              <a:rPr lang="en-US" err="1">
                <a:cs typeface="Calibri"/>
              </a:rPr>
              <a:t>hygiène</a:t>
            </a:r>
            <a:r>
              <a:rPr lang="en-US">
                <a:cs typeface="Calibri"/>
              </a:rPr>
              <a:t>. </a:t>
            </a:r>
            <a:endParaRPr lang="en-US"/>
          </a:p>
          <a:p>
            <a:pPr marL="0" indent="0">
              <a:buNone/>
            </a:pPr>
            <a:endParaRPr lang="en-US">
              <a:cs typeface="Calibri"/>
            </a:endParaRPr>
          </a:p>
          <a:p>
            <a:pPr marL="514350" indent="-514350">
              <a:buAutoNum type="arabicPeriod"/>
            </a:pPr>
            <a:r>
              <a:rPr lang="en-US">
                <a:cs typeface="Calibri"/>
              </a:rPr>
              <a:t>Analyse du </a:t>
            </a:r>
            <a:r>
              <a:rPr lang="en-US" err="1">
                <a:cs typeface="Calibri"/>
              </a:rPr>
              <a:t>positionnement</a:t>
            </a:r>
            <a:r>
              <a:rPr lang="en-US">
                <a:cs typeface="Calibri"/>
              </a:rPr>
              <a:t> de marque et de la concurrence</a:t>
            </a:r>
          </a:p>
          <a:p>
            <a:pPr marL="514350" indent="-514350">
              <a:buAutoNum type="arabicPeriod"/>
            </a:pPr>
            <a:r>
              <a:rPr lang="en-US">
                <a:cs typeface="Calibri"/>
              </a:rPr>
              <a:t>Matrice Eisenhower</a:t>
            </a:r>
          </a:p>
          <a:p>
            <a:pPr marL="514350" indent="-514350">
              <a:buAutoNum type="arabicPeriod"/>
            </a:pPr>
            <a:r>
              <a:rPr lang="en-US">
                <a:cs typeface="Calibri"/>
              </a:rPr>
              <a:t>Matrice SWOT</a:t>
            </a:r>
          </a:p>
          <a:p>
            <a:endParaRPr lang="en-US">
              <a:cs typeface="Calibri"/>
            </a:endParaRPr>
          </a:p>
          <a:p>
            <a:endParaRPr lang="en-US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726143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63A3D7D-A021-03CF-0492-53F473E92AD1}"/>
              </a:ext>
            </a:extLst>
          </p:cNvPr>
          <p:cNvSpPr/>
          <p:nvPr/>
        </p:nvSpPr>
        <p:spPr>
          <a:xfrm>
            <a:off x="503947" y="4668455"/>
            <a:ext cx="11024093" cy="209084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-35105"/>
            <a:ext cx="9144000" cy="873247"/>
          </a:xfrm>
        </p:spPr>
        <p:txBody>
          <a:bodyPr/>
          <a:lstStyle/>
          <a:p>
            <a:r>
              <a:rPr lang="en-US" sz="3600" err="1">
                <a:cs typeface="Calibri Light"/>
              </a:rPr>
              <a:t>Diagramme</a:t>
            </a:r>
            <a:r>
              <a:rPr lang="en-US" sz="3600">
                <a:cs typeface="Calibri Light"/>
              </a:rPr>
              <a:t> de </a:t>
            </a:r>
            <a:r>
              <a:rPr lang="en-US" sz="3600" err="1">
                <a:cs typeface="Calibri Light"/>
              </a:rPr>
              <a:t>positionnement</a:t>
            </a:r>
            <a:r>
              <a:rPr lang="en-US" sz="3600">
                <a:cs typeface="Calibri Light"/>
              </a:rPr>
              <a:t> de marque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0D04B1FF-1115-3271-B4B0-288C7FC30862}"/>
              </a:ext>
            </a:extLst>
          </p:cNvPr>
          <p:cNvCxnSpPr/>
          <p:nvPr/>
        </p:nvCxnSpPr>
        <p:spPr>
          <a:xfrm flipH="1">
            <a:off x="5916591" y="1332054"/>
            <a:ext cx="1929" cy="2872449"/>
          </a:xfrm>
          <a:prstGeom prst="straightConnector1">
            <a:avLst/>
          </a:prstGeom>
          <a:ln w="2857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00FCD74-F82C-DA47-DD26-4FE48D64A193}"/>
              </a:ext>
            </a:extLst>
          </p:cNvPr>
          <p:cNvCxnSpPr>
            <a:cxnSpLocks/>
          </p:cNvCxnSpPr>
          <p:nvPr/>
        </p:nvCxnSpPr>
        <p:spPr>
          <a:xfrm flipV="1">
            <a:off x="4143736" y="2719084"/>
            <a:ext cx="3422247" cy="11574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Graphic 6">
            <a:extLst>
              <a:ext uri="{FF2B5EF4-FFF2-40B4-BE49-F238E27FC236}">
                <a16:creationId xmlns:a16="http://schemas.microsoft.com/office/drawing/2014/main" id="{36671897-9A13-47A6-5CDD-0E6ACB4BE4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27944" y="2413844"/>
            <a:ext cx="592240" cy="61240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2DB5368-76A1-57CB-6682-D9674DB2FE6F}"/>
              </a:ext>
            </a:extLst>
          </p:cNvPr>
          <p:cNvSpPr txBox="1"/>
          <p:nvPr/>
        </p:nvSpPr>
        <p:spPr>
          <a:xfrm>
            <a:off x="5218252" y="925974"/>
            <a:ext cx="140825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err="1">
                <a:cs typeface="Calibri"/>
              </a:rPr>
              <a:t>Utopique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237BD8-7D86-E56C-C9C4-3B2D0CCA6CA3}"/>
              </a:ext>
            </a:extLst>
          </p:cNvPr>
          <p:cNvSpPr txBox="1"/>
          <p:nvPr/>
        </p:nvSpPr>
        <p:spPr>
          <a:xfrm>
            <a:off x="5218251" y="4205467"/>
            <a:ext cx="140825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cs typeface="Calibri"/>
              </a:rPr>
              <a:t>Pratique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F9C0D05-FAC1-3686-6AA1-F6DF2937C14A}"/>
              </a:ext>
            </a:extLst>
          </p:cNvPr>
          <p:cNvSpPr txBox="1"/>
          <p:nvPr/>
        </p:nvSpPr>
        <p:spPr>
          <a:xfrm>
            <a:off x="2980478" y="2498201"/>
            <a:ext cx="140825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cs typeface="Calibri"/>
              </a:rPr>
              <a:t>Critique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1A909F2-EB3A-0EB6-66FC-BAE18DBB0E71}"/>
              </a:ext>
            </a:extLst>
          </p:cNvPr>
          <p:cNvSpPr txBox="1"/>
          <p:nvPr/>
        </p:nvSpPr>
        <p:spPr>
          <a:xfrm>
            <a:off x="7378857" y="2498200"/>
            <a:ext cx="140825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err="1">
                <a:cs typeface="Calibri"/>
              </a:rPr>
              <a:t>Ludique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BA613B2-93FA-26FF-309F-ADB9F609D525}"/>
              </a:ext>
            </a:extLst>
          </p:cNvPr>
          <p:cNvSpPr txBox="1"/>
          <p:nvPr/>
        </p:nvSpPr>
        <p:spPr>
          <a:xfrm>
            <a:off x="501567" y="4687745"/>
            <a:ext cx="11024885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cs typeface="Calibri"/>
              </a:rPr>
              <a:t>Nous </a:t>
            </a:r>
            <a:r>
              <a:rPr lang="en-US" err="1">
                <a:cs typeface="Calibri"/>
              </a:rPr>
              <a:t>avons</a:t>
            </a:r>
            <a:r>
              <a:rPr lang="en-US">
                <a:cs typeface="Calibri"/>
              </a:rPr>
              <a:t> </a:t>
            </a:r>
            <a:r>
              <a:rPr lang="en-US" err="1">
                <a:cs typeface="Calibri"/>
              </a:rPr>
              <a:t>positionné</a:t>
            </a:r>
            <a:r>
              <a:rPr lang="en-US">
                <a:cs typeface="Calibri"/>
              </a:rPr>
              <a:t> la marque </a:t>
            </a:r>
            <a:r>
              <a:rPr lang="en-US" err="1">
                <a:cs typeface="Calibri"/>
              </a:rPr>
              <a:t>Ekovya</a:t>
            </a:r>
            <a:r>
              <a:rPr lang="en-US">
                <a:cs typeface="Calibri"/>
              </a:rPr>
              <a:t> du </a:t>
            </a:r>
            <a:r>
              <a:rPr lang="en-US" err="1">
                <a:cs typeface="Calibri"/>
              </a:rPr>
              <a:t>côté</a:t>
            </a:r>
            <a:r>
              <a:rPr lang="en-US">
                <a:cs typeface="Calibri"/>
              </a:rPr>
              <a:t> </a:t>
            </a:r>
            <a:r>
              <a:rPr lang="en-US" b="1">
                <a:cs typeface="Calibri"/>
              </a:rPr>
              <a:t>critique</a:t>
            </a:r>
            <a:r>
              <a:rPr lang="en-US">
                <a:cs typeface="Calibri"/>
              </a:rPr>
              <a:t> car </a:t>
            </a:r>
            <a:r>
              <a:rPr lang="en-US" err="1">
                <a:cs typeface="Calibri"/>
              </a:rPr>
              <a:t>elle</a:t>
            </a:r>
            <a:r>
              <a:rPr lang="en-US">
                <a:cs typeface="Calibri"/>
              </a:rPr>
              <a:t> vise à </a:t>
            </a:r>
            <a:r>
              <a:rPr lang="en-US" b="1" err="1">
                <a:cs typeface="Calibri"/>
              </a:rPr>
              <a:t>remettre</a:t>
            </a:r>
            <a:r>
              <a:rPr lang="en-US" b="1">
                <a:cs typeface="Calibri"/>
              </a:rPr>
              <a:t> </a:t>
            </a:r>
            <a:r>
              <a:rPr lang="en-US" b="1" err="1">
                <a:cs typeface="Calibri"/>
              </a:rPr>
              <a:t>en</a:t>
            </a:r>
            <a:r>
              <a:rPr lang="en-US" b="1">
                <a:cs typeface="Calibri"/>
              </a:rPr>
              <a:t> question </a:t>
            </a:r>
            <a:r>
              <a:rPr lang="en-US" b="1" err="1">
                <a:cs typeface="Calibri"/>
              </a:rPr>
              <a:t>l'éthique</a:t>
            </a:r>
            <a:r>
              <a:rPr lang="en-US" b="1">
                <a:cs typeface="Calibri"/>
              </a:rPr>
              <a:t> de </a:t>
            </a:r>
            <a:r>
              <a:rPr lang="en-US" b="1" err="1">
                <a:cs typeface="Calibri"/>
              </a:rPr>
              <a:t>consommation</a:t>
            </a:r>
            <a:r>
              <a:rPr lang="en-US" b="1">
                <a:cs typeface="Calibri"/>
              </a:rPr>
              <a:t> du matériel de bureau</a:t>
            </a:r>
            <a:r>
              <a:rPr lang="en-US">
                <a:cs typeface="Calibri"/>
              </a:rPr>
              <a:t>. </a:t>
            </a:r>
          </a:p>
          <a:p>
            <a:r>
              <a:rPr lang="en-US" err="1">
                <a:cs typeface="Calibri"/>
              </a:rPr>
              <a:t>Ekovya</a:t>
            </a:r>
            <a:r>
              <a:rPr lang="en-US">
                <a:cs typeface="Calibri"/>
              </a:rPr>
              <a:t> </a:t>
            </a:r>
            <a:r>
              <a:rPr lang="en-US" err="1">
                <a:cs typeface="Calibri"/>
              </a:rPr>
              <a:t>est</a:t>
            </a:r>
            <a:r>
              <a:rPr lang="en-US">
                <a:cs typeface="Calibri"/>
              </a:rPr>
              <a:t> </a:t>
            </a:r>
            <a:r>
              <a:rPr lang="en-US" err="1">
                <a:cs typeface="Calibri"/>
              </a:rPr>
              <a:t>une</a:t>
            </a:r>
            <a:r>
              <a:rPr lang="en-US">
                <a:cs typeface="Calibri"/>
              </a:rPr>
              <a:t> marque </a:t>
            </a:r>
            <a:r>
              <a:rPr lang="en-US" b="1" err="1">
                <a:cs typeface="Calibri"/>
              </a:rPr>
              <a:t>utopique</a:t>
            </a:r>
            <a:r>
              <a:rPr lang="en-US">
                <a:cs typeface="Calibri"/>
              </a:rPr>
              <a:t>, car </a:t>
            </a:r>
            <a:r>
              <a:rPr lang="en-US" err="1">
                <a:cs typeface="Calibri"/>
              </a:rPr>
              <a:t>elle</a:t>
            </a:r>
            <a:r>
              <a:rPr lang="en-US">
                <a:cs typeface="Calibri"/>
              </a:rPr>
              <a:t> </a:t>
            </a:r>
            <a:r>
              <a:rPr lang="en-US" err="1">
                <a:cs typeface="Calibri"/>
              </a:rPr>
              <a:t>prétend</a:t>
            </a:r>
            <a:r>
              <a:rPr lang="en-US">
                <a:cs typeface="Calibri"/>
              </a:rPr>
              <a:t> </a:t>
            </a:r>
            <a:r>
              <a:rPr lang="en-US" err="1">
                <a:cs typeface="Calibri"/>
              </a:rPr>
              <a:t>amener</a:t>
            </a:r>
            <a:r>
              <a:rPr lang="en-US">
                <a:cs typeface="Calibri"/>
              </a:rPr>
              <a:t> la </a:t>
            </a:r>
            <a:r>
              <a:rPr lang="en-US" err="1">
                <a:cs typeface="Calibri"/>
              </a:rPr>
              <a:t>société</a:t>
            </a:r>
            <a:r>
              <a:rPr lang="en-US">
                <a:cs typeface="Calibri"/>
              </a:rPr>
              <a:t> dans son ensemble </a:t>
            </a:r>
            <a:r>
              <a:rPr lang="en-US" err="1">
                <a:cs typeface="Calibri"/>
              </a:rPr>
              <a:t>vers</a:t>
            </a:r>
            <a:r>
              <a:rPr lang="en-US">
                <a:cs typeface="Calibri"/>
              </a:rPr>
              <a:t> </a:t>
            </a:r>
            <a:r>
              <a:rPr lang="en-US" b="1">
                <a:cs typeface="Calibri"/>
              </a:rPr>
              <a:t>un </a:t>
            </a:r>
            <a:r>
              <a:rPr lang="en-US" b="1" err="1">
                <a:cs typeface="Calibri"/>
              </a:rPr>
              <a:t>futur</a:t>
            </a:r>
            <a:r>
              <a:rPr lang="en-US" b="1">
                <a:cs typeface="Calibri"/>
              </a:rPr>
              <a:t> plus </a:t>
            </a:r>
            <a:r>
              <a:rPr lang="en-US" b="1" err="1">
                <a:cs typeface="Calibri"/>
              </a:rPr>
              <a:t>appréciable</a:t>
            </a:r>
            <a:r>
              <a:rPr lang="en-US" b="1">
                <a:cs typeface="Calibri"/>
              </a:rPr>
              <a:t>.  </a:t>
            </a:r>
            <a:r>
              <a:rPr lang="en-US">
                <a:cs typeface="Calibri"/>
              </a:rPr>
              <a:t>Elle </a:t>
            </a:r>
            <a:r>
              <a:rPr lang="en-US" err="1">
                <a:cs typeface="Calibri"/>
              </a:rPr>
              <a:t>est</a:t>
            </a:r>
            <a:r>
              <a:rPr lang="en-US">
                <a:cs typeface="Calibri"/>
              </a:rPr>
              <a:t> </a:t>
            </a:r>
            <a:r>
              <a:rPr lang="en-US" err="1">
                <a:cs typeface="Calibri"/>
              </a:rPr>
              <a:t>aussi</a:t>
            </a:r>
            <a:r>
              <a:rPr lang="en-US">
                <a:cs typeface="Calibri"/>
              </a:rPr>
              <a:t> </a:t>
            </a:r>
            <a:r>
              <a:rPr lang="en-US" b="1">
                <a:cs typeface="Calibri"/>
              </a:rPr>
              <a:t>pratique</a:t>
            </a:r>
            <a:r>
              <a:rPr lang="en-US">
                <a:cs typeface="Calibri"/>
              </a:rPr>
              <a:t> car </a:t>
            </a:r>
            <a:r>
              <a:rPr lang="en-US" err="1">
                <a:cs typeface="Calibri"/>
              </a:rPr>
              <a:t>elle</a:t>
            </a:r>
            <a:r>
              <a:rPr lang="en-US">
                <a:cs typeface="Calibri"/>
              </a:rPr>
              <a:t> vend du matériel de travail qui doit </a:t>
            </a:r>
            <a:r>
              <a:rPr lang="en-US" err="1">
                <a:cs typeface="Calibri"/>
              </a:rPr>
              <a:t>donc</a:t>
            </a:r>
            <a:r>
              <a:rPr lang="en-US">
                <a:cs typeface="Calibri"/>
              </a:rPr>
              <a:t>, </a:t>
            </a:r>
            <a:r>
              <a:rPr lang="en-US" err="1">
                <a:cs typeface="Calibri"/>
              </a:rPr>
              <a:t>ultimement</a:t>
            </a:r>
            <a:r>
              <a:rPr lang="en-US">
                <a:cs typeface="Calibri"/>
              </a:rPr>
              <a:t>, assurer au </a:t>
            </a:r>
            <a:r>
              <a:rPr lang="en-US" err="1">
                <a:cs typeface="Calibri"/>
              </a:rPr>
              <a:t>mieux</a:t>
            </a:r>
            <a:r>
              <a:rPr lang="en-US">
                <a:cs typeface="Calibri"/>
              </a:rPr>
              <a:t> </a:t>
            </a:r>
            <a:r>
              <a:rPr lang="en-US" err="1">
                <a:cs typeface="Calibri"/>
              </a:rPr>
              <a:t>sa</a:t>
            </a:r>
            <a:r>
              <a:rPr lang="en-US">
                <a:cs typeface="Calibri"/>
              </a:rPr>
              <a:t> </a:t>
            </a:r>
            <a:r>
              <a:rPr lang="en-US" err="1">
                <a:cs typeface="Calibri"/>
              </a:rPr>
              <a:t>fonction</a:t>
            </a:r>
            <a:r>
              <a:rPr lang="en-US">
                <a:cs typeface="Calibri"/>
              </a:rPr>
              <a:t>. </a:t>
            </a:r>
          </a:p>
          <a:p>
            <a:r>
              <a:rPr lang="en-US" err="1">
                <a:cs typeface="Calibri"/>
              </a:rPr>
              <a:t>Ekovya</a:t>
            </a:r>
            <a:r>
              <a:rPr lang="en-US">
                <a:cs typeface="Calibri"/>
              </a:rPr>
              <a:t> </a:t>
            </a:r>
            <a:r>
              <a:rPr lang="en-US" err="1">
                <a:cs typeface="Calibri"/>
              </a:rPr>
              <a:t>est</a:t>
            </a:r>
            <a:r>
              <a:rPr lang="en-US">
                <a:cs typeface="Calibri"/>
              </a:rPr>
              <a:t> </a:t>
            </a:r>
            <a:r>
              <a:rPr lang="en-US" err="1">
                <a:cs typeface="Calibri"/>
              </a:rPr>
              <a:t>une</a:t>
            </a:r>
            <a:r>
              <a:rPr lang="en-US">
                <a:cs typeface="Calibri"/>
              </a:rPr>
              <a:t> marque B2B. </a:t>
            </a:r>
            <a:r>
              <a:rPr lang="en-US" err="1">
                <a:cs typeface="Calibri"/>
              </a:rPr>
              <a:t>Ses</a:t>
            </a:r>
            <a:r>
              <a:rPr lang="en-US">
                <a:cs typeface="Calibri"/>
              </a:rPr>
              <a:t> </a:t>
            </a:r>
            <a:r>
              <a:rPr lang="en-US" err="1">
                <a:cs typeface="Calibri"/>
              </a:rPr>
              <a:t>concurrents</a:t>
            </a:r>
            <a:r>
              <a:rPr lang="en-US">
                <a:cs typeface="Calibri"/>
              </a:rPr>
              <a:t> </a:t>
            </a:r>
            <a:r>
              <a:rPr lang="en-US" err="1">
                <a:cs typeface="Calibri"/>
              </a:rPr>
              <a:t>sont</a:t>
            </a:r>
            <a:r>
              <a:rPr lang="en-US">
                <a:cs typeface="Calibri"/>
              </a:rPr>
              <a:t> </a:t>
            </a:r>
            <a:r>
              <a:rPr lang="en-US" err="1">
                <a:cs typeface="Calibri"/>
              </a:rPr>
              <a:t>donc</a:t>
            </a:r>
            <a:r>
              <a:rPr lang="en-US">
                <a:cs typeface="Calibri"/>
              </a:rPr>
              <a:t> des marques de papeterie B2B qui tendent à </a:t>
            </a:r>
            <a:r>
              <a:rPr lang="en-US" err="1">
                <a:cs typeface="Calibri"/>
              </a:rPr>
              <a:t>l'éco-responsabilité</a:t>
            </a:r>
            <a:r>
              <a:rPr lang="en-US">
                <a:cs typeface="Calibri"/>
              </a:rPr>
              <a:t>.</a:t>
            </a:r>
          </a:p>
          <a:p>
            <a:endParaRPr lang="en-US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-35105"/>
            <a:ext cx="9144000" cy="873247"/>
          </a:xfrm>
        </p:spPr>
        <p:txBody>
          <a:bodyPr/>
          <a:lstStyle/>
          <a:p>
            <a:r>
              <a:rPr lang="en-US" sz="3600" err="1">
                <a:cs typeface="Calibri Light"/>
              </a:rPr>
              <a:t>Visualisation</a:t>
            </a:r>
            <a:r>
              <a:rPr lang="en-US" sz="3600">
                <a:cs typeface="Calibri Light"/>
              </a:rPr>
              <a:t> des marques </a:t>
            </a:r>
            <a:r>
              <a:rPr lang="en-US" sz="3600" err="1">
                <a:cs typeface="Calibri Light"/>
              </a:rPr>
              <a:t>concurrentes</a:t>
            </a:r>
            <a:endParaRPr lang="en-US" err="1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0D04B1FF-1115-3271-B4B0-288C7FC30862}"/>
              </a:ext>
            </a:extLst>
          </p:cNvPr>
          <p:cNvCxnSpPr/>
          <p:nvPr/>
        </p:nvCxnSpPr>
        <p:spPr>
          <a:xfrm flipH="1">
            <a:off x="6311662" y="1445537"/>
            <a:ext cx="31657" cy="4791916"/>
          </a:xfrm>
          <a:prstGeom prst="straightConnector1">
            <a:avLst/>
          </a:prstGeom>
          <a:ln w="28575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00FCD74-F82C-DA47-DD26-4FE48D64A193}"/>
              </a:ext>
            </a:extLst>
          </p:cNvPr>
          <p:cNvCxnSpPr>
            <a:cxnSpLocks/>
          </p:cNvCxnSpPr>
          <p:nvPr/>
        </p:nvCxnSpPr>
        <p:spPr>
          <a:xfrm>
            <a:off x="1973483" y="3743442"/>
            <a:ext cx="8138931" cy="7717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Graphic 6">
            <a:extLst>
              <a:ext uri="{FF2B5EF4-FFF2-40B4-BE49-F238E27FC236}">
                <a16:creationId xmlns:a16="http://schemas.microsoft.com/office/drawing/2014/main" id="{36671897-9A13-47A6-5CDD-0E6ACB4BE4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50841" y="1247656"/>
            <a:ext cx="790568" cy="81073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2DB5368-76A1-57CB-6682-D9674DB2FE6F}"/>
              </a:ext>
            </a:extLst>
          </p:cNvPr>
          <p:cNvSpPr txBox="1"/>
          <p:nvPr/>
        </p:nvSpPr>
        <p:spPr>
          <a:xfrm>
            <a:off x="5304666" y="933241"/>
            <a:ext cx="196690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cs typeface="Calibri"/>
              </a:rPr>
              <a:t>Eco-</a:t>
            </a:r>
            <a:r>
              <a:rPr lang="en-US" err="1">
                <a:cs typeface="Calibri"/>
              </a:rPr>
              <a:t>responsabilité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237BD8-7D86-E56C-C9C4-3B2D0CCA6CA3}"/>
              </a:ext>
            </a:extLst>
          </p:cNvPr>
          <p:cNvSpPr txBox="1"/>
          <p:nvPr/>
        </p:nvSpPr>
        <p:spPr>
          <a:xfrm>
            <a:off x="5237146" y="6286532"/>
            <a:ext cx="210194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cs typeface="Calibri"/>
              </a:rPr>
              <a:t>Prix </a:t>
            </a:r>
            <a:r>
              <a:rPr lang="en-US" err="1">
                <a:cs typeface="Calibri"/>
              </a:rPr>
              <a:t>concurrentiel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1A909F2-EB3A-0EB6-66FC-BAE18DBB0E71}"/>
              </a:ext>
            </a:extLst>
          </p:cNvPr>
          <p:cNvSpPr txBox="1"/>
          <p:nvPr/>
        </p:nvSpPr>
        <p:spPr>
          <a:xfrm>
            <a:off x="10301465" y="3568858"/>
            <a:ext cx="162745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err="1">
                <a:cs typeface="Calibri"/>
              </a:rPr>
              <a:t>Professionnels</a:t>
            </a:r>
            <a:endParaRPr lang="en-US" err="1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BA613B2-93FA-26FF-309F-ADB9F609D525}"/>
              </a:ext>
            </a:extLst>
          </p:cNvPr>
          <p:cNvSpPr txBox="1"/>
          <p:nvPr/>
        </p:nvSpPr>
        <p:spPr>
          <a:xfrm>
            <a:off x="462985" y="5478682"/>
            <a:ext cx="11024885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>
              <a:cs typeface="Calibri"/>
            </a:endParaRPr>
          </a:p>
          <a:p>
            <a:endParaRPr lang="en-US">
              <a:cs typeface="Calibri"/>
            </a:endParaRPr>
          </a:p>
        </p:txBody>
      </p:sp>
      <p:pic>
        <p:nvPicPr>
          <p:cNvPr id="3" name="Graphic 7">
            <a:extLst>
              <a:ext uri="{FF2B5EF4-FFF2-40B4-BE49-F238E27FC236}">
                <a16:creationId xmlns:a16="http://schemas.microsoft.com/office/drawing/2014/main" id="{67535BEB-EC08-D8CE-B660-1537D90E6A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252299" y="4002849"/>
            <a:ext cx="952500" cy="647700"/>
          </a:xfrm>
          <a:prstGeom prst="rect">
            <a:avLst/>
          </a:prstGeom>
        </p:spPr>
      </p:pic>
      <p:pic>
        <p:nvPicPr>
          <p:cNvPr id="8" name="Picture 12" descr="A yellow and blue sign with birds flying&#10;&#10;Description automatically generated">
            <a:extLst>
              <a:ext uri="{FF2B5EF4-FFF2-40B4-BE49-F238E27FC236}">
                <a16:creationId xmlns:a16="http://schemas.microsoft.com/office/drawing/2014/main" id="{43990CB5-76D0-82A5-A277-621F696C877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74290" y="5242370"/>
            <a:ext cx="1323584" cy="642546"/>
          </a:xfrm>
          <a:prstGeom prst="rect">
            <a:avLst/>
          </a:prstGeom>
        </p:spPr>
      </p:pic>
      <p:pic>
        <p:nvPicPr>
          <p:cNvPr id="13" name="Picture 13" descr="A green text with black text&#10;&#10;Description automatically generated">
            <a:extLst>
              <a:ext uri="{FF2B5EF4-FFF2-40B4-BE49-F238E27FC236}">
                <a16:creationId xmlns:a16="http://schemas.microsoft.com/office/drawing/2014/main" id="{49A2A5BF-31CD-1850-74F4-062BC5B99D5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23770" y="1448133"/>
            <a:ext cx="1741118" cy="339619"/>
          </a:xfrm>
          <a:prstGeom prst="rect">
            <a:avLst/>
          </a:prstGeom>
        </p:spPr>
      </p:pic>
      <p:pic>
        <p:nvPicPr>
          <p:cNvPr id="14" name="Graphic 14">
            <a:extLst>
              <a:ext uri="{FF2B5EF4-FFF2-40B4-BE49-F238E27FC236}">
                <a16:creationId xmlns:a16="http://schemas.microsoft.com/office/drawing/2014/main" id="{1B4EC053-ED4B-01A9-A4D1-D9678B1E05A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469688" y="2222744"/>
            <a:ext cx="1427968" cy="564925"/>
          </a:xfrm>
          <a:prstGeom prst="rect">
            <a:avLst/>
          </a:prstGeom>
        </p:spPr>
      </p:pic>
      <p:pic>
        <p:nvPicPr>
          <p:cNvPr id="15" name="Picture 15" descr="A logo with colorful lines&#10;&#10;Description automatically generated">
            <a:extLst>
              <a:ext uri="{FF2B5EF4-FFF2-40B4-BE49-F238E27FC236}">
                <a16:creationId xmlns:a16="http://schemas.microsoft.com/office/drawing/2014/main" id="{F8C35813-28B1-C850-81A0-99A1E32049A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06839" y="2700277"/>
            <a:ext cx="864296" cy="883333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FCE8DDAB-5879-9490-DE97-02B77C77061A}"/>
              </a:ext>
            </a:extLst>
          </p:cNvPr>
          <p:cNvSpPr txBox="1"/>
          <p:nvPr/>
        </p:nvSpPr>
        <p:spPr>
          <a:xfrm>
            <a:off x="297820" y="3573352"/>
            <a:ext cx="140825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err="1">
                <a:cs typeface="Calibri"/>
              </a:rPr>
              <a:t>Particuliers</a:t>
            </a:r>
          </a:p>
        </p:txBody>
      </p:sp>
    </p:spTree>
    <p:extLst>
      <p:ext uri="{BB962C8B-B14F-4D97-AF65-F5344CB8AC3E}">
        <p14:creationId xmlns:p14="http://schemas.microsoft.com/office/powerpoint/2010/main" val="24359030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5BE2E-59EB-F55C-C45B-DB2EDD2AE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91336"/>
            <a:ext cx="10074443" cy="844300"/>
          </a:xfrm>
        </p:spPr>
        <p:txBody>
          <a:bodyPr/>
          <a:lstStyle/>
          <a:p>
            <a:pPr algn="ctr"/>
            <a:r>
              <a:rPr lang="en-US">
                <a:cs typeface="Calibri Light"/>
              </a:rPr>
              <a:t>SWOT </a:t>
            </a: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F545C2AD-A42C-B8BD-D535-AA07F37E1D50}"/>
              </a:ext>
            </a:extLst>
          </p:cNvPr>
          <p:cNvSpPr/>
          <p:nvPr/>
        </p:nvSpPr>
        <p:spPr>
          <a:xfrm>
            <a:off x="568157" y="1260071"/>
            <a:ext cx="4237592" cy="4359871"/>
          </a:xfrm>
          <a:prstGeom prst="rect">
            <a:avLst/>
          </a:prstGeom>
          <a:solidFill>
            <a:schemeClr val="bg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2000">
              <a:solidFill>
                <a:schemeClr val="tx1"/>
              </a:solidFill>
              <a:cs typeface="Calibri"/>
            </a:endParaRPr>
          </a:p>
          <a:p>
            <a:pPr algn="ctr"/>
            <a:endParaRPr lang="en-US" sz="2000">
              <a:solidFill>
                <a:schemeClr val="tx1"/>
              </a:solidFill>
              <a:cs typeface="Calibri"/>
            </a:endParaRPr>
          </a:p>
          <a:p>
            <a:r>
              <a:rPr lang="en-US" sz="2000" b="1">
                <a:solidFill>
                  <a:schemeClr val="tx1"/>
                </a:solidFill>
                <a:cs typeface="Calibri"/>
              </a:rPr>
              <a:t>FORCES</a:t>
            </a:r>
            <a:r>
              <a:rPr lang="en-US" sz="2000" b="1">
                <a:cs typeface="Calibri"/>
              </a:rPr>
              <a:t> </a:t>
            </a:r>
            <a:endParaRPr lang="en-US" b="1">
              <a:cs typeface="Calibri"/>
            </a:endParaRPr>
          </a:p>
          <a:p>
            <a:r>
              <a:rPr lang="en-US" sz="2000">
                <a:cs typeface="Calibri"/>
              </a:rPr>
              <a:t>-</a:t>
            </a:r>
            <a:r>
              <a:rPr lang="en-US" sz="2000">
                <a:solidFill>
                  <a:srgbClr val="242424"/>
                </a:solidFill>
                <a:latin typeface="Segoe UI"/>
                <a:cs typeface="Segoe UI"/>
              </a:rPr>
              <a:t>- Expertise sur les </a:t>
            </a:r>
            <a:r>
              <a:rPr lang="en-US" sz="2000" err="1">
                <a:solidFill>
                  <a:srgbClr val="242424"/>
                </a:solidFill>
                <a:latin typeface="Segoe UI"/>
                <a:cs typeface="Segoe UI"/>
              </a:rPr>
              <a:t>enjeux</a:t>
            </a:r>
            <a:r>
              <a:rPr lang="en-US" sz="2000">
                <a:solidFill>
                  <a:srgbClr val="242424"/>
                </a:solidFill>
                <a:latin typeface="Segoe UI"/>
                <a:cs typeface="Segoe UI"/>
              </a:rPr>
              <a:t> de la transition </a:t>
            </a:r>
            <a:r>
              <a:rPr lang="en-US" sz="2000" err="1">
                <a:solidFill>
                  <a:srgbClr val="242424"/>
                </a:solidFill>
                <a:latin typeface="Segoe UI"/>
                <a:cs typeface="Segoe UI"/>
              </a:rPr>
              <a:t>écologique</a:t>
            </a:r>
            <a:r>
              <a:rPr lang="en-US" sz="2000">
                <a:solidFill>
                  <a:srgbClr val="242424"/>
                </a:solidFill>
                <a:latin typeface="Segoe UI"/>
                <a:cs typeface="Segoe UI"/>
              </a:rPr>
              <a:t> pour les PME</a:t>
            </a:r>
            <a:br>
              <a:rPr lang="en-US" sz="2000">
                <a:latin typeface="Segoe UI"/>
                <a:cs typeface="Segoe UI"/>
              </a:rPr>
            </a:br>
            <a:r>
              <a:rPr lang="en-US" sz="2000">
                <a:solidFill>
                  <a:srgbClr val="242424"/>
                </a:solidFill>
                <a:latin typeface="Segoe UI"/>
                <a:cs typeface="Segoe UI"/>
              </a:rPr>
              <a:t>- </a:t>
            </a:r>
            <a:r>
              <a:rPr lang="en-US" sz="2000" err="1">
                <a:solidFill>
                  <a:srgbClr val="242424"/>
                </a:solidFill>
                <a:latin typeface="Segoe UI"/>
                <a:cs typeface="Segoe UI"/>
              </a:rPr>
              <a:t>Capacité</a:t>
            </a:r>
            <a:r>
              <a:rPr lang="en-US" sz="2000">
                <a:solidFill>
                  <a:srgbClr val="242424"/>
                </a:solidFill>
                <a:latin typeface="Segoe UI"/>
                <a:cs typeface="Segoe UI"/>
              </a:rPr>
              <a:t> à proposer des solutions </a:t>
            </a:r>
            <a:r>
              <a:rPr lang="en-US" sz="2000" err="1">
                <a:solidFill>
                  <a:srgbClr val="242424"/>
                </a:solidFill>
                <a:latin typeface="Segoe UI"/>
                <a:cs typeface="Segoe UI"/>
              </a:rPr>
              <a:t>personnalisées</a:t>
            </a:r>
            <a:br>
              <a:rPr lang="en-US" sz="2000">
                <a:latin typeface="Segoe UI"/>
                <a:cs typeface="Segoe UI"/>
              </a:rPr>
            </a:br>
            <a:r>
              <a:rPr lang="en-US" sz="2000">
                <a:solidFill>
                  <a:srgbClr val="242424"/>
                </a:solidFill>
                <a:latin typeface="Segoe UI"/>
                <a:cs typeface="Segoe UI"/>
              </a:rPr>
              <a:t>- Équipes </a:t>
            </a:r>
            <a:r>
              <a:rPr lang="en-US" sz="2000" err="1">
                <a:solidFill>
                  <a:srgbClr val="242424"/>
                </a:solidFill>
                <a:latin typeface="Segoe UI"/>
                <a:cs typeface="Segoe UI"/>
              </a:rPr>
              <a:t>pluridisciplinaires</a:t>
            </a:r>
            <a:r>
              <a:rPr lang="en-US" sz="2000">
                <a:solidFill>
                  <a:srgbClr val="242424"/>
                </a:solidFill>
                <a:latin typeface="Segoe UI"/>
                <a:cs typeface="Segoe UI"/>
              </a:rPr>
              <a:t> (</a:t>
            </a:r>
            <a:r>
              <a:rPr lang="en-US" sz="2000" err="1">
                <a:solidFill>
                  <a:srgbClr val="242424"/>
                </a:solidFill>
                <a:latin typeface="Segoe UI"/>
                <a:cs typeface="Segoe UI"/>
              </a:rPr>
              <a:t>techniciens</a:t>
            </a:r>
            <a:r>
              <a:rPr lang="en-US" sz="2000">
                <a:solidFill>
                  <a:srgbClr val="242424"/>
                </a:solidFill>
                <a:latin typeface="Segoe UI"/>
                <a:cs typeface="Segoe UI"/>
              </a:rPr>
              <a:t>, </a:t>
            </a:r>
            <a:r>
              <a:rPr lang="en-US" sz="2000" err="1">
                <a:solidFill>
                  <a:srgbClr val="242424"/>
                </a:solidFill>
                <a:latin typeface="Segoe UI"/>
                <a:cs typeface="Segoe UI"/>
              </a:rPr>
              <a:t>ingénieurs</a:t>
            </a:r>
            <a:r>
              <a:rPr lang="en-US" sz="2000">
                <a:solidFill>
                  <a:srgbClr val="242424"/>
                </a:solidFill>
                <a:latin typeface="Segoe UI"/>
                <a:cs typeface="Segoe UI"/>
              </a:rPr>
              <a:t>, </a:t>
            </a:r>
            <a:r>
              <a:rPr lang="en-US" sz="2000" err="1">
                <a:solidFill>
                  <a:srgbClr val="242424"/>
                </a:solidFill>
                <a:latin typeface="Segoe UI"/>
                <a:cs typeface="Segoe UI"/>
              </a:rPr>
              <a:t>conseillers</a:t>
            </a:r>
            <a:r>
              <a:rPr lang="en-US" sz="2000">
                <a:solidFill>
                  <a:srgbClr val="242424"/>
                </a:solidFill>
                <a:latin typeface="Segoe UI"/>
                <a:cs typeface="Segoe UI"/>
              </a:rPr>
              <a:t>)</a:t>
            </a:r>
            <a:br>
              <a:rPr lang="en-US" sz="2000">
                <a:latin typeface="Segoe UI"/>
                <a:cs typeface="Segoe UI"/>
              </a:rPr>
            </a:br>
            <a:r>
              <a:rPr lang="en-US" sz="2000">
                <a:solidFill>
                  <a:srgbClr val="242424"/>
                </a:solidFill>
                <a:latin typeface="Segoe UI"/>
                <a:cs typeface="Segoe UI"/>
              </a:rPr>
              <a:t>- Large </a:t>
            </a:r>
            <a:r>
              <a:rPr lang="en-US" sz="2000" err="1">
                <a:solidFill>
                  <a:srgbClr val="242424"/>
                </a:solidFill>
                <a:latin typeface="Segoe UI"/>
                <a:cs typeface="Segoe UI"/>
              </a:rPr>
              <a:t>réseau</a:t>
            </a:r>
            <a:r>
              <a:rPr lang="en-US" sz="2000">
                <a:solidFill>
                  <a:srgbClr val="242424"/>
                </a:solidFill>
                <a:latin typeface="Segoe UI"/>
                <a:cs typeface="Segoe UI"/>
              </a:rPr>
              <a:t> de </a:t>
            </a:r>
            <a:r>
              <a:rPr lang="en-US" sz="2000" err="1">
                <a:solidFill>
                  <a:srgbClr val="242424"/>
                </a:solidFill>
                <a:latin typeface="Segoe UI"/>
                <a:cs typeface="Segoe UI"/>
              </a:rPr>
              <a:t>partenaires</a:t>
            </a:r>
            <a:r>
              <a:rPr lang="en-US" sz="2000">
                <a:solidFill>
                  <a:srgbClr val="242424"/>
                </a:solidFill>
                <a:latin typeface="Segoe UI"/>
                <a:cs typeface="Segoe UI"/>
              </a:rPr>
              <a:t> et </a:t>
            </a:r>
            <a:r>
              <a:rPr lang="en-US" sz="2000" err="1">
                <a:solidFill>
                  <a:srgbClr val="242424"/>
                </a:solidFill>
                <a:latin typeface="Segoe UI"/>
                <a:cs typeface="Segoe UI"/>
              </a:rPr>
              <a:t>fournisseurs</a:t>
            </a:r>
            <a:br>
              <a:rPr lang="en-US" sz="2000">
                <a:latin typeface="Segoe UI"/>
                <a:cs typeface="Segoe UI"/>
              </a:rPr>
            </a:br>
            <a:r>
              <a:rPr lang="en-US" sz="2000">
                <a:solidFill>
                  <a:srgbClr val="242424"/>
                </a:solidFill>
                <a:latin typeface="Segoe UI"/>
                <a:cs typeface="Segoe UI"/>
              </a:rPr>
              <a:t>- Forte </a:t>
            </a:r>
            <a:r>
              <a:rPr lang="en-US" sz="2000" err="1">
                <a:solidFill>
                  <a:srgbClr val="242424"/>
                </a:solidFill>
                <a:latin typeface="Segoe UI"/>
                <a:cs typeface="Segoe UI"/>
              </a:rPr>
              <a:t>sensibilisation</a:t>
            </a:r>
            <a:r>
              <a:rPr lang="en-US" sz="2000">
                <a:solidFill>
                  <a:srgbClr val="242424"/>
                </a:solidFill>
                <a:latin typeface="Segoe UI"/>
                <a:cs typeface="Segoe UI"/>
              </a:rPr>
              <a:t> interne aux </a:t>
            </a:r>
            <a:r>
              <a:rPr lang="en-US" sz="2000" err="1">
                <a:solidFill>
                  <a:srgbClr val="242424"/>
                </a:solidFill>
                <a:latin typeface="Segoe UI"/>
                <a:cs typeface="Segoe UI"/>
              </a:rPr>
              <a:t>enjeux</a:t>
            </a:r>
            <a:r>
              <a:rPr lang="en-US" sz="2000">
                <a:solidFill>
                  <a:srgbClr val="242424"/>
                </a:solidFill>
                <a:latin typeface="Segoe UI"/>
                <a:cs typeface="Segoe UI"/>
              </a:rPr>
              <a:t> RSE</a:t>
            </a:r>
            <a:endParaRPr lang="en-US" sz="2000">
              <a:cs typeface="Calibri"/>
            </a:endParaRP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7692DF5F-462F-B9EB-7EF7-2267770B92D1}"/>
              </a:ext>
            </a:extLst>
          </p:cNvPr>
          <p:cNvSpPr/>
          <p:nvPr/>
        </p:nvSpPr>
        <p:spPr>
          <a:xfrm>
            <a:off x="6612649" y="1254468"/>
            <a:ext cx="4223832" cy="4360658"/>
          </a:xfrm>
          <a:prstGeom prst="rect">
            <a:avLst/>
          </a:prstGeom>
          <a:solidFill>
            <a:schemeClr val="bg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2000" b="1">
                <a:solidFill>
                  <a:srgbClr val="242424"/>
                </a:solidFill>
                <a:latin typeface="Segoe UI"/>
                <a:cs typeface="Segoe UI"/>
              </a:rPr>
              <a:t>FAIBLESSES </a:t>
            </a:r>
            <a:endParaRPr lang="en-US">
              <a:cs typeface="Calibri" panose="020F0502020204030204"/>
            </a:endParaRPr>
          </a:p>
          <a:p>
            <a:r>
              <a:rPr lang="en-US" sz="2000">
                <a:solidFill>
                  <a:srgbClr val="242424"/>
                </a:solidFill>
                <a:latin typeface="Segoe UI"/>
                <a:cs typeface="Segoe UI"/>
              </a:rPr>
              <a:t>-</a:t>
            </a:r>
            <a:r>
              <a:rPr lang="en-US" sz="2000">
                <a:solidFill>
                  <a:srgbClr val="242424"/>
                </a:solidFill>
                <a:latin typeface="Segoe UI"/>
                <a:ea typeface="Segoe UI"/>
                <a:cs typeface="Segoe UI"/>
              </a:rPr>
              <a:t> Manque de </a:t>
            </a:r>
            <a:r>
              <a:rPr lang="en-US" sz="2000" err="1">
                <a:solidFill>
                  <a:srgbClr val="242424"/>
                </a:solidFill>
                <a:latin typeface="Segoe UI"/>
                <a:ea typeface="Segoe UI"/>
                <a:cs typeface="Segoe UI"/>
              </a:rPr>
              <a:t>visibilité</a:t>
            </a:r>
            <a:r>
              <a:rPr lang="en-US" sz="2000">
                <a:solidFill>
                  <a:srgbClr val="242424"/>
                </a:solidFill>
                <a:latin typeface="Segoe UI"/>
                <a:ea typeface="Segoe UI"/>
                <a:cs typeface="Segoe UI"/>
              </a:rPr>
              <a:t> encore </a:t>
            </a:r>
            <a:r>
              <a:rPr lang="en-US" sz="2000" err="1">
                <a:solidFill>
                  <a:srgbClr val="242424"/>
                </a:solidFill>
                <a:latin typeface="Segoe UI"/>
                <a:ea typeface="Segoe UI"/>
                <a:cs typeface="Segoe UI"/>
              </a:rPr>
              <a:t>auprès</a:t>
            </a:r>
            <a:r>
              <a:rPr lang="en-US" sz="2000">
                <a:solidFill>
                  <a:srgbClr val="242424"/>
                </a:solidFill>
                <a:latin typeface="Segoe UI"/>
                <a:ea typeface="Segoe UI"/>
                <a:cs typeface="Segoe UI"/>
              </a:rPr>
              <a:t> des PME (parts de </a:t>
            </a:r>
            <a:r>
              <a:rPr lang="en-US" sz="2000" err="1">
                <a:solidFill>
                  <a:srgbClr val="242424"/>
                </a:solidFill>
                <a:latin typeface="Segoe UI"/>
                <a:ea typeface="Segoe UI"/>
                <a:cs typeface="Segoe UI"/>
              </a:rPr>
              <a:t>marché</a:t>
            </a:r>
            <a:r>
              <a:rPr lang="en-US" sz="2000">
                <a:solidFill>
                  <a:srgbClr val="242424"/>
                </a:solidFill>
                <a:latin typeface="Segoe UI"/>
                <a:ea typeface="Segoe UI"/>
                <a:cs typeface="Segoe UI"/>
              </a:rPr>
              <a:t> </a:t>
            </a:r>
            <a:r>
              <a:rPr lang="en-US" sz="2000" err="1">
                <a:solidFill>
                  <a:srgbClr val="242424"/>
                </a:solidFill>
                <a:latin typeface="Segoe UI"/>
                <a:ea typeface="Segoe UI"/>
                <a:cs typeface="Segoe UI"/>
              </a:rPr>
              <a:t>en</a:t>
            </a:r>
            <a:r>
              <a:rPr lang="en-US" sz="2000">
                <a:solidFill>
                  <a:srgbClr val="242424"/>
                </a:solidFill>
                <a:latin typeface="Segoe UI"/>
                <a:ea typeface="Segoe UI"/>
                <a:cs typeface="Segoe UI"/>
              </a:rPr>
              <a:t> acquisition)</a:t>
            </a:r>
            <a:br>
              <a:rPr lang="en-US" sz="2000"/>
            </a:br>
            <a:r>
              <a:rPr lang="en-US" sz="2000">
                <a:solidFill>
                  <a:srgbClr val="242424"/>
                </a:solidFill>
                <a:latin typeface="Segoe UI"/>
                <a:ea typeface="Segoe UI"/>
                <a:cs typeface="Segoe UI"/>
              </a:rPr>
              <a:t>- </a:t>
            </a:r>
            <a:r>
              <a:rPr lang="en-US" sz="2000" err="1">
                <a:solidFill>
                  <a:srgbClr val="242424"/>
                </a:solidFill>
                <a:latin typeface="Segoe UI"/>
                <a:ea typeface="Segoe UI"/>
                <a:cs typeface="Segoe UI"/>
              </a:rPr>
              <a:t>Offre</a:t>
            </a:r>
            <a:r>
              <a:rPr lang="en-US" sz="2000">
                <a:solidFill>
                  <a:srgbClr val="242424"/>
                </a:solidFill>
                <a:latin typeface="Segoe UI"/>
                <a:ea typeface="Segoe UI"/>
                <a:cs typeface="Segoe UI"/>
              </a:rPr>
              <a:t> de services qui </a:t>
            </a:r>
            <a:r>
              <a:rPr lang="en-US" sz="2000" err="1">
                <a:solidFill>
                  <a:srgbClr val="242424"/>
                </a:solidFill>
                <a:latin typeface="Segoe UI"/>
                <a:ea typeface="Segoe UI"/>
                <a:cs typeface="Segoe UI"/>
              </a:rPr>
              <a:t>demande</a:t>
            </a:r>
            <a:r>
              <a:rPr lang="en-US" sz="2000">
                <a:solidFill>
                  <a:srgbClr val="242424"/>
                </a:solidFill>
                <a:latin typeface="Segoe UI"/>
                <a:ea typeface="Segoe UI"/>
                <a:cs typeface="Segoe UI"/>
              </a:rPr>
              <a:t> à </a:t>
            </a:r>
            <a:r>
              <a:rPr lang="en-US" sz="2000" err="1">
                <a:solidFill>
                  <a:srgbClr val="242424"/>
                </a:solidFill>
                <a:latin typeface="Segoe UI"/>
                <a:ea typeface="Segoe UI"/>
                <a:cs typeface="Segoe UI"/>
              </a:rPr>
              <a:t>être</a:t>
            </a:r>
            <a:r>
              <a:rPr lang="en-US" sz="2000">
                <a:solidFill>
                  <a:srgbClr val="242424"/>
                </a:solidFill>
                <a:latin typeface="Segoe UI"/>
                <a:ea typeface="Segoe UI"/>
                <a:cs typeface="Segoe UI"/>
              </a:rPr>
              <a:t> </a:t>
            </a:r>
            <a:r>
              <a:rPr lang="en-US" sz="2000" err="1">
                <a:solidFill>
                  <a:srgbClr val="242424"/>
                </a:solidFill>
                <a:latin typeface="Segoe UI"/>
                <a:ea typeface="Segoe UI"/>
                <a:cs typeface="Segoe UI"/>
              </a:rPr>
              <a:t>élargie</a:t>
            </a:r>
            <a:br>
              <a:rPr lang="en-US" sz="2000"/>
            </a:br>
            <a:r>
              <a:rPr lang="en-US" sz="2000">
                <a:solidFill>
                  <a:srgbClr val="242424"/>
                </a:solidFill>
                <a:latin typeface="Segoe UI"/>
                <a:ea typeface="Segoe UI"/>
                <a:cs typeface="Segoe UI"/>
              </a:rPr>
              <a:t>- </a:t>
            </a:r>
            <a:r>
              <a:rPr lang="en-US" sz="2000" err="1">
                <a:solidFill>
                  <a:srgbClr val="242424"/>
                </a:solidFill>
                <a:latin typeface="Segoe UI"/>
                <a:ea typeface="Segoe UI"/>
                <a:cs typeface="Segoe UI"/>
              </a:rPr>
              <a:t>Outils</a:t>
            </a:r>
            <a:r>
              <a:rPr lang="en-US" sz="2000">
                <a:solidFill>
                  <a:srgbClr val="242424"/>
                </a:solidFill>
                <a:latin typeface="Segoe UI"/>
                <a:ea typeface="Segoe UI"/>
                <a:cs typeface="Segoe UI"/>
              </a:rPr>
              <a:t> </a:t>
            </a:r>
            <a:r>
              <a:rPr lang="en-US" sz="2000" err="1">
                <a:solidFill>
                  <a:srgbClr val="242424"/>
                </a:solidFill>
                <a:latin typeface="Segoe UI"/>
                <a:ea typeface="Segoe UI"/>
                <a:cs typeface="Segoe UI"/>
              </a:rPr>
              <a:t>digitaux</a:t>
            </a:r>
            <a:r>
              <a:rPr lang="en-US" sz="2000">
                <a:solidFill>
                  <a:srgbClr val="242424"/>
                </a:solidFill>
                <a:latin typeface="Segoe UI"/>
                <a:ea typeface="Segoe UI"/>
                <a:cs typeface="Segoe UI"/>
              </a:rPr>
              <a:t> et </a:t>
            </a:r>
            <a:r>
              <a:rPr lang="en-US" sz="2000" err="1">
                <a:solidFill>
                  <a:srgbClr val="242424"/>
                </a:solidFill>
                <a:latin typeface="Segoe UI"/>
                <a:ea typeface="Segoe UI"/>
                <a:cs typeface="Segoe UI"/>
              </a:rPr>
              <a:t>plateforme</a:t>
            </a:r>
            <a:r>
              <a:rPr lang="en-US" sz="2000">
                <a:solidFill>
                  <a:srgbClr val="242424"/>
                </a:solidFill>
                <a:latin typeface="Segoe UI"/>
                <a:ea typeface="Segoe UI"/>
                <a:cs typeface="Segoe UI"/>
              </a:rPr>
              <a:t> web </a:t>
            </a:r>
            <a:r>
              <a:rPr lang="en-US" sz="2000" err="1">
                <a:solidFill>
                  <a:srgbClr val="242424"/>
                </a:solidFill>
                <a:latin typeface="Segoe UI"/>
                <a:ea typeface="Segoe UI"/>
                <a:cs typeface="Segoe UI"/>
              </a:rPr>
              <a:t>perfectibles</a:t>
            </a:r>
            <a:br>
              <a:rPr lang="en-US" sz="2000"/>
            </a:br>
            <a:r>
              <a:rPr lang="en-US" sz="2000">
                <a:solidFill>
                  <a:srgbClr val="242424"/>
                </a:solidFill>
                <a:latin typeface="Segoe UI"/>
                <a:ea typeface="Segoe UI"/>
                <a:cs typeface="Segoe UI"/>
              </a:rPr>
              <a:t>- </a:t>
            </a:r>
            <a:r>
              <a:rPr lang="en-US" sz="2000" err="1">
                <a:solidFill>
                  <a:srgbClr val="242424"/>
                </a:solidFill>
                <a:latin typeface="Segoe UI"/>
                <a:ea typeface="Segoe UI"/>
                <a:cs typeface="Segoe UI"/>
              </a:rPr>
              <a:t>Ressources</a:t>
            </a:r>
            <a:r>
              <a:rPr lang="en-US" sz="2000">
                <a:solidFill>
                  <a:srgbClr val="242424"/>
                </a:solidFill>
                <a:latin typeface="Segoe UI"/>
                <a:ea typeface="Segoe UI"/>
                <a:cs typeface="Segoe UI"/>
              </a:rPr>
              <a:t> </a:t>
            </a:r>
            <a:r>
              <a:rPr lang="en-US" sz="2000" err="1">
                <a:solidFill>
                  <a:srgbClr val="242424"/>
                </a:solidFill>
                <a:latin typeface="Segoe UI"/>
                <a:ea typeface="Segoe UI"/>
                <a:cs typeface="Segoe UI"/>
              </a:rPr>
              <a:t>humaines</a:t>
            </a:r>
            <a:r>
              <a:rPr lang="en-US" sz="2000">
                <a:solidFill>
                  <a:srgbClr val="242424"/>
                </a:solidFill>
                <a:latin typeface="Segoe UI"/>
                <a:ea typeface="Segoe UI"/>
                <a:cs typeface="Segoe UI"/>
              </a:rPr>
              <a:t> </a:t>
            </a:r>
            <a:r>
              <a:rPr lang="en-US" sz="2000" err="1">
                <a:solidFill>
                  <a:srgbClr val="242424"/>
                </a:solidFill>
                <a:latin typeface="Segoe UI"/>
                <a:ea typeface="Segoe UI"/>
                <a:cs typeface="Segoe UI"/>
              </a:rPr>
              <a:t>limitées</a:t>
            </a:r>
            <a:r>
              <a:rPr lang="en-US" sz="2000">
                <a:solidFill>
                  <a:srgbClr val="242424"/>
                </a:solidFill>
                <a:latin typeface="Segoe UI"/>
                <a:ea typeface="Segoe UI"/>
                <a:cs typeface="Segoe UI"/>
              </a:rPr>
              <a:t> dans </a:t>
            </a:r>
            <a:r>
              <a:rPr lang="en-US" sz="2000" err="1">
                <a:solidFill>
                  <a:srgbClr val="242424"/>
                </a:solidFill>
                <a:latin typeface="Segoe UI"/>
                <a:ea typeface="Segoe UI"/>
                <a:cs typeface="Segoe UI"/>
              </a:rPr>
              <a:t>certains</a:t>
            </a:r>
            <a:r>
              <a:rPr lang="en-US" sz="2000">
                <a:solidFill>
                  <a:srgbClr val="242424"/>
                </a:solidFill>
                <a:latin typeface="Segoe UI"/>
                <a:ea typeface="Segoe UI"/>
                <a:cs typeface="Segoe UI"/>
              </a:rPr>
              <a:t> </a:t>
            </a:r>
            <a:r>
              <a:rPr lang="en-US" sz="2000" err="1">
                <a:solidFill>
                  <a:srgbClr val="242424"/>
                </a:solidFill>
                <a:latin typeface="Segoe UI"/>
                <a:ea typeface="Segoe UI"/>
                <a:cs typeface="Segoe UI"/>
              </a:rPr>
              <a:t>domaines</a:t>
            </a:r>
            <a:r>
              <a:rPr lang="en-US" sz="2000">
                <a:solidFill>
                  <a:srgbClr val="242424"/>
                </a:solidFill>
                <a:latin typeface="Segoe UI"/>
                <a:ea typeface="Segoe UI"/>
                <a:cs typeface="Segoe UI"/>
              </a:rPr>
              <a:t> </a:t>
            </a:r>
            <a:r>
              <a:rPr lang="en-US" sz="2000" err="1">
                <a:solidFill>
                  <a:srgbClr val="242424"/>
                </a:solidFill>
                <a:latin typeface="Segoe UI"/>
                <a:ea typeface="Segoe UI"/>
                <a:cs typeface="Segoe UI"/>
              </a:rPr>
              <a:t>d'expertise</a:t>
            </a:r>
            <a:r>
              <a:rPr lang="en-US" sz="2000">
                <a:solidFill>
                  <a:srgbClr val="242424"/>
                </a:solidFill>
                <a:latin typeface="Segoe UI"/>
                <a:ea typeface="Segoe UI"/>
                <a:cs typeface="Segoe UI"/>
              </a:rPr>
              <a:t> (</a:t>
            </a:r>
            <a:r>
              <a:rPr lang="en-US" sz="2000" err="1">
                <a:solidFill>
                  <a:srgbClr val="242424"/>
                </a:solidFill>
                <a:latin typeface="Segoe UI"/>
                <a:ea typeface="Segoe UI"/>
                <a:cs typeface="Segoe UI"/>
              </a:rPr>
              <a:t>qualité</a:t>
            </a:r>
            <a:r>
              <a:rPr lang="en-US" sz="2000">
                <a:solidFill>
                  <a:srgbClr val="242424"/>
                </a:solidFill>
                <a:latin typeface="Segoe UI"/>
                <a:ea typeface="Segoe UI"/>
                <a:cs typeface="Segoe UI"/>
              </a:rPr>
              <a:t>, </a:t>
            </a:r>
            <a:r>
              <a:rPr lang="en-US" sz="2000" err="1">
                <a:solidFill>
                  <a:srgbClr val="242424"/>
                </a:solidFill>
                <a:latin typeface="Segoe UI"/>
                <a:ea typeface="Segoe UI"/>
                <a:cs typeface="Segoe UI"/>
              </a:rPr>
              <a:t>commerciaux</a:t>
            </a:r>
            <a:r>
              <a:rPr lang="en-US" sz="2000">
                <a:solidFill>
                  <a:srgbClr val="242424"/>
                </a:solidFill>
                <a:latin typeface="Segoe UI"/>
                <a:ea typeface="Segoe UI"/>
                <a:cs typeface="Segoe UI"/>
              </a:rPr>
              <a:t>, communication)</a:t>
            </a:r>
            <a:endParaRPr lang="en-US" sz="200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614649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9EC6CC-D458-4CEC-7B03-C1953FAEA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>
                <a:solidFill>
                  <a:schemeClr val="accent1">
                    <a:lumMod val="75000"/>
                  </a:schemeClr>
                </a:solidFill>
                <a:cs typeface="Calibri Light"/>
              </a:rPr>
              <a:t>La Matrice </a:t>
            </a:r>
            <a:r>
              <a:rPr lang="en-US" sz="4000" err="1">
                <a:solidFill>
                  <a:schemeClr val="accent1">
                    <a:lumMod val="75000"/>
                  </a:schemeClr>
                </a:solidFill>
                <a:cs typeface="Calibri Light"/>
              </a:rPr>
              <a:t>d'Eisenhower</a:t>
            </a:r>
            <a:r>
              <a:rPr lang="en-US" sz="4000">
                <a:solidFill>
                  <a:schemeClr val="accent1">
                    <a:lumMod val="75000"/>
                  </a:schemeClr>
                </a:solidFill>
                <a:cs typeface="Calibri Light"/>
              </a:rPr>
              <a:t> :</a:t>
            </a:r>
            <a:endParaRPr lang="en-US" sz="4000" err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1FBA68-3FAC-650E-E4CD-29D14D2E3743}"/>
              </a:ext>
            </a:extLst>
          </p:cNvPr>
          <p:cNvSpPr txBox="1"/>
          <p:nvPr/>
        </p:nvSpPr>
        <p:spPr>
          <a:xfrm>
            <a:off x="6034387" y="3370753"/>
            <a:ext cx="665602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200">
                <a:latin typeface="Lucida Sans Unicode"/>
                <a:cs typeface="Calibri"/>
              </a:rPr>
              <a:t>Label</a:t>
            </a:r>
            <a:endParaRPr lang="en-US" sz="1200">
              <a:latin typeface="Lucida Sans Unicode"/>
            </a:endParaRPr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39A77957-0B56-3ECE-D2A1-7A46C94E0F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94090" y="1626333"/>
            <a:ext cx="4837880" cy="4937491"/>
          </a:xfrm>
        </p:spPr>
      </p:pic>
    </p:spTree>
    <p:extLst>
      <p:ext uri="{BB962C8B-B14F-4D97-AF65-F5344CB8AC3E}">
        <p14:creationId xmlns:p14="http://schemas.microsoft.com/office/powerpoint/2010/main" val="28648554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441A5DF-4F9B-772E-CD15-204D34869A6C}"/>
              </a:ext>
            </a:extLst>
          </p:cNvPr>
          <p:cNvSpPr/>
          <p:nvPr/>
        </p:nvSpPr>
        <p:spPr>
          <a:xfrm>
            <a:off x="902369" y="889000"/>
            <a:ext cx="4117472" cy="4652209"/>
          </a:xfrm>
          <a:prstGeom prst="rect">
            <a:avLst/>
          </a:prstGeom>
          <a:solidFill>
            <a:schemeClr val="bg1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2000" b="1" err="1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Opportunités</a:t>
            </a:r>
            <a:r>
              <a:rPr lang="en-US" sz="2000" b="1">
                <a:solidFill>
                  <a:schemeClr val="tx1"/>
                </a:solidFill>
                <a:latin typeface="Segoe UI"/>
                <a:ea typeface="Segoe UI"/>
                <a:cs typeface="Segoe UI"/>
              </a:rPr>
              <a:t> :</a:t>
            </a:r>
            <a:br>
              <a:rPr lang="en-US" sz="2000"/>
            </a:br>
            <a:r>
              <a:rPr lang="en-US" sz="2000">
                <a:solidFill>
                  <a:srgbClr val="242424"/>
                </a:solidFill>
                <a:latin typeface="Segoe UI"/>
                <a:ea typeface="Segoe UI"/>
                <a:cs typeface="Segoe UI"/>
              </a:rPr>
              <a:t>- Prise de conscience </a:t>
            </a:r>
            <a:r>
              <a:rPr lang="en-US" sz="2000" err="1">
                <a:solidFill>
                  <a:srgbClr val="242424"/>
                </a:solidFill>
                <a:latin typeface="Segoe UI"/>
                <a:ea typeface="Segoe UI"/>
                <a:cs typeface="Segoe UI"/>
              </a:rPr>
              <a:t>croissante</a:t>
            </a:r>
            <a:r>
              <a:rPr lang="en-US" sz="2000">
                <a:solidFill>
                  <a:srgbClr val="242424"/>
                </a:solidFill>
                <a:latin typeface="Segoe UI"/>
                <a:ea typeface="Segoe UI"/>
                <a:cs typeface="Segoe UI"/>
              </a:rPr>
              <a:t> des PME sur les </a:t>
            </a:r>
            <a:r>
              <a:rPr lang="en-US" sz="2000" err="1">
                <a:solidFill>
                  <a:srgbClr val="242424"/>
                </a:solidFill>
                <a:latin typeface="Segoe UI"/>
                <a:ea typeface="Segoe UI"/>
                <a:cs typeface="Segoe UI"/>
              </a:rPr>
              <a:t>enjeux</a:t>
            </a:r>
            <a:r>
              <a:rPr lang="en-US" sz="2000">
                <a:solidFill>
                  <a:srgbClr val="242424"/>
                </a:solidFill>
                <a:latin typeface="Segoe UI"/>
                <a:ea typeface="Segoe UI"/>
                <a:cs typeface="Segoe UI"/>
              </a:rPr>
              <a:t> ESG (RSE)</a:t>
            </a:r>
            <a:br>
              <a:rPr lang="en-US" sz="2000"/>
            </a:br>
            <a:r>
              <a:rPr lang="en-US" sz="2000">
                <a:solidFill>
                  <a:srgbClr val="242424"/>
                </a:solidFill>
                <a:latin typeface="Segoe UI"/>
                <a:ea typeface="Segoe UI"/>
                <a:cs typeface="Segoe UI"/>
              </a:rPr>
              <a:t>- </a:t>
            </a:r>
            <a:r>
              <a:rPr lang="en-US" sz="2000" err="1">
                <a:solidFill>
                  <a:srgbClr val="242424"/>
                </a:solidFill>
                <a:latin typeface="Segoe UI"/>
                <a:ea typeface="Segoe UI"/>
                <a:cs typeface="Segoe UI"/>
              </a:rPr>
              <a:t>Potentiel</a:t>
            </a:r>
            <a:r>
              <a:rPr lang="en-US" sz="2000">
                <a:solidFill>
                  <a:srgbClr val="242424"/>
                </a:solidFill>
                <a:latin typeface="Segoe UI"/>
                <a:ea typeface="Segoe UI"/>
                <a:cs typeface="Segoe UI"/>
              </a:rPr>
              <a:t> de la </a:t>
            </a:r>
            <a:r>
              <a:rPr lang="en-US" sz="2000" err="1">
                <a:solidFill>
                  <a:srgbClr val="242424"/>
                </a:solidFill>
                <a:latin typeface="Segoe UI"/>
                <a:ea typeface="Segoe UI"/>
                <a:cs typeface="Segoe UI"/>
              </a:rPr>
              <a:t>digitalisation</a:t>
            </a:r>
            <a:r>
              <a:rPr lang="en-US" sz="2000">
                <a:solidFill>
                  <a:srgbClr val="242424"/>
                </a:solidFill>
                <a:latin typeface="Segoe UI"/>
                <a:ea typeface="Segoe UI"/>
                <a:cs typeface="Segoe UI"/>
              </a:rPr>
              <a:t> pour </a:t>
            </a:r>
            <a:r>
              <a:rPr lang="en-US" sz="2000" err="1">
                <a:solidFill>
                  <a:srgbClr val="242424"/>
                </a:solidFill>
                <a:latin typeface="Segoe UI"/>
                <a:ea typeface="Segoe UI"/>
                <a:cs typeface="Segoe UI"/>
              </a:rPr>
              <a:t>optimiser</a:t>
            </a:r>
            <a:r>
              <a:rPr lang="en-US" sz="2000">
                <a:solidFill>
                  <a:srgbClr val="242424"/>
                </a:solidFill>
                <a:latin typeface="Segoe UI"/>
                <a:ea typeface="Segoe UI"/>
                <a:cs typeface="Segoe UI"/>
              </a:rPr>
              <a:t> les </a:t>
            </a:r>
            <a:r>
              <a:rPr lang="en-US" sz="2000" err="1">
                <a:solidFill>
                  <a:srgbClr val="242424"/>
                </a:solidFill>
                <a:latin typeface="Segoe UI"/>
                <a:ea typeface="Segoe UI"/>
                <a:cs typeface="Segoe UI"/>
              </a:rPr>
              <a:t>processus</a:t>
            </a:r>
            <a:br>
              <a:rPr lang="en-US" sz="2000"/>
            </a:br>
            <a:r>
              <a:rPr lang="en-US" sz="2000">
                <a:solidFill>
                  <a:srgbClr val="242424"/>
                </a:solidFill>
                <a:latin typeface="Segoe UI"/>
                <a:ea typeface="Segoe UI"/>
                <a:cs typeface="Segoe UI"/>
              </a:rPr>
              <a:t>- Aides </a:t>
            </a:r>
            <a:r>
              <a:rPr lang="en-US" sz="2000" err="1">
                <a:solidFill>
                  <a:srgbClr val="242424"/>
                </a:solidFill>
                <a:latin typeface="Segoe UI"/>
                <a:ea typeface="Segoe UI"/>
                <a:cs typeface="Segoe UI"/>
              </a:rPr>
              <a:t>publiques</a:t>
            </a:r>
            <a:r>
              <a:rPr lang="en-US" sz="2000">
                <a:solidFill>
                  <a:srgbClr val="242424"/>
                </a:solidFill>
                <a:latin typeface="Segoe UI"/>
                <a:ea typeface="Segoe UI"/>
                <a:cs typeface="Segoe UI"/>
              </a:rPr>
              <a:t> et </a:t>
            </a:r>
            <a:r>
              <a:rPr lang="en-US" sz="2000" err="1">
                <a:solidFill>
                  <a:srgbClr val="242424"/>
                </a:solidFill>
                <a:latin typeface="Segoe UI"/>
                <a:ea typeface="Segoe UI"/>
                <a:cs typeface="Segoe UI"/>
              </a:rPr>
              <a:t>crédits</a:t>
            </a:r>
            <a:r>
              <a:rPr lang="en-US" sz="2000">
                <a:solidFill>
                  <a:srgbClr val="242424"/>
                </a:solidFill>
                <a:latin typeface="Segoe UI"/>
                <a:ea typeface="Segoe UI"/>
                <a:cs typeface="Segoe UI"/>
              </a:rPr>
              <a:t> </a:t>
            </a:r>
            <a:r>
              <a:rPr lang="en-US" sz="2000" err="1">
                <a:solidFill>
                  <a:srgbClr val="242424"/>
                </a:solidFill>
                <a:latin typeface="Segoe UI"/>
                <a:ea typeface="Segoe UI"/>
                <a:cs typeface="Segoe UI"/>
              </a:rPr>
              <a:t>d'impôt</a:t>
            </a:r>
            <a:r>
              <a:rPr lang="en-US" sz="2000">
                <a:solidFill>
                  <a:srgbClr val="242424"/>
                </a:solidFill>
                <a:latin typeface="Segoe UI"/>
                <a:ea typeface="Segoe UI"/>
                <a:cs typeface="Segoe UI"/>
              </a:rPr>
              <a:t> sur la transition </a:t>
            </a:r>
            <a:r>
              <a:rPr lang="en-US" sz="2000" err="1">
                <a:solidFill>
                  <a:srgbClr val="242424"/>
                </a:solidFill>
                <a:latin typeface="Segoe UI"/>
                <a:ea typeface="Segoe UI"/>
                <a:cs typeface="Segoe UI"/>
              </a:rPr>
              <a:t>énergétique</a:t>
            </a:r>
            <a:br>
              <a:rPr lang="en-US" sz="2000"/>
            </a:br>
            <a:r>
              <a:rPr lang="en-US" sz="2000">
                <a:solidFill>
                  <a:srgbClr val="242424"/>
                </a:solidFill>
                <a:latin typeface="Segoe UI"/>
                <a:ea typeface="Segoe UI"/>
                <a:cs typeface="Segoe UI"/>
              </a:rPr>
              <a:t>- </a:t>
            </a:r>
            <a:r>
              <a:rPr lang="en-US" sz="2000" err="1">
                <a:solidFill>
                  <a:srgbClr val="242424"/>
                </a:solidFill>
                <a:latin typeface="Segoe UI"/>
                <a:ea typeface="Segoe UI"/>
                <a:cs typeface="Segoe UI"/>
              </a:rPr>
              <a:t>Possibilité</a:t>
            </a:r>
            <a:r>
              <a:rPr lang="en-US" sz="2000">
                <a:solidFill>
                  <a:srgbClr val="242424"/>
                </a:solidFill>
                <a:latin typeface="Segoe UI"/>
                <a:ea typeface="Segoe UI"/>
                <a:cs typeface="Segoe UI"/>
              </a:rPr>
              <a:t> de </a:t>
            </a:r>
            <a:r>
              <a:rPr lang="en-US" sz="2000" err="1">
                <a:solidFill>
                  <a:srgbClr val="242424"/>
                </a:solidFill>
                <a:latin typeface="Segoe UI"/>
                <a:ea typeface="Segoe UI"/>
                <a:cs typeface="Segoe UI"/>
              </a:rPr>
              <a:t>partenariats</a:t>
            </a:r>
            <a:r>
              <a:rPr lang="en-US" sz="2000">
                <a:solidFill>
                  <a:srgbClr val="242424"/>
                </a:solidFill>
                <a:latin typeface="Segoe UI"/>
                <a:ea typeface="Segoe UI"/>
                <a:cs typeface="Segoe UI"/>
              </a:rPr>
              <a:t> avec des ONG et associations</a:t>
            </a:r>
          </a:p>
          <a:p>
            <a:pPr marL="342900" indent="-342900">
              <a:buFont typeface="Calibri"/>
              <a:buChar char="-"/>
            </a:pPr>
            <a:r>
              <a:rPr lang="en-US" sz="2000">
                <a:solidFill>
                  <a:srgbClr val="242424"/>
                </a:solidFill>
                <a:latin typeface="Segoe UI"/>
                <a:cs typeface="Segoe UI"/>
              </a:rPr>
              <a:t>Evolution de la </a:t>
            </a:r>
            <a:r>
              <a:rPr lang="en-US" sz="2000" err="1">
                <a:solidFill>
                  <a:srgbClr val="242424"/>
                </a:solidFill>
                <a:latin typeface="Segoe UI"/>
                <a:cs typeface="Segoe UI"/>
              </a:rPr>
              <a:t>législation</a:t>
            </a:r>
            <a:r>
              <a:rPr lang="en-US" sz="2000">
                <a:solidFill>
                  <a:srgbClr val="242424"/>
                </a:solidFill>
                <a:latin typeface="Segoe UI"/>
                <a:cs typeface="Segoe UI"/>
              </a:rPr>
              <a:t> sur </a:t>
            </a:r>
            <a:r>
              <a:rPr lang="en-US" sz="2000" err="1">
                <a:solidFill>
                  <a:srgbClr val="242424"/>
                </a:solidFill>
                <a:latin typeface="Segoe UI"/>
                <a:cs typeface="Segoe UI"/>
              </a:rPr>
              <a:t>l'écoresponsabilité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A41F641-C9AF-A50D-FFA0-7C439C6649A9}"/>
              </a:ext>
            </a:extLst>
          </p:cNvPr>
          <p:cNvSpPr/>
          <p:nvPr/>
        </p:nvSpPr>
        <p:spPr>
          <a:xfrm>
            <a:off x="6864684" y="902369"/>
            <a:ext cx="3890210" cy="4572000"/>
          </a:xfrm>
          <a:prstGeom prst="rect">
            <a:avLst/>
          </a:prstGeom>
          <a:solidFill>
            <a:schemeClr val="bg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2000" b="1">
                <a:solidFill>
                  <a:srgbClr val="242424"/>
                </a:solidFill>
                <a:latin typeface="Segoe UI"/>
                <a:cs typeface="Segoe UI"/>
              </a:rPr>
              <a:t>Menaces :</a:t>
            </a:r>
            <a:br>
              <a:rPr lang="en-US" sz="2000">
                <a:latin typeface="Segoe UI"/>
                <a:cs typeface="Segoe UI"/>
              </a:rPr>
            </a:br>
            <a:r>
              <a:rPr lang="en-US" sz="2000">
                <a:solidFill>
                  <a:srgbClr val="242424"/>
                </a:solidFill>
                <a:latin typeface="Segoe UI"/>
                <a:cs typeface="Segoe UI"/>
              </a:rPr>
              <a:t>- Multiplication des </a:t>
            </a:r>
            <a:r>
              <a:rPr lang="en-US" sz="2000" err="1">
                <a:solidFill>
                  <a:srgbClr val="242424"/>
                </a:solidFill>
                <a:latin typeface="Segoe UI"/>
                <a:cs typeface="Segoe UI"/>
              </a:rPr>
              <a:t>concurrents</a:t>
            </a:r>
            <a:r>
              <a:rPr lang="en-US" sz="2000">
                <a:solidFill>
                  <a:srgbClr val="242424"/>
                </a:solidFill>
                <a:latin typeface="Segoe UI"/>
                <a:cs typeface="Segoe UI"/>
              </a:rPr>
              <a:t> sur </a:t>
            </a:r>
            <a:r>
              <a:rPr lang="en-US" sz="2000" err="1">
                <a:solidFill>
                  <a:srgbClr val="242424"/>
                </a:solidFill>
                <a:latin typeface="Segoe UI"/>
                <a:cs typeface="Segoe UI"/>
              </a:rPr>
              <a:t>ce</a:t>
            </a:r>
            <a:r>
              <a:rPr lang="en-US" sz="2000">
                <a:solidFill>
                  <a:srgbClr val="242424"/>
                </a:solidFill>
                <a:latin typeface="Segoe UI"/>
                <a:cs typeface="Segoe UI"/>
              </a:rPr>
              <a:t> </a:t>
            </a:r>
            <a:r>
              <a:rPr lang="en-US" sz="2000" err="1">
                <a:solidFill>
                  <a:srgbClr val="242424"/>
                </a:solidFill>
                <a:latin typeface="Segoe UI"/>
                <a:cs typeface="Segoe UI"/>
              </a:rPr>
              <a:t>créneau</a:t>
            </a:r>
            <a:r>
              <a:rPr lang="en-US" sz="2000">
                <a:solidFill>
                  <a:srgbClr val="242424"/>
                </a:solidFill>
                <a:latin typeface="Segoe UI"/>
                <a:cs typeface="Segoe UI"/>
              </a:rPr>
              <a:t> </a:t>
            </a:r>
            <a:r>
              <a:rPr lang="en-US" sz="2000" err="1">
                <a:solidFill>
                  <a:srgbClr val="242424"/>
                </a:solidFill>
                <a:latin typeface="Segoe UI"/>
                <a:cs typeface="Segoe UI"/>
              </a:rPr>
              <a:t>porteur</a:t>
            </a:r>
            <a:br>
              <a:rPr lang="en-US" sz="2000">
                <a:latin typeface="Segoe UI"/>
                <a:cs typeface="Segoe UI"/>
              </a:rPr>
            </a:br>
            <a:r>
              <a:rPr lang="en-US" sz="2000">
                <a:solidFill>
                  <a:srgbClr val="242424"/>
                </a:solidFill>
                <a:latin typeface="Segoe UI"/>
                <a:cs typeface="Segoe UI"/>
              </a:rPr>
              <a:t>- Pression accrue des parties-</a:t>
            </a:r>
            <a:r>
              <a:rPr lang="en-US" sz="2000" err="1">
                <a:solidFill>
                  <a:srgbClr val="242424"/>
                </a:solidFill>
                <a:latin typeface="Segoe UI"/>
                <a:cs typeface="Segoe UI"/>
              </a:rPr>
              <a:t>prenantes</a:t>
            </a:r>
            <a:r>
              <a:rPr lang="en-US" sz="2000">
                <a:solidFill>
                  <a:srgbClr val="242424"/>
                </a:solidFill>
                <a:latin typeface="Segoe UI"/>
                <a:cs typeface="Segoe UI"/>
              </a:rPr>
              <a:t> des PME de la part des </a:t>
            </a:r>
            <a:r>
              <a:rPr lang="en-US" sz="2000" err="1">
                <a:solidFill>
                  <a:srgbClr val="242424"/>
                </a:solidFill>
                <a:latin typeface="Segoe UI"/>
                <a:cs typeface="Segoe UI"/>
              </a:rPr>
              <a:t>grandes</a:t>
            </a:r>
            <a:r>
              <a:rPr lang="en-US" sz="2000">
                <a:solidFill>
                  <a:srgbClr val="242424"/>
                </a:solidFill>
                <a:latin typeface="Segoe UI"/>
                <a:cs typeface="Segoe UI"/>
              </a:rPr>
              <a:t> </a:t>
            </a:r>
            <a:r>
              <a:rPr lang="en-US" sz="2000" err="1">
                <a:solidFill>
                  <a:srgbClr val="242424"/>
                </a:solidFill>
                <a:latin typeface="Segoe UI"/>
                <a:cs typeface="Segoe UI"/>
              </a:rPr>
              <a:t>entreprises</a:t>
            </a:r>
            <a:br>
              <a:rPr lang="en-US" sz="2000">
                <a:latin typeface="Segoe UI"/>
                <a:cs typeface="Segoe UI"/>
              </a:rPr>
            </a:br>
            <a:r>
              <a:rPr lang="en-US" sz="2000">
                <a:solidFill>
                  <a:srgbClr val="242424"/>
                </a:solidFill>
                <a:latin typeface="Segoe UI"/>
                <a:cs typeface="Segoe UI"/>
              </a:rPr>
              <a:t>- </a:t>
            </a:r>
            <a:r>
              <a:rPr lang="en-US" sz="2000" err="1">
                <a:solidFill>
                  <a:srgbClr val="242424"/>
                </a:solidFill>
                <a:latin typeface="Segoe UI"/>
                <a:cs typeface="Segoe UI"/>
              </a:rPr>
              <a:t>Difficultés</a:t>
            </a:r>
            <a:r>
              <a:rPr lang="en-US" sz="2000">
                <a:solidFill>
                  <a:srgbClr val="242424"/>
                </a:solidFill>
                <a:latin typeface="Segoe UI"/>
                <a:cs typeface="Segoe UI"/>
              </a:rPr>
              <a:t> </a:t>
            </a:r>
            <a:r>
              <a:rPr lang="en-US" sz="2000" err="1">
                <a:solidFill>
                  <a:srgbClr val="242424"/>
                </a:solidFill>
                <a:latin typeface="Segoe UI"/>
                <a:cs typeface="Segoe UI"/>
              </a:rPr>
              <a:t>économiques</a:t>
            </a:r>
            <a:r>
              <a:rPr lang="en-US" sz="2000">
                <a:solidFill>
                  <a:srgbClr val="242424"/>
                </a:solidFill>
                <a:latin typeface="Segoe UI"/>
                <a:cs typeface="Segoe UI"/>
              </a:rPr>
              <a:t> </a:t>
            </a:r>
            <a:r>
              <a:rPr lang="en-US" sz="2000" err="1">
                <a:solidFill>
                  <a:srgbClr val="242424"/>
                </a:solidFill>
                <a:latin typeface="Segoe UI"/>
                <a:cs typeface="Segoe UI"/>
              </a:rPr>
              <a:t>ralentissant</a:t>
            </a:r>
            <a:r>
              <a:rPr lang="en-US" sz="2000">
                <a:solidFill>
                  <a:srgbClr val="242424"/>
                </a:solidFill>
                <a:latin typeface="Segoe UI"/>
                <a:cs typeface="Segoe UI"/>
              </a:rPr>
              <a:t> les </a:t>
            </a:r>
            <a:r>
              <a:rPr lang="en-US" sz="2000" err="1">
                <a:solidFill>
                  <a:srgbClr val="242424"/>
                </a:solidFill>
                <a:latin typeface="Segoe UI"/>
                <a:cs typeface="Segoe UI"/>
              </a:rPr>
              <a:t>investissements</a:t>
            </a:r>
            <a:br>
              <a:rPr lang="en-US" sz="2000">
                <a:latin typeface="Segoe UI"/>
                <a:cs typeface="Segoe UI"/>
              </a:rPr>
            </a:br>
            <a:r>
              <a:rPr lang="en-US" sz="2000">
                <a:solidFill>
                  <a:srgbClr val="242424"/>
                </a:solidFill>
                <a:latin typeface="Segoe UI"/>
                <a:cs typeface="Segoe UI"/>
              </a:rPr>
              <a:t>- Greenwashing </a:t>
            </a:r>
            <a:r>
              <a:rPr lang="en-US" sz="2000" err="1">
                <a:solidFill>
                  <a:srgbClr val="242424"/>
                </a:solidFill>
                <a:latin typeface="Segoe UI"/>
                <a:cs typeface="Segoe UI"/>
              </a:rPr>
              <a:t>d'acteurs</a:t>
            </a:r>
            <a:r>
              <a:rPr lang="en-US" sz="2000">
                <a:solidFill>
                  <a:srgbClr val="242424"/>
                </a:solidFill>
                <a:latin typeface="Segoe UI"/>
                <a:cs typeface="Segoe UI"/>
              </a:rPr>
              <a:t> </a:t>
            </a:r>
            <a:r>
              <a:rPr lang="en-US" sz="2000" err="1">
                <a:solidFill>
                  <a:srgbClr val="242424"/>
                </a:solidFill>
                <a:latin typeface="Segoe UI"/>
                <a:cs typeface="Segoe UI"/>
              </a:rPr>
              <a:t>moins</a:t>
            </a:r>
            <a:r>
              <a:rPr lang="en-US" sz="2000">
                <a:solidFill>
                  <a:srgbClr val="242424"/>
                </a:solidFill>
                <a:latin typeface="Segoe UI"/>
                <a:cs typeface="Segoe UI"/>
              </a:rPr>
              <a:t> </a:t>
            </a:r>
            <a:r>
              <a:rPr lang="en-US" sz="2000" err="1">
                <a:solidFill>
                  <a:srgbClr val="242424"/>
                </a:solidFill>
                <a:latin typeface="Segoe UI"/>
                <a:cs typeface="Segoe UI"/>
              </a:rPr>
              <a:t>scrupuleux</a:t>
            </a:r>
            <a:r>
              <a:rPr lang="en-US" sz="2000">
                <a:solidFill>
                  <a:srgbClr val="242424"/>
                </a:solidFill>
                <a:latin typeface="Segoe UI"/>
                <a:cs typeface="Segoe UI"/>
              </a:rPr>
              <a:t>, </a:t>
            </a:r>
            <a:r>
              <a:rPr lang="en-US" sz="2000" err="1">
                <a:solidFill>
                  <a:srgbClr val="242424"/>
                </a:solidFill>
                <a:latin typeface="Segoe UI"/>
                <a:cs typeface="Segoe UI"/>
              </a:rPr>
              <a:t>risque</a:t>
            </a:r>
            <a:r>
              <a:rPr lang="en-US" sz="2000">
                <a:solidFill>
                  <a:srgbClr val="242424"/>
                </a:solidFill>
                <a:latin typeface="Segoe UI"/>
                <a:cs typeface="Segoe UI"/>
              </a:rPr>
              <a:t> d'être </a:t>
            </a:r>
            <a:r>
              <a:rPr lang="en-US" sz="2000" err="1">
                <a:solidFill>
                  <a:srgbClr val="242424"/>
                </a:solidFill>
                <a:latin typeface="Segoe UI"/>
                <a:cs typeface="Segoe UI"/>
              </a:rPr>
              <a:t>suspecté</a:t>
            </a:r>
            <a:r>
              <a:rPr lang="en-US" sz="2000">
                <a:solidFill>
                  <a:srgbClr val="242424"/>
                </a:solidFill>
                <a:latin typeface="Segoe UI"/>
                <a:cs typeface="Segoe UI"/>
              </a:rPr>
              <a:t> à </a:t>
            </a:r>
            <a:r>
              <a:rPr lang="en-US" sz="2000" err="1">
                <a:solidFill>
                  <a:srgbClr val="242424"/>
                </a:solidFill>
                <a:latin typeface="Segoe UI"/>
                <a:cs typeface="Segoe UI"/>
              </a:rPr>
              <a:t>notre</a:t>
            </a:r>
            <a:r>
              <a:rPr lang="en-US" sz="2000">
                <a:solidFill>
                  <a:srgbClr val="242424"/>
                </a:solidFill>
                <a:latin typeface="Segoe UI"/>
                <a:cs typeface="Segoe UI"/>
              </a:rPr>
              <a:t> tour</a:t>
            </a:r>
          </a:p>
        </p:txBody>
      </p:sp>
    </p:spTree>
    <p:extLst>
      <p:ext uri="{BB962C8B-B14F-4D97-AF65-F5344CB8AC3E}">
        <p14:creationId xmlns:p14="http://schemas.microsoft.com/office/powerpoint/2010/main" val="3250823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ypededocument xmlns="5e559808-d930-4970-91a1-bd6f234f8931" xsi:nil="true"/>
    <TaxCatchAll xmlns="e8aab117-5955-4390-81ce-465e4528e65f" xsi:nil="true"/>
    <lcf76f155ced4ddcb4097134ff3c332f xmlns="5e559808-d930-4970-91a1-bd6f234f8931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1AE86B12B2892468B4E66F9F0873F45" ma:contentTypeVersion="16" ma:contentTypeDescription="Create a new document." ma:contentTypeScope="" ma:versionID="40c06be0097462ae84e73f209560d3f4">
  <xsd:schema xmlns:xsd="http://www.w3.org/2001/XMLSchema" xmlns:xs="http://www.w3.org/2001/XMLSchema" xmlns:p="http://schemas.microsoft.com/office/2006/metadata/properties" xmlns:ns2="5e559808-d930-4970-91a1-bd6f234f8931" xmlns:ns3="e8aab117-5955-4390-81ce-465e4528e65f" targetNamespace="http://schemas.microsoft.com/office/2006/metadata/properties" ma:root="true" ma:fieldsID="aa8c8b2366abf9a3a679a3cd5c8f77fc" ns2:_="" ns3:_="">
    <xsd:import namespace="5e559808-d930-4970-91a1-bd6f234f8931"/>
    <xsd:import namespace="e8aab117-5955-4390-81ce-465e4528e65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LengthInSeconds" minOccurs="0"/>
                <xsd:element ref="ns2:MediaServiceDateTaken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3:SharedWithUsers" minOccurs="0"/>
                <xsd:element ref="ns3:SharedWithDetails" minOccurs="0"/>
                <xsd:element ref="ns2:Typededocument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559808-d930-4970-91a1-bd6f234f893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LengthInSeconds" ma:index="1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2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51ffef63-4b63-4086-abdd-edc9d154709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Typededocument" ma:index="21" nillable="true" ma:displayName="Type de document" ma:format="Dropdown" ma:internalName="Typededocument">
      <xsd:simpleType>
        <xsd:restriction base="dms:Text">
          <xsd:maxLength value="255"/>
        </xsd:restriction>
      </xsd:simpleType>
    </xsd:element>
    <xsd:element name="MediaServiceObjectDetectorVersions" ma:index="22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8aab117-5955-4390-81ce-465e4528e65f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3d325a2c-4f9d-485a-8b53-02385c9b2f22}" ma:internalName="TaxCatchAll" ma:showField="CatchAllData" ma:web="e8aab117-5955-4390-81ce-465e4528e65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877BE90-52BE-42E6-893D-C1F101B9EAC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DAEC9F2-48B1-4E43-944E-BEC09E6153AF}">
  <ds:schemaRefs>
    <ds:schemaRef ds:uri="5e559808-d930-4970-91a1-bd6f234f8931"/>
    <ds:schemaRef ds:uri="e8aab117-5955-4390-81ce-465e4528e65f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D4E0D756-48F3-46D7-94AB-DF7BE9100337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6</Slides>
  <Notes>0</Notes>
  <HiddenSlides>1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Stratégie Marketing Ekovya</vt:lpstr>
      <vt:lpstr>Diagramme de positionnement de marque</vt:lpstr>
      <vt:lpstr>Visualisation des marques concurrentes</vt:lpstr>
      <vt:lpstr>SWOT </vt:lpstr>
      <vt:lpstr>La Matrice d'Eisenhower :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revision>2</cp:revision>
  <dcterms:created xsi:type="dcterms:W3CDTF">2023-08-04T12:32:58Z</dcterms:created>
  <dcterms:modified xsi:type="dcterms:W3CDTF">2023-08-21T08:26:22Z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0x01010051AE86B12B2892468B4E66F9F0873F45</vt:lpwstr>
  </property>
  <property fmtid="{D5CDD505-2E9C-101B-9397-08002B2CF9AE}" pid="3" name="MediaServiceImageTags">
    <vt:lpwstr/>
  </property>
</Properties>
</file>