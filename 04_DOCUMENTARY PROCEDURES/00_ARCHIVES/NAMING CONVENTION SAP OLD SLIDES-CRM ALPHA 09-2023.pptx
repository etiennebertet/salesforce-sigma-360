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4B9C8-B424-DCD5-23A4-811FDA043EBA}" v="346" dt="2023-09-06T10:29:03.346"/>
    <p1510:client id="{27E2BA34-94ED-43C4-B3A3-1182E6B11F81}" v="3" dt="2023-07-11T11:32:05.849"/>
    <p1510:client id="{7407C479-B124-8BCD-8D99-ECA13423702A}" v="97" dt="2023-09-22T13:09:09.207"/>
    <p1510:client id="{7485CD7F-694F-55D8-294F-AD2BA0E9F8C0}" v="86" dt="2023-09-07T10:36:18.442"/>
    <p1510:client id="{9A9B5E55-7189-5432-141F-D3F694A34F65}" v="44" dt="2023-07-17T13:23:50.103"/>
    <p1510:client id="{A253BB84-AA17-EE17-280E-DD728201FBDA}" v="1" dt="2023-09-06T09:51:32.108"/>
    <p1510:client id="{B2382D44-AA26-C88E-5E0E-502E89BF235D}" v="2" dt="2023-09-06T10:30:06.944"/>
    <p1510:client id="{C251F8A7-86A0-8870-B696-B8182C2F2C24}" v="24" dt="2023-09-22T13:09:41.150"/>
    <p1510:client id="{ED05BBB6-EA9C-E62F-83C6-8FFE96BB6615}" v="90" dt="2023-09-22T13:05:44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ra MHAMSA [EKVY]" userId="S::samira.mhamsa@ekovya.com::97bca04c-d510-4e0a-9b7c-fecd571a8b3c" providerId="AD" clId="Web-{7407C479-B124-8BCD-8D99-ECA13423702A}"/>
    <pc:docChg chg="addSld delSld modSld">
      <pc:chgData name="Samira MHAMSA [EKVY]" userId="S::samira.mhamsa@ekovya.com::97bca04c-d510-4e0a-9b7c-fecd571a8b3c" providerId="AD" clId="Web-{7407C479-B124-8BCD-8D99-ECA13423702A}" dt="2023-09-22T13:09:09.207" v="4"/>
      <pc:docMkLst>
        <pc:docMk/>
      </pc:docMkLst>
      <pc:sldChg chg="modSp">
        <pc:chgData name="Samira MHAMSA [EKVY]" userId="S::samira.mhamsa@ekovya.com::97bca04c-d510-4e0a-9b7c-fecd571a8b3c" providerId="AD" clId="Web-{7407C479-B124-8BCD-8D99-ECA13423702A}" dt="2023-09-22T13:05:35.279" v="2" actId="1076"/>
        <pc:sldMkLst>
          <pc:docMk/>
          <pc:sldMk cId="2198100456" sldId="259"/>
        </pc:sldMkLst>
        <pc:picChg chg="mod">
          <ac:chgData name="Samira MHAMSA [EKVY]" userId="S::samira.mhamsa@ekovya.com::97bca04c-d510-4e0a-9b7c-fecd571a8b3c" providerId="AD" clId="Web-{7407C479-B124-8BCD-8D99-ECA13423702A}" dt="2023-09-22T13:05:35.279" v="2" actId="1076"/>
          <ac:picMkLst>
            <pc:docMk/>
            <pc:sldMk cId="2198100456" sldId="259"/>
            <ac:picMk id="5" creationId="{28086994-042E-0E68-7594-4D732FF55AC6}"/>
          </ac:picMkLst>
        </pc:picChg>
      </pc:sldChg>
      <pc:sldChg chg="add del replId">
        <pc:chgData name="Samira MHAMSA [EKVY]" userId="S::samira.mhamsa@ekovya.com::97bca04c-d510-4e0a-9b7c-fecd571a8b3c" providerId="AD" clId="Web-{7407C479-B124-8BCD-8D99-ECA13423702A}" dt="2023-09-22T13:09:09.207" v="4"/>
        <pc:sldMkLst>
          <pc:docMk/>
          <pc:sldMk cId="2256329390" sldId="261"/>
        </pc:sldMkLst>
      </pc:sldChg>
    </pc:docChg>
  </pc:docChgLst>
  <pc:docChgLst>
    <pc:chgData name="Fanta GABY [EKVY]" userId="S::fanta.gaby@ekovya.com::56064d0f-5e10-4eee-955c-d40534ba82ef" providerId="AD" clId="Web-{C251F8A7-86A0-8870-B696-B8182C2F2C24}"/>
    <pc:docChg chg="addSld modSld">
      <pc:chgData name="Fanta GABY [EKVY]" userId="S::fanta.gaby@ekovya.com::56064d0f-5e10-4eee-955c-d40534ba82ef" providerId="AD" clId="Web-{C251F8A7-86A0-8870-B696-B8182C2F2C24}" dt="2023-09-22T13:09:41.150" v="22" actId="20577"/>
      <pc:docMkLst>
        <pc:docMk/>
      </pc:docMkLst>
      <pc:sldChg chg="modSp new">
        <pc:chgData name="Fanta GABY [EKVY]" userId="S::fanta.gaby@ekovya.com::56064d0f-5e10-4eee-955c-d40534ba82ef" providerId="AD" clId="Web-{C251F8A7-86A0-8870-B696-B8182C2F2C24}" dt="2023-09-22T13:09:41.150" v="22" actId="20577"/>
        <pc:sldMkLst>
          <pc:docMk/>
          <pc:sldMk cId="4014851194" sldId="260"/>
        </pc:sldMkLst>
        <pc:spChg chg="mod">
          <ac:chgData name="Fanta GABY [EKVY]" userId="S::fanta.gaby@ekovya.com::56064d0f-5e10-4eee-955c-d40534ba82ef" providerId="AD" clId="Web-{C251F8A7-86A0-8870-B696-B8182C2F2C24}" dt="2023-09-22T13:07:56.334" v="19" actId="20577"/>
          <ac:spMkLst>
            <pc:docMk/>
            <pc:sldMk cId="4014851194" sldId="260"/>
            <ac:spMk id="2" creationId="{D8B028F7-FC83-DF23-C0DE-06938201E178}"/>
          </ac:spMkLst>
        </pc:spChg>
        <pc:spChg chg="mod">
          <ac:chgData name="Fanta GABY [EKVY]" userId="S::fanta.gaby@ekovya.com::56064d0f-5e10-4eee-955c-d40534ba82ef" providerId="AD" clId="Web-{C251F8A7-86A0-8870-B696-B8182C2F2C24}" dt="2023-09-22T13:09:41.150" v="22" actId="20577"/>
          <ac:spMkLst>
            <pc:docMk/>
            <pc:sldMk cId="4014851194" sldId="260"/>
            <ac:spMk id="3" creationId="{9F9E6387-DCAE-3482-A06B-68AFEF03D94D}"/>
          </ac:spMkLst>
        </pc:spChg>
      </pc:sldChg>
    </pc:docChg>
  </pc:docChgLst>
  <pc:docChgLst>
    <pc:chgData clId="Web-{B2382D44-AA26-C88E-5E0E-502E89BF235D}"/>
    <pc:docChg chg="modSld">
      <pc:chgData name="" userId="" providerId="" clId="Web-{B2382D44-AA26-C88E-5E0E-502E89BF235D}" dt="2023-09-06T10:30:06.944" v="2" actId="20577"/>
      <pc:docMkLst>
        <pc:docMk/>
      </pc:docMkLst>
      <pc:sldChg chg="modSp">
        <pc:chgData name="" userId="" providerId="" clId="Web-{B2382D44-AA26-C88E-5E0E-502E89BF235D}" dt="2023-09-06T10:30:06.944" v="2" actId="20577"/>
        <pc:sldMkLst>
          <pc:docMk/>
          <pc:sldMk cId="617012155" sldId="258"/>
        </pc:sldMkLst>
        <pc:spChg chg="mod">
          <ac:chgData name="" userId="" providerId="" clId="Web-{B2382D44-AA26-C88E-5E0E-502E89BF235D}" dt="2023-09-06T10:30:06.944" v="2" actId="20577"/>
          <ac:spMkLst>
            <pc:docMk/>
            <pc:sldMk cId="617012155" sldId="258"/>
            <ac:spMk id="2" creationId="{D0250378-5456-ED8E-6793-9986BBD02C44}"/>
          </ac:spMkLst>
        </pc:spChg>
      </pc:sldChg>
    </pc:docChg>
  </pc:docChgLst>
  <pc:docChgLst>
    <pc:chgData name="Etienne BERNOULI [EKVY]" userId="S::etienne.bernouli@ekovya.com::788bc91c-003c-4812-92c2-07289c8ccacf" providerId="AD" clId="Web-{12D4B9C8-B424-DCD5-23A4-811FDA043EBA}"/>
    <pc:docChg chg="delSld modSld">
      <pc:chgData name="Etienne BERNOULI [EKVY]" userId="S::etienne.bernouli@ekovya.com::788bc91c-003c-4812-92c2-07289c8ccacf" providerId="AD" clId="Web-{12D4B9C8-B424-DCD5-23A4-811FDA043EBA}" dt="2023-09-06T10:29:03.346" v="334" actId="1076"/>
      <pc:docMkLst>
        <pc:docMk/>
      </pc:docMkLst>
      <pc:sldChg chg="modSp">
        <pc:chgData name="Etienne BERNOULI [EKVY]" userId="S::etienne.bernouli@ekovya.com::788bc91c-003c-4812-92c2-07289c8ccacf" providerId="AD" clId="Web-{12D4B9C8-B424-DCD5-23A4-811FDA043EBA}" dt="2023-09-06T10:29:03.346" v="334" actId="1076"/>
        <pc:sldMkLst>
          <pc:docMk/>
          <pc:sldMk cId="690873037" sldId="256"/>
        </pc:sldMkLst>
        <pc:spChg chg="mod">
          <ac:chgData name="Etienne BERNOULI [EKVY]" userId="S::etienne.bernouli@ekovya.com::788bc91c-003c-4812-92c2-07289c8ccacf" providerId="AD" clId="Web-{12D4B9C8-B424-DCD5-23A4-811FDA043EBA}" dt="2023-09-06T10:29:03.346" v="334" actId="1076"/>
          <ac:spMkLst>
            <pc:docMk/>
            <pc:sldMk cId="690873037" sldId="256"/>
            <ac:spMk id="2" creationId="{0719C42C-8E4B-F78E-887B-2318AD65FD5F}"/>
          </ac:spMkLst>
        </pc:spChg>
      </pc:sldChg>
      <pc:sldChg chg="addSp modSp">
        <pc:chgData name="Etienne BERNOULI [EKVY]" userId="S::etienne.bernouli@ekovya.com::788bc91c-003c-4812-92c2-07289c8ccacf" providerId="AD" clId="Web-{12D4B9C8-B424-DCD5-23A4-811FDA043EBA}" dt="2023-09-06T10:28:32.689" v="326" actId="20577"/>
        <pc:sldMkLst>
          <pc:docMk/>
          <pc:sldMk cId="3486480961" sldId="257"/>
        </pc:sldMkLst>
        <pc:spChg chg="mod">
          <ac:chgData name="Etienne BERNOULI [EKVY]" userId="S::etienne.bernouli@ekovya.com::788bc91c-003c-4812-92c2-07289c8ccacf" providerId="AD" clId="Web-{12D4B9C8-B424-DCD5-23A4-811FDA043EBA}" dt="2023-09-06T10:23:33.649" v="130" actId="20577"/>
          <ac:spMkLst>
            <pc:docMk/>
            <pc:sldMk cId="3486480961" sldId="257"/>
            <ac:spMk id="2" creationId="{9A28E85B-BAEF-98A4-777B-DD76C21CF035}"/>
          </ac:spMkLst>
        </pc:spChg>
        <pc:spChg chg="add mod">
          <ac:chgData name="Etienne BERNOULI [EKVY]" userId="S::etienne.bernouli@ekovya.com::788bc91c-003c-4812-92c2-07289c8ccacf" providerId="AD" clId="Web-{12D4B9C8-B424-DCD5-23A4-811FDA043EBA}" dt="2023-09-06T10:24:48.089" v="181" actId="20577"/>
          <ac:spMkLst>
            <pc:docMk/>
            <pc:sldMk cId="3486480961" sldId="257"/>
            <ac:spMk id="3" creationId="{D6BE3444-CE2A-1FBE-8F51-585E6C23FBFB}"/>
          </ac:spMkLst>
        </pc:spChg>
        <pc:spChg chg="mod">
          <ac:chgData name="Etienne BERNOULI [EKVY]" userId="S::etienne.bernouli@ekovya.com::788bc91c-003c-4812-92c2-07289c8ccacf" providerId="AD" clId="Web-{12D4B9C8-B424-DCD5-23A4-811FDA043EBA}" dt="2023-09-06T10:28:32.689" v="326" actId="20577"/>
          <ac:spMkLst>
            <pc:docMk/>
            <pc:sldMk cId="3486480961" sldId="257"/>
            <ac:spMk id="7" creationId="{9CFA4FF3-00E8-4F39-1A38-D93A424777A1}"/>
          </ac:spMkLst>
        </pc:spChg>
      </pc:sldChg>
      <pc:sldChg chg="modSp">
        <pc:chgData name="Etienne BERNOULI [EKVY]" userId="S::etienne.bernouli@ekovya.com::788bc91c-003c-4812-92c2-07289c8ccacf" providerId="AD" clId="Web-{12D4B9C8-B424-DCD5-23A4-811FDA043EBA}" dt="2023-09-06T10:23:11.164" v="119" actId="20577"/>
        <pc:sldMkLst>
          <pc:docMk/>
          <pc:sldMk cId="617012155" sldId="258"/>
        </pc:sldMkLst>
        <pc:spChg chg="mod">
          <ac:chgData name="Etienne BERNOULI [EKVY]" userId="S::etienne.bernouli@ekovya.com::788bc91c-003c-4812-92c2-07289c8ccacf" providerId="AD" clId="Web-{12D4B9C8-B424-DCD5-23A4-811FDA043EBA}" dt="2023-09-06T10:23:11.164" v="119" actId="20577"/>
          <ac:spMkLst>
            <pc:docMk/>
            <pc:sldMk cId="617012155" sldId="258"/>
            <ac:spMk id="2" creationId="{D0250378-5456-ED8E-6793-9986BBD02C44}"/>
          </ac:spMkLst>
        </pc:spChg>
      </pc:sldChg>
      <pc:sldChg chg="modSp">
        <pc:chgData name="Etienne BERNOULI [EKVY]" userId="S::etienne.bernouli@ekovya.com::788bc91c-003c-4812-92c2-07289c8ccacf" providerId="AD" clId="Web-{12D4B9C8-B424-DCD5-23A4-811FDA043EBA}" dt="2023-09-06T10:22:25.632" v="116" actId="20577"/>
        <pc:sldMkLst>
          <pc:docMk/>
          <pc:sldMk cId="2198100456" sldId="259"/>
        </pc:sldMkLst>
        <pc:spChg chg="mod">
          <ac:chgData name="Etienne BERNOULI [EKVY]" userId="S::etienne.bernouli@ekovya.com::788bc91c-003c-4812-92c2-07289c8ccacf" providerId="AD" clId="Web-{12D4B9C8-B424-DCD5-23A4-811FDA043EBA}" dt="2023-09-06T10:22:25.632" v="116" actId="20577"/>
          <ac:spMkLst>
            <pc:docMk/>
            <pc:sldMk cId="2198100456" sldId="259"/>
            <ac:spMk id="2" creationId="{23468F2E-0648-BF15-C9E1-9A74E4011287}"/>
          </ac:spMkLst>
        </pc:spChg>
      </pc:sldChg>
      <pc:sldChg chg="modSp del">
        <pc:chgData name="Etienne BERNOULI [EKVY]" userId="S::etienne.bernouli@ekovya.com::788bc91c-003c-4812-92c2-07289c8ccacf" providerId="AD" clId="Web-{12D4B9C8-B424-DCD5-23A4-811FDA043EBA}" dt="2023-09-06T10:22:18.350" v="110"/>
        <pc:sldMkLst>
          <pc:docMk/>
          <pc:sldMk cId="3431937801" sldId="260"/>
        </pc:sldMkLst>
        <pc:spChg chg="mod">
          <ac:chgData name="Etienne BERNOULI [EKVY]" userId="S::etienne.bernouli@ekovya.com::788bc91c-003c-4812-92c2-07289c8ccacf" providerId="AD" clId="Web-{12D4B9C8-B424-DCD5-23A4-811FDA043EBA}" dt="2023-09-06T10:22:16.788" v="109" actId="20577"/>
          <ac:spMkLst>
            <pc:docMk/>
            <pc:sldMk cId="3431937801" sldId="260"/>
            <ac:spMk id="2" creationId="{0719C42C-8E4B-F78E-887B-2318AD65FD5F}"/>
          </ac:spMkLst>
        </pc:spChg>
      </pc:sldChg>
    </pc:docChg>
  </pc:docChgLst>
  <pc:docChgLst>
    <pc:chgData name="Benoit GIFFRAY" userId="S::benoit.giffray@ekovya.com::72fabfb4-dc7b-433a-957f-dc1ab149d584" providerId="AD" clId="Web-{9A9B5E55-7189-5432-141F-D3F694A34F65}"/>
    <pc:docChg chg="modSld">
      <pc:chgData name="Benoit GIFFRAY" userId="S::benoit.giffray@ekovya.com::72fabfb4-dc7b-433a-957f-dc1ab149d584" providerId="AD" clId="Web-{9A9B5E55-7189-5432-141F-D3F694A34F65}" dt="2023-07-17T13:23:50.103" v="10" actId="20577"/>
      <pc:docMkLst>
        <pc:docMk/>
      </pc:docMkLst>
      <pc:sldChg chg="modSp">
        <pc:chgData name="Benoit GIFFRAY" userId="S::benoit.giffray@ekovya.com::72fabfb4-dc7b-433a-957f-dc1ab149d584" providerId="AD" clId="Web-{9A9B5E55-7189-5432-141F-D3F694A34F65}" dt="2023-07-17T13:23:50.103" v="10" actId="20577"/>
        <pc:sldMkLst>
          <pc:docMk/>
          <pc:sldMk cId="3486480961" sldId="257"/>
        </pc:sldMkLst>
        <pc:spChg chg="mod">
          <ac:chgData name="Benoit GIFFRAY" userId="S::benoit.giffray@ekovya.com::72fabfb4-dc7b-433a-957f-dc1ab149d584" providerId="AD" clId="Web-{9A9B5E55-7189-5432-141F-D3F694A34F65}" dt="2023-07-17T13:23:50.103" v="10" actId="20577"/>
          <ac:spMkLst>
            <pc:docMk/>
            <pc:sldMk cId="3486480961" sldId="257"/>
            <ac:spMk id="7" creationId="{9CFA4FF3-00E8-4F39-1A38-D93A424777A1}"/>
          </ac:spMkLst>
        </pc:spChg>
      </pc:sldChg>
      <pc:sldChg chg="modSp">
        <pc:chgData name="Benoit GIFFRAY" userId="S::benoit.giffray@ekovya.com::72fabfb4-dc7b-433a-957f-dc1ab149d584" providerId="AD" clId="Web-{9A9B5E55-7189-5432-141F-D3F694A34F65}" dt="2023-07-17T13:23:19.945" v="5"/>
        <pc:sldMkLst>
          <pc:docMk/>
          <pc:sldMk cId="617012155" sldId="258"/>
        </pc:sldMkLst>
        <pc:graphicFrameChg chg="mod modGraphic">
          <ac:chgData name="Benoit GIFFRAY" userId="S::benoit.giffray@ekovya.com::72fabfb4-dc7b-433a-957f-dc1ab149d584" providerId="AD" clId="Web-{9A9B5E55-7189-5432-141F-D3F694A34F65}" dt="2023-07-17T13:23:19.945" v="5"/>
          <ac:graphicFrameMkLst>
            <pc:docMk/>
            <pc:sldMk cId="617012155" sldId="258"/>
            <ac:graphicFrameMk id="4" creationId="{84B1956B-056C-2122-D729-29824AA551D6}"/>
          </ac:graphicFrameMkLst>
        </pc:graphicFrameChg>
      </pc:sldChg>
    </pc:docChg>
  </pc:docChgLst>
  <pc:docChgLst>
    <pc:chgData name="Etienne BERNOULI [EKVY]" userId="S::etienne.bernouli@ekovya.com::788bc91c-003c-4812-92c2-07289c8ccacf" providerId="AD" clId="Web-{ED05BBB6-EA9C-E62F-83C6-8FFE96BB6615}"/>
    <pc:docChg chg="addSld delSld">
      <pc:chgData name="Etienne BERNOULI [EKVY]" userId="S::etienne.bernouli@ekovya.com::788bc91c-003c-4812-92c2-07289c8ccacf" providerId="AD" clId="Web-{ED05BBB6-EA9C-E62F-83C6-8FFE96BB6615}" dt="2023-09-22T13:05:33.648" v="1"/>
      <pc:docMkLst>
        <pc:docMk/>
      </pc:docMkLst>
      <pc:sldChg chg="add del">
        <pc:chgData name="Etienne BERNOULI [EKVY]" userId="S::etienne.bernouli@ekovya.com::788bc91c-003c-4812-92c2-07289c8ccacf" providerId="AD" clId="Web-{ED05BBB6-EA9C-E62F-83C6-8FFE96BB6615}" dt="2023-09-22T13:05:33.648" v="1"/>
        <pc:sldMkLst>
          <pc:docMk/>
          <pc:sldMk cId="617012155" sldId="258"/>
        </pc:sldMkLst>
      </pc:sldChg>
    </pc:docChg>
  </pc:docChgLst>
  <pc:docChgLst>
    <pc:chgData name="Etienne BERNOULI [EKVY]" userId="S::etienne.bernouli@ekovya.com::788bc91c-003c-4812-92c2-07289c8ccacf" providerId="AD" clId="Web-{A253BB84-AA17-EE17-280E-DD728201FBDA}"/>
    <pc:docChg chg="sldOrd">
      <pc:chgData name="Etienne BERNOULI [EKVY]" userId="S::etienne.bernouli@ekovya.com::788bc91c-003c-4812-92c2-07289c8ccacf" providerId="AD" clId="Web-{A253BB84-AA17-EE17-280E-DD728201FBDA}" dt="2023-09-06T09:51:32.108" v="0"/>
      <pc:docMkLst>
        <pc:docMk/>
      </pc:docMkLst>
      <pc:sldChg chg="ord">
        <pc:chgData name="Etienne BERNOULI [EKVY]" userId="S::etienne.bernouli@ekovya.com::788bc91c-003c-4812-92c2-07289c8ccacf" providerId="AD" clId="Web-{A253BB84-AA17-EE17-280E-DD728201FBDA}" dt="2023-09-06T09:51:32.108" v="0"/>
        <pc:sldMkLst>
          <pc:docMk/>
          <pc:sldMk cId="2198100456" sldId="259"/>
        </pc:sldMkLst>
      </pc:sldChg>
    </pc:docChg>
  </pc:docChgLst>
  <pc:docChgLst>
    <pc:chgData name="Samira MHAMSA [EKVY]" userId="S::samira.mhamsa@ekovya.com::97bca04c-d510-4e0a-9b7c-fecd571a8b3c" providerId="AD" clId="Web-{7485CD7F-694F-55D8-294F-AD2BA0E9F8C0}"/>
    <pc:docChg chg="addSld delSld">
      <pc:chgData name="Samira MHAMSA [EKVY]" userId="S::samira.mhamsa@ekovya.com::97bca04c-d510-4e0a-9b7c-fecd571a8b3c" providerId="AD" clId="Web-{7485CD7F-694F-55D8-294F-AD2BA0E9F8C0}" dt="2023-09-07T10:36:08.192" v="1"/>
      <pc:docMkLst>
        <pc:docMk/>
      </pc:docMkLst>
      <pc:sldChg chg="add del">
        <pc:chgData name="Samira MHAMSA [EKVY]" userId="S::samira.mhamsa@ekovya.com::97bca04c-d510-4e0a-9b7c-fecd571a8b3c" providerId="AD" clId="Web-{7485CD7F-694F-55D8-294F-AD2BA0E9F8C0}" dt="2023-09-07T10:36:08.192" v="1"/>
        <pc:sldMkLst>
          <pc:docMk/>
          <pc:sldMk cId="617012155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C202BA-017B-7589-940E-48BD8845D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C1CFCD-3AE0-DFCE-8F38-3521B7082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E745FD-7654-4AD4-3AB7-668DD946C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D5084C-72DF-4E33-3DB4-C4692190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ADB0EB-01B9-977B-4FC3-9206292E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4455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6ACFA-C397-3BF9-C34B-003700CA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3798AA-07BA-45A0-E601-877CDC3F9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9BAF16-E21A-2F9C-DDE4-80D8A95E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F8C8A6-5BFB-ECA7-FAB6-8308B243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B00EE9-4866-8FA2-F731-22A4AA7F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75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C03369-13F9-8573-5440-425FBAD4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B8B5C1-E25D-1820-7137-7992B8C3C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02511B-C72A-4E6E-1C0B-217D9FA0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C801BB-092C-3E1B-3569-36686944C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CB0725-B9EF-4BA4-B841-463D42118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529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7AE01-9D61-DB4C-035E-43C64B01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2333F0-5EDD-1204-95DA-9A6D76EFD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DBA45C-0835-3408-C3D2-DFC999E6A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6D12C2-6B0A-07D9-8E21-28EB91A4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7F07CE-CFEB-64F6-8079-769B611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BB8374-6657-B7F1-6AAF-F6695397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58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AD9453-5288-6551-30A8-CDD1A7CE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CB3973-F5E6-EB0A-DEC8-EFA4D5899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DCD8B3-E94E-0942-7B62-D70DECC29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EC61262-8573-E8AD-FF6F-5EDC09A1C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049C51-9115-EA00-2950-AA651B45D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25A1602-08A3-1857-08A8-49E90A722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A0FD687-18EE-8520-328A-2129F0D8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82F3C6D-5F8F-1331-B7E7-59D0D547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780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6890AA-BEFC-ABA1-18EB-59940A10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948B773-F195-30EC-E285-76710D6C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0020DCD-4523-B584-E384-EB1F47136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C806E76-1A4E-69EB-4D30-B7A559E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3716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AD2C595-445A-0C7C-0160-BF95E8F0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4E9FC80-E508-A76E-8AEE-6F9C93C9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75D764-42D6-3F4F-48F3-FFF4DA81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31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A32FC6-9C81-3F5A-3EDF-BF1F13D11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0810B1-D1F3-D2F0-BD89-D2073B61D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A79538-A317-206A-8551-17AA76F05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EA30A6-FD16-40DC-B2AB-AC472EA22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C3A888-7C2E-465A-0B9F-9A3EAEAC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29EEFE-4F01-2539-1D0B-F5CD5D9C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59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88212-10B2-2F99-EF1A-23D2CAFF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A628BE6-BEB9-48AE-3D57-E30E6889C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D3C2B9-635F-A08D-F81D-097BF5CAD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3B22D8-C4AF-7DDB-0B69-6C859AB0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D31298-416B-4FF5-E4E4-1CA28090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45CAB0-9528-3056-2811-ED7C70B8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558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611859-C151-120E-17F5-48865EC0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E26E57-31B7-8336-C2C4-285F0C425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3FECF9-56C8-ABF4-FF9B-3A5BF4F5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9D79E7-17AA-368B-F242-6AA0ECFC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56F272-C91D-0BA3-3648-77A52B6F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967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AFAAB9B-6830-5EFE-A718-C4F50DF96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C2B710-1166-AFAD-D8D7-F5C6125CE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E30789-10C0-5B72-62E7-F48D0862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0D4A0F-7C60-779F-9ACE-30FBEFC0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CE8EFF-715A-8325-8864-11F49F39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412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F3B9622-1005-2412-18DF-B57092451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18FA9F-1FDA-EFEC-BB88-22CBB489C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E526E2-55AC-C52E-1DD2-B3A251E8D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EC5F3-2AE1-4251-8790-298C6AE2394B}" type="datetimeFigureOut">
              <a:rPr lang="fr-FR" smtClean="0"/>
              <a:t>22/09/2023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06FBBE-D4A6-AF08-6830-CE28B3CD5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2D5265-5B63-3882-E95A-F74D9EDB1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73477-8F33-4772-B582-B0DABBDAF4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6768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19C42C-8E4B-F78E-887B-2318AD65F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647" y="1391304"/>
            <a:ext cx="10488705" cy="3249346"/>
          </a:xfrm>
        </p:spPr>
        <p:txBody>
          <a:bodyPr>
            <a:normAutofit fontScale="90000"/>
          </a:bodyPr>
          <a:lstStyle/>
          <a:p>
            <a:r>
              <a:rPr lang="fr-FR"/>
              <a:t>SIGMA360 Salesforce CRM Alpha</a:t>
            </a:r>
            <a:br>
              <a:rPr lang="fr-FR">
                <a:cs typeface="Calibri Light"/>
              </a:rPr>
            </a:br>
            <a:br>
              <a:rPr lang="fr-FR"/>
            </a:br>
            <a:r>
              <a:rPr lang="fr-FR" err="1"/>
              <a:t>Naming</a:t>
            </a:r>
            <a:r>
              <a:rPr lang="fr-FR"/>
              <a:t> Convention &amp; Documents Management </a:t>
            </a:r>
            <a:r>
              <a:rPr lang="fr-FR" err="1"/>
              <a:t>Procedure</a:t>
            </a:r>
            <a:endParaRPr lang="fr-FR" err="1"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69087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8E85B-BAEF-98A4-777B-DD76C21C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err="1"/>
              <a:t>Naming</a:t>
            </a:r>
            <a:r>
              <a:rPr lang="fr-FR"/>
              <a:t> Convention</a:t>
            </a:r>
            <a:endParaRPr lang="en-US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CFA4FF3-00E8-4F39-1A38-D93A42477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224" y="2597288"/>
            <a:ext cx="11080376" cy="375896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fr-FR" kern="100" baseline="30000">
                <a:solidFill>
                  <a:srgbClr val="2F5496"/>
                </a:solidFill>
                <a:latin typeface="Verdana"/>
                <a:ea typeface="Verdana"/>
                <a:cs typeface="Times New Roman"/>
              </a:rPr>
              <a:t>S360: SIGMA360 / Project Name</a:t>
            </a:r>
            <a:endParaRPr lang="en-US" kern="100">
              <a:solidFill>
                <a:srgbClr val="2F5496"/>
              </a:solidFill>
              <a:latin typeface="Verdana" panose="020B0604030504040204" pitchFamily="34" charset="0"/>
              <a:ea typeface="Verdana"/>
              <a:cs typeface="Times New Roman"/>
            </a:endParaRPr>
          </a:p>
          <a:p>
            <a:pPr>
              <a:buNone/>
            </a:pPr>
            <a:r>
              <a:rPr lang="fr-FR" kern="100" baseline="30000">
                <a:solidFill>
                  <a:srgbClr val="70AD47"/>
                </a:solidFill>
                <a:latin typeface="Verdana"/>
                <a:ea typeface="Verdana"/>
                <a:cs typeface="Times New Roman"/>
              </a:rPr>
              <a:t>SAF: Salesforce / The part of the </a:t>
            </a:r>
            <a:r>
              <a:rPr lang="fr-FR" kern="100" baseline="30000" err="1">
                <a:solidFill>
                  <a:srgbClr val="70AD47"/>
                </a:solidFill>
                <a:latin typeface="Verdana"/>
                <a:ea typeface="Verdana"/>
                <a:cs typeface="Times New Roman"/>
              </a:rPr>
              <a:t>project</a:t>
            </a:r>
            <a:r>
              <a:rPr lang="fr-FR" kern="100" baseline="30000">
                <a:solidFill>
                  <a:srgbClr val="70AD47"/>
                </a:solidFill>
                <a:latin typeface="Verdana"/>
                <a:ea typeface="Verdana"/>
                <a:cs typeface="Times New Roman"/>
              </a:rPr>
              <a:t> SIGMA360 </a:t>
            </a:r>
            <a:r>
              <a:rPr lang="fr-FR" kern="100" baseline="30000" err="1">
                <a:solidFill>
                  <a:srgbClr val="70AD47"/>
                </a:solidFill>
                <a:latin typeface="Verdana"/>
                <a:ea typeface="Verdana"/>
                <a:cs typeface="Times New Roman"/>
              </a:rPr>
              <a:t>developed</a:t>
            </a:r>
            <a:r>
              <a:rPr lang="fr-FR" kern="100" baseline="30000">
                <a:solidFill>
                  <a:srgbClr val="70AD47"/>
                </a:solidFill>
                <a:latin typeface="Verdana"/>
                <a:ea typeface="Verdana"/>
                <a:cs typeface="Times New Roman"/>
              </a:rPr>
              <a:t> on Salesforce</a:t>
            </a:r>
            <a:endParaRPr lang="en-US" kern="100">
              <a:solidFill>
                <a:srgbClr val="70AD47"/>
              </a:solidFill>
              <a:effectLst/>
              <a:latin typeface="Verdana" panose="020B0604030504040204" pitchFamily="34" charset="0"/>
              <a:ea typeface="Verdana"/>
              <a:cs typeface="Times New Roman"/>
            </a:endParaRPr>
          </a:p>
          <a:p>
            <a:pPr>
              <a:buNone/>
            </a:pP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DOCUMENT</a:t>
            </a:r>
            <a:r>
              <a:rPr lang="fr-FR" kern="100" baseline="30000">
                <a:solidFill>
                  <a:srgbClr val="FF0000"/>
                </a:solidFill>
                <a:effectLst/>
                <a:latin typeface="Verdana"/>
                <a:ea typeface="Verdana"/>
                <a:cs typeface="Times New Roman"/>
              </a:rPr>
              <a:t>_</a:t>
            </a: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NAME: </a:t>
            </a:r>
            <a:r>
              <a:rPr lang="fr-FR" kern="100" baseline="30000" err="1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it’s</a:t>
            </a: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 </a:t>
            </a:r>
            <a:r>
              <a:rPr lang="fr-FR" kern="100" baseline="30000" err="1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clear</a:t>
            </a: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, right?</a:t>
            </a:r>
            <a:endParaRPr lang="en-US" kern="100">
              <a:solidFill>
                <a:srgbClr val="FF0000"/>
              </a:solidFill>
              <a:latin typeface="Verdana"/>
              <a:ea typeface="Verdana"/>
              <a:cs typeface="Times New Roman"/>
            </a:endParaRPr>
          </a:p>
          <a:p>
            <a:pPr>
              <a:buNone/>
            </a:pPr>
            <a:r>
              <a:rPr lang="fr-FR" kern="100" baseline="30000">
                <a:latin typeface="Verdana"/>
                <a:ea typeface="Verdana"/>
                <a:cs typeface="Times New Roman"/>
              </a:rPr>
              <a:t>YYQQ: </a:t>
            </a:r>
            <a:r>
              <a:rPr lang="fr-FR" kern="100" baseline="30000" err="1">
                <a:latin typeface="Verdana"/>
                <a:ea typeface="Verdana"/>
                <a:cs typeface="Times New Roman"/>
              </a:rPr>
              <a:t>Year</a:t>
            </a:r>
            <a:r>
              <a:rPr lang="fr-FR" kern="100" baseline="30000">
                <a:latin typeface="Verdana"/>
                <a:ea typeface="Verdana"/>
                <a:cs typeface="Times New Roman"/>
              </a:rPr>
              <a:t> + Quarter (1,2,3,4) / Ex: 23Q3</a:t>
            </a:r>
            <a:endParaRPr lang="en-US" kern="100">
              <a:latin typeface="Verdana"/>
              <a:ea typeface="Verdana"/>
              <a:cs typeface="Times New Roman"/>
            </a:endParaRPr>
          </a:p>
          <a:p>
            <a:pPr>
              <a:buNone/>
            </a:pP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CLASS: </a:t>
            </a:r>
            <a:b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</a:b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REST=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Restricted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/ TEAM=Can 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only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be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shared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within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the 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project's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team / OPEN=</a:t>
            </a:r>
            <a:r>
              <a:rPr lang="fr-FR" kern="100" baseline="30000" err="1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Publicly</a:t>
            </a:r>
            <a:r>
              <a:rPr lang="fr-FR" kern="100" baseline="30000">
                <a:solidFill>
                  <a:srgbClr val="FFC000"/>
                </a:solidFill>
                <a:latin typeface="Verdana"/>
                <a:ea typeface="Verdana"/>
                <a:cs typeface="Times New Roman"/>
              </a:rPr>
              <a:t> accessible</a:t>
            </a:r>
          </a:p>
          <a:p>
            <a:pPr>
              <a:buNone/>
            </a:pPr>
            <a:r>
              <a:rPr lang="fr-FR" kern="100" baseline="30000">
                <a:solidFill>
                  <a:srgbClr val="FF0000"/>
                </a:solidFill>
                <a:effectLst/>
                <a:latin typeface="Verdana"/>
                <a:ea typeface="Verdana"/>
                <a:cs typeface="Times New Roman"/>
              </a:rPr>
              <a:t>V0.00</a:t>
            </a: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: V1.00=Major Version, </a:t>
            </a:r>
            <a:r>
              <a:rPr lang="fr-FR" kern="100" baseline="30000" err="1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deliverable</a:t>
            </a:r>
            <a:r>
              <a:rPr lang="fr-FR" kern="100" baseline="30000">
                <a:solidFill>
                  <a:srgbClr val="FF0000"/>
                </a:solidFill>
                <a:latin typeface="Verdana"/>
                <a:ea typeface="Verdana"/>
                <a:cs typeface="Times New Roman"/>
              </a:rPr>
              <a:t> to client / V0.12=Minor Version, Work in Progress</a:t>
            </a:r>
            <a:endParaRPr lang="en-US" kern="100" baseline="30000">
              <a:solidFill>
                <a:srgbClr val="FF0000"/>
              </a:solidFill>
              <a:effectLst/>
              <a:latin typeface="Verdana"/>
              <a:ea typeface="Verdana"/>
              <a:cs typeface="Times New Roman"/>
            </a:endParaRPr>
          </a:p>
          <a:p>
            <a:pPr marL="0" indent="0" algn="ctr">
              <a:buNone/>
            </a:pPr>
            <a:endParaRPr lang="fr-FR" kern="100">
              <a:solidFill>
                <a:srgbClr val="4472C4"/>
              </a:solidFill>
              <a:latin typeface="Verdana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E3444-CE2A-1FBE-8F51-585E6C23FBFB}"/>
              </a:ext>
            </a:extLst>
          </p:cNvPr>
          <p:cNvSpPr txBox="1"/>
          <p:nvPr/>
        </p:nvSpPr>
        <p:spPr>
          <a:xfrm>
            <a:off x="979714" y="1860467"/>
            <a:ext cx="10519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baseline="30000">
                <a:solidFill>
                  <a:srgbClr val="2F5496"/>
                </a:solidFill>
                <a:latin typeface="Verdana"/>
                <a:ea typeface="Verdana"/>
              </a:rPr>
              <a:t>S360</a:t>
            </a:r>
            <a:r>
              <a:rPr lang="fr-FR" sz="4800" baseline="30000">
                <a:latin typeface="Verdana"/>
                <a:ea typeface="Verdana"/>
              </a:rPr>
              <a:t>-</a:t>
            </a:r>
            <a:r>
              <a:rPr lang="fr-FR" sz="4800" baseline="30000">
                <a:solidFill>
                  <a:srgbClr val="70AD47"/>
                </a:solidFill>
                <a:latin typeface="Verdana"/>
                <a:ea typeface="Verdana"/>
              </a:rPr>
              <a:t>SAF</a:t>
            </a:r>
            <a:r>
              <a:rPr lang="fr-FR" sz="4800" baseline="30000">
                <a:latin typeface="Verdana"/>
                <a:ea typeface="Verdana"/>
              </a:rPr>
              <a:t>-</a:t>
            </a:r>
            <a:r>
              <a:rPr lang="fr-FR" sz="4800" baseline="30000">
                <a:solidFill>
                  <a:srgbClr val="FF0000"/>
                </a:solidFill>
                <a:latin typeface="Verdana"/>
                <a:ea typeface="Verdana"/>
              </a:rPr>
              <a:t>DOCUMENT_NAME</a:t>
            </a:r>
            <a:r>
              <a:rPr lang="fr-FR" sz="4800" baseline="30000">
                <a:latin typeface="Verdana"/>
                <a:ea typeface="Verdana"/>
              </a:rPr>
              <a:t>-YYQQ-</a:t>
            </a:r>
            <a:r>
              <a:rPr lang="fr-FR" sz="4800" baseline="30000">
                <a:solidFill>
                  <a:srgbClr val="FFC000"/>
                </a:solidFill>
                <a:latin typeface="Verdana"/>
                <a:ea typeface="Verdana"/>
              </a:rPr>
              <a:t>CLASS-</a:t>
            </a:r>
            <a:r>
              <a:rPr lang="fr-FR" sz="4800" baseline="30000">
                <a:solidFill>
                  <a:srgbClr val="FF0000"/>
                </a:solidFill>
                <a:latin typeface="Verdana"/>
                <a:ea typeface="Verdana"/>
              </a:rPr>
              <a:t>V0.00</a:t>
            </a:r>
            <a:endParaRPr lang="en-US" sz="4800">
              <a:solidFill>
                <a:srgbClr val="FF0000"/>
              </a:solidFill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86480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250378-5456-ED8E-6793-9986BBD02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u="sng"/>
              <a:t>Document Type </a:t>
            </a:r>
            <a:br>
              <a:rPr lang="fr-FR"/>
            </a:br>
            <a:r>
              <a:rPr lang="fr-FR"/>
              <a:t>(to </a:t>
            </a:r>
            <a:r>
              <a:rPr lang="fr-FR" err="1"/>
              <a:t>be</a:t>
            </a:r>
            <a:r>
              <a:rPr lang="fr-FR"/>
              <a:t> </a:t>
            </a:r>
            <a:r>
              <a:rPr lang="fr-FR" err="1"/>
              <a:t>edited</a:t>
            </a:r>
            <a:r>
              <a:rPr lang="fr-FR"/>
              <a:t> to match the SAF)</a:t>
            </a:r>
            <a:endParaRPr lang="fr-FR">
              <a:cs typeface="Calibri Light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4B1956B-056C-2122-D729-29824AA551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903734"/>
              </p:ext>
            </p:extLst>
          </p:nvPr>
        </p:nvGraphicFramePr>
        <p:xfrm>
          <a:off x="838199" y="1699564"/>
          <a:ext cx="10515599" cy="4793308"/>
        </p:xfrm>
        <a:graphic>
          <a:graphicData uri="http://schemas.openxmlformats.org/drawingml/2006/table">
            <a:tbl>
              <a:tblPr/>
              <a:tblGrid>
                <a:gridCol w="3032404">
                  <a:extLst>
                    <a:ext uri="{9D8B030D-6E8A-4147-A177-3AD203B41FA5}">
                      <a16:colId xmlns:a16="http://schemas.microsoft.com/office/drawing/2014/main" val="2405125358"/>
                    </a:ext>
                  </a:extLst>
                </a:gridCol>
                <a:gridCol w="1834117">
                  <a:extLst>
                    <a:ext uri="{9D8B030D-6E8A-4147-A177-3AD203B41FA5}">
                      <a16:colId xmlns:a16="http://schemas.microsoft.com/office/drawing/2014/main" val="668265347"/>
                    </a:ext>
                  </a:extLst>
                </a:gridCol>
                <a:gridCol w="3814961">
                  <a:extLst>
                    <a:ext uri="{9D8B030D-6E8A-4147-A177-3AD203B41FA5}">
                      <a16:colId xmlns:a16="http://schemas.microsoft.com/office/drawing/2014/main" val="475855507"/>
                    </a:ext>
                  </a:extLst>
                </a:gridCol>
                <a:gridCol w="1834117">
                  <a:extLst>
                    <a:ext uri="{9D8B030D-6E8A-4147-A177-3AD203B41FA5}">
                      <a16:colId xmlns:a16="http://schemas.microsoft.com/office/drawing/2014/main" val="2545363945"/>
                    </a:ext>
                  </a:extLst>
                </a:gridCol>
              </a:tblGrid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Purchase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PUR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Business Process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BPS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8601881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Administration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Customizing</a:t>
                      </a: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Guide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286264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Accounting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User Guide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379924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Financial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1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Blueprint</a:t>
                      </a:r>
                      <a:endParaRPr lang="fr-FR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BLU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199901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Warehousing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1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Detailled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1100" b="0" i="1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specification</a:t>
                      </a:r>
                      <a:endParaRPr lang="fr-FR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DSP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86990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Logistics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Technical</a:t>
                      </a: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specification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TSP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72332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Legal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JUR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Tests report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TSR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691963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Marketing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MKT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Minutes of Meeting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466697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Manufacturing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MFG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Contract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223185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Quality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Business Rules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074395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Inventory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Risk matrix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978335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Human Ressources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68411"/>
                  </a:ext>
                </a:extLst>
              </a:tr>
              <a:tr h="36871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1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Reglementaire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PGD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2029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012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468F2E-0648-BF15-C9E1-9A74E401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/>
              <a:t>Document management </a:t>
            </a:r>
            <a:r>
              <a:rPr lang="fr-FR" err="1"/>
              <a:t>procedure</a:t>
            </a:r>
            <a:endParaRPr lang="fr-FR">
              <a:cs typeface="Calibri Light"/>
            </a:endParaRPr>
          </a:p>
          <a:p>
            <a:pPr algn="ctr"/>
            <a:endParaRPr lang="fr-FR">
              <a:cs typeface="Calibri Light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8086994-042E-0E68-7594-4D732FF55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42" t="18" r="1723" b="656"/>
          <a:stretch/>
        </p:blipFill>
        <p:spPr>
          <a:xfrm>
            <a:off x="4766598" y="2061444"/>
            <a:ext cx="2773822" cy="468324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9810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28F7-FC83-DF23-C0DE-06938201E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DOCUMENTS MANAGEMENT PROCEDURE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6387-DCAE-3482-A06B-68AFEF03D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">
                <a:solidFill>
                  <a:srgbClr val="202124"/>
                </a:solidFill>
                <a:latin typeface="Calibri"/>
                <a:cs typeface="Calibri"/>
              </a:rPr>
              <a:t>Document author
updated by
last proofread by
Validated by</a:t>
            </a:r>
            <a:endParaRPr lang="en-US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48511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ypededocument xmlns="5e559808-d930-4970-91a1-bd6f234f8931" xsi:nil="true"/>
    <TaxCatchAll xmlns="e8aab117-5955-4390-81ce-465e4528e65f" xsi:nil="true"/>
    <lcf76f155ced4ddcb4097134ff3c332f xmlns="5e559808-d930-4970-91a1-bd6f234f893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E86B12B2892468B4E66F9F0873F45" ma:contentTypeVersion="16" ma:contentTypeDescription="Create a new document." ma:contentTypeScope="" ma:versionID="40c06be0097462ae84e73f209560d3f4">
  <xsd:schema xmlns:xsd="http://www.w3.org/2001/XMLSchema" xmlns:xs="http://www.w3.org/2001/XMLSchema" xmlns:p="http://schemas.microsoft.com/office/2006/metadata/properties" xmlns:ns2="5e559808-d930-4970-91a1-bd6f234f8931" xmlns:ns3="e8aab117-5955-4390-81ce-465e4528e65f" targetNamespace="http://schemas.microsoft.com/office/2006/metadata/properties" ma:root="true" ma:fieldsID="aa8c8b2366abf9a3a679a3cd5c8f77fc" ns2:_="" ns3:_="">
    <xsd:import namespace="5e559808-d930-4970-91a1-bd6f234f8931"/>
    <xsd:import namespace="e8aab117-5955-4390-81ce-465e4528e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Typededocument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559808-d930-4970-91a1-bd6f234f8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1ffef63-4b63-4086-abdd-edc9d1547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ypededocument" ma:index="21" nillable="true" ma:displayName="Type de document" ma:format="Dropdown" ma:internalName="Typededocument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ab117-5955-4390-81ce-465e4528e65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d325a2c-4f9d-485a-8b53-02385c9b2f22}" ma:internalName="TaxCatchAll" ma:showField="CatchAllData" ma:web="e8aab117-5955-4390-81ce-465e4528e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B7283F-AC6A-4EA4-9A63-8AE371A48FAF}">
  <ds:schemaRefs>
    <ds:schemaRef ds:uri="5e559808-d930-4970-91a1-bd6f234f8931"/>
    <ds:schemaRef ds:uri="e8aab117-5955-4390-81ce-465e4528e65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E377CC3-A3AA-4ED6-B8C1-18194635D3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C1CF36-F32E-4397-B698-A1606E916559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Thème Office</vt:lpstr>
      <vt:lpstr>SIGMA360 Salesforce CRM Alpha  Naming Convention &amp; Documents Management Procedure</vt:lpstr>
      <vt:lpstr>Naming Convention</vt:lpstr>
      <vt:lpstr>Document Type  (to be edited to match the SAF)</vt:lpstr>
      <vt:lpstr>Document management procedure </vt:lpstr>
      <vt:lpstr>DOCUMENTS MANAGEMENT PROCEDURE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Convention de nommage et procédure de gestion documentaire</dc:title>
  <dc:creator>Pierre DUPRAY</dc:creator>
  <cp:revision>1</cp:revision>
  <dcterms:created xsi:type="dcterms:W3CDTF">2023-07-11T09:18:32Z</dcterms:created>
  <dcterms:modified xsi:type="dcterms:W3CDTF">2023-09-22T13:09:47Z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0x01010051AE86B12B2892468B4E66F9F0873F45</vt:lpwstr>
  </property>
  <property fmtid="{D5CDD505-2E9C-101B-9397-08002B2CF9AE}" pid="3" name="MediaServiceImageTags">
    <vt:lpwstr/>
  </property>
</Properties>
</file>