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97" r:id="rId6"/>
    <p:sldId id="259" r:id="rId7"/>
    <p:sldId id="298" r:id="rId8"/>
    <p:sldId id="295" r:id="rId9"/>
    <p:sldId id="302" r:id="rId10"/>
    <p:sldId id="301" r:id="rId11"/>
    <p:sldId id="267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8967F4E-50ED-FA22-881B-4464B9EDF135}" name="Pierre DUPRAY" initials="PD" userId="S::pierre.dupray@ekovya.com::ebaf5123-57b2-4565-887d-c42953b1959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4B88F-0ECB-5872-7AA2-F2B70D5A5C99}" v="4" dt="2024-02-05T16:06:19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a FAUCI [EKVY]" userId="S::elisa.fauci@ekovya.com::faefe7ae-0d45-4ed0-9168-4cefc9922871" providerId="AD" clId="Web-{C98074F5-4E10-CCDF-A570-9DF36E972A7D}"/>
    <pc:docChg chg="modSld">
      <pc:chgData name="Elisa FAUCI [EKVY]" userId="S::elisa.fauci@ekovya.com::faefe7ae-0d45-4ed0-9168-4cefc9922871" providerId="AD" clId="Web-{C98074F5-4E10-CCDF-A570-9DF36E972A7D}" dt="2023-10-17T10:31:18.784" v="669"/>
      <pc:docMkLst>
        <pc:docMk/>
      </pc:docMkLst>
      <pc:sldChg chg="modSp">
        <pc:chgData name="Elisa FAUCI [EKVY]" userId="S::elisa.fauci@ekovya.com::faefe7ae-0d45-4ed0-9168-4cefc9922871" providerId="AD" clId="Web-{C98074F5-4E10-CCDF-A570-9DF36E972A7D}" dt="2023-10-17T10:06:26.043" v="7" actId="20577"/>
        <pc:sldMkLst>
          <pc:docMk/>
          <pc:sldMk cId="3699847477" sldId="256"/>
        </pc:sldMkLst>
        <pc:spChg chg="mod">
          <ac:chgData name="Elisa FAUCI [EKVY]" userId="S::elisa.fauci@ekovya.com::faefe7ae-0d45-4ed0-9168-4cefc9922871" providerId="AD" clId="Web-{C98074F5-4E10-CCDF-A570-9DF36E972A7D}" dt="2023-10-17T10:06:26.043" v="7" actId="20577"/>
          <ac:spMkLst>
            <pc:docMk/>
            <pc:sldMk cId="3699847477" sldId="256"/>
            <ac:spMk id="3" creationId="{F04213D5-633A-25C9-BF59-1CBE75963FD4}"/>
          </ac:spMkLst>
        </pc:spChg>
      </pc:sldChg>
      <pc:sldChg chg="modSp">
        <pc:chgData name="Elisa FAUCI [EKVY]" userId="S::elisa.fauci@ekovya.com::faefe7ae-0d45-4ed0-9168-4cefc9922871" providerId="AD" clId="Web-{C98074F5-4E10-CCDF-A570-9DF36E972A7D}" dt="2023-10-17T10:15:33.928" v="442"/>
        <pc:sldMkLst>
          <pc:docMk/>
          <pc:sldMk cId="160593527" sldId="259"/>
        </pc:sldMkLst>
        <pc:graphicFrameChg chg="mod modGraphic">
          <ac:chgData name="Elisa FAUCI [EKVY]" userId="S::elisa.fauci@ekovya.com::faefe7ae-0d45-4ed0-9168-4cefc9922871" providerId="AD" clId="Web-{C98074F5-4E10-CCDF-A570-9DF36E972A7D}" dt="2023-10-17T10:15:33.928" v="442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addSp delSp modSp">
        <pc:chgData name="Elisa FAUCI [EKVY]" userId="S::elisa.fauci@ekovya.com::faefe7ae-0d45-4ed0-9168-4cefc9922871" providerId="AD" clId="Web-{C98074F5-4E10-CCDF-A570-9DF36E972A7D}" dt="2023-10-17T10:31:18.784" v="669"/>
        <pc:sldMkLst>
          <pc:docMk/>
          <pc:sldMk cId="2330912131" sldId="298"/>
        </pc:sldMkLst>
        <pc:spChg chg="add del">
          <ac:chgData name="Elisa FAUCI [EKVY]" userId="S::elisa.fauci@ekovya.com::faefe7ae-0d45-4ed0-9168-4cefc9922871" providerId="AD" clId="Web-{C98074F5-4E10-CCDF-A570-9DF36E972A7D}" dt="2023-10-17T10:31:18.784" v="663"/>
          <ac:spMkLst>
            <pc:docMk/>
            <pc:sldMk cId="2330912131" sldId="298"/>
            <ac:spMk id="3" creationId="{9EEE4645-A71E-4A5D-09EF-2CAFB6D47B8F}"/>
          </ac:spMkLst>
        </pc:spChg>
        <pc:spChg chg="add del mod">
          <ac:chgData name="Elisa FAUCI [EKVY]" userId="S::elisa.fauci@ekovya.com::faefe7ae-0d45-4ed0-9168-4cefc9922871" providerId="AD" clId="Web-{C98074F5-4E10-CCDF-A570-9DF36E972A7D}" dt="2023-10-17T10:31:18.784" v="663"/>
          <ac:spMkLst>
            <pc:docMk/>
            <pc:sldMk cId="2330912131" sldId="298"/>
            <ac:spMk id="17" creationId="{7ADA9004-C9D5-FA9B-D308-14D5D32FAC0B}"/>
          </ac:spMkLst>
        </pc:spChg>
        <pc:graphicFrameChg chg="add del mod modGraphic">
          <ac:chgData name="Elisa FAUCI [EKVY]" userId="S::elisa.fauci@ekovya.com::faefe7ae-0d45-4ed0-9168-4cefc9922871" providerId="AD" clId="Web-{C98074F5-4E10-CCDF-A570-9DF36E972A7D}" dt="2023-10-17T10:31:18.768" v="662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del">
          <ac:chgData name="Elisa FAUCI [EKVY]" userId="S::elisa.fauci@ekovya.com::faefe7ae-0d45-4ed0-9168-4cefc9922871" providerId="AD" clId="Web-{C98074F5-4E10-CCDF-A570-9DF36E972A7D}" dt="2023-10-17T10:08:47.956" v="186"/>
          <ac:picMkLst>
            <pc:docMk/>
            <pc:sldMk cId="2330912131" sldId="298"/>
            <ac:picMk id="4" creationId="{732A2E07-568D-BE86-1B1D-7E6213B7C549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7"/>
          <ac:picMkLst>
            <pc:docMk/>
            <pc:sldMk cId="2330912131" sldId="298"/>
            <ac:picMk id="5" creationId="{702866B7-8401-8BEA-21F6-003152A1387D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8"/>
          <ac:picMkLst>
            <pc:docMk/>
            <pc:sldMk cId="2330912131" sldId="298"/>
            <ac:picMk id="6" creationId="{889DB191-4514-ECCA-43D9-C5D6E6C91B86}"/>
          </ac:picMkLst>
        </pc:picChg>
        <pc:picChg chg="del">
          <ac:chgData name="Elisa FAUCI [EKVY]" userId="S::elisa.fauci@ekovya.com::faefe7ae-0d45-4ed0-9168-4cefc9922871" providerId="AD" clId="Web-{C98074F5-4E10-CCDF-A570-9DF36E972A7D}" dt="2023-10-17T10:08:01.735" v="163"/>
          <ac:picMkLst>
            <pc:docMk/>
            <pc:sldMk cId="2330912131" sldId="298"/>
            <ac:picMk id="7" creationId="{3765E369-82C6-3E8B-C905-A67B6650612C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4"/>
          <ac:picMkLst>
            <pc:docMk/>
            <pc:sldMk cId="2330912131" sldId="298"/>
            <ac:picMk id="8" creationId="{2C4A67B1-8051-1700-E5EB-9E7316608EA4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9"/>
          <ac:picMkLst>
            <pc:docMk/>
            <pc:sldMk cId="2330912131" sldId="298"/>
            <ac:picMk id="9" creationId="{C05D3AC3-0EEC-50EF-16C8-B76F297409A3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5"/>
          <ac:picMkLst>
            <pc:docMk/>
            <pc:sldMk cId="2330912131" sldId="298"/>
            <ac:picMk id="10" creationId="{892D1138-0E67-F308-B25B-5DB09570EBED}"/>
          </ac:picMkLst>
        </pc:picChg>
        <pc:picChg chg="add del mod">
          <ac:chgData name="Elisa FAUCI [EKVY]" userId="S::elisa.fauci@ekovya.com::faefe7ae-0d45-4ed0-9168-4cefc9922871" providerId="AD" clId="Web-{C98074F5-4E10-CCDF-A570-9DF36E972A7D}" dt="2023-10-17T10:31:18.784" v="666"/>
          <ac:picMkLst>
            <pc:docMk/>
            <pc:sldMk cId="2330912131" sldId="298"/>
            <ac:picMk id="11" creationId="{BA39041C-FE14-8E42-A01F-0FD91FA6C0E3}"/>
          </ac:picMkLst>
        </pc:picChg>
        <pc:picChg chg="add del">
          <ac:chgData name="Elisa FAUCI [EKVY]" userId="S::elisa.fauci@ekovya.com::faefe7ae-0d45-4ed0-9168-4cefc9922871" providerId="AD" clId="Web-{C98074F5-4E10-CCDF-A570-9DF36E972A7D}" dt="2023-10-17T10:12:45.170" v="310"/>
          <ac:picMkLst>
            <pc:docMk/>
            <pc:sldMk cId="2330912131" sldId="298"/>
            <ac:picMk id="12" creationId="{4285B91F-C7AD-B1B2-230F-55BBA5CF5610}"/>
          </ac:picMkLst>
        </pc:picChg>
        <pc:picChg chg="add del">
          <ac:chgData name="Elisa FAUCI [EKVY]" userId="S::elisa.fauci@ekovya.com::faefe7ae-0d45-4ed0-9168-4cefc9922871" providerId="AD" clId="Web-{C98074F5-4E10-CCDF-A570-9DF36E972A7D}" dt="2023-10-17T10:19:04.015" v="557"/>
          <ac:picMkLst>
            <pc:docMk/>
            <pc:sldMk cId="2330912131" sldId="298"/>
            <ac:picMk id="13" creationId="{BA2A9BE0-8713-E0BE-B1FF-F10731A6B6D7}"/>
          </ac:picMkLst>
        </pc:picChg>
        <pc:picChg chg="del">
          <ac:chgData name="Elisa FAUCI [EKVY]" userId="S::elisa.fauci@ekovya.com::faefe7ae-0d45-4ed0-9168-4cefc9922871" providerId="AD" clId="Web-{C98074F5-4E10-CCDF-A570-9DF36E972A7D}" dt="2023-10-17T10:07:09.029" v="72"/>
          <ac:picMkLst>
            <pc:docMk/>
            <pc:sldMk cId="2330912131" sldId="298"/>
            <ac:picMk id="14" creationId="{CCF2BDF5-6C9E-B541-3C39-415E36EE79D6}"/>
          </ac:picMkLst>
        </pc:picChg>
        <pc:picChg chg="add del">
          <ac:chgData name="Elisa FAUCI [EKVY]" userId="S::elisa.fauci@ekovya.com::faefe7ae-0d45-4ed0-9168-4cefc9922871" providerId="AD" clId="Web-{C98074F5-4E10-CCDF-A570-9DF36E972A7D}" dt="2023-10-17T10:19:02.515" v="556"/>
          <ac:picMkLst>
            <pc:docMk/>
            <pc:sldMk cId="2330912131" sldId="298"/>
            <ac:picMk id="15" creationId="{7B7F90D6-0E80-F038-2309-1BCC6CC3E254}"/>
          </ac:picMkLst>
        </pc:picChg>
      </pc:sldChg>
    </pc:docChg>
  </pc:docChgLst>
  <pc:docChgLst>
    <pc:chgData name="Fanta GABY [EKVY]" userId="S::fanta.gaby@ekovya.com::56064d0f-5e10-4eee-955c-d40534ba82ef" providerId="AD" clId="Web-{E48FF336-484B-E38D-235C-E2F7BFA1E88E}"/>
    <pc:docChg chg="addSld modSld">
      <pc:chgData name="Fanta GABY [EKVY]" userId="S::fanta.gaby@ekovya.com::56064d0f-5e10-4eee-955c-d40534ba82ef" providerId="AD" clId="Web-{E48FF336-484B-E38D-235C-E2F7BFA1E88E}" dt="2023-10-20T09:26:18.078" v="788"/>
      <pc:docMkLst>
        <pc:docMk/>
      </pc:docMkLst>
      <pc:sldChg chg="modSp">
        <pc:chgData name="Fanta GABY [EKVY]" userId="S::fanta.gaby@ekovya.com::56064d0f-5e10-4eee-955c-d40534ba82ef" providerId="AD" clId="Web-{E48FF336-484B-E38D-235C-E2F7BFA1E88E}" dt="2023-10-20T09:25:37.717" v="756"/>
        <pc:sldMkLst>
          <pc:docMk/>
          <pc:sldMk cId="160593527" sldId="259"/>
        </pc:sldMkLst>
        <pc:spChg chg="mod">
          <ac:chgData name="Fanta GABY [EKVY]" userId="S::fanta.gaby@ekovya.com::56064d0f-5e10-4eee-955c-d40534ba82ef" providerId="AD" clId="Web-{E48FF336-484B-E38D-235C-E2F7BFA1E88E}" dt="2023-10-20T07:39:23.234" v="323" actId="20577"/>
          <ac:spMkLst>
            <pc:docMk/>
            <pc:sldMk cId="160593527" sldId="259"/>
            <ac:spMk id="2" creationId="{9AE266C2-EAC5-65C1-B4E0-E19984200736}"/>
          </ac:spMkLst>
        </pc:spChg>
        <pc:graphicFrameChg chg="mod modGraphic">
          <ac:chgData name="Fanta GABY [EKVY]" userId="S::fanta.gaby@ekovya.com::56064d0f-5e10-4eee-955c-d40534ba82ef" providerId="AD" clId="Web-{E48FF336-484B-E38D-235C-E2F7BFA1E88E}" dt="2023-10-20T09:25:37.717" v="756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addSp delSp modSp">
        <pc:chgData name="Fanta GABY [EKVY]" userId="S::fanta.gaby@ekovya.com::56064d0f-5e10-4eee-955c-d40534ba82ef" providerId="AD" clId="Web-{E48FF336-484B-E38D-235C-E2F7BFA1E88E}" dt="2023-10-20T07:46:56.124" v="616"/>
        <pc:sldMkLst>
          <pc:docMk/>
          <pc:sldMk cId="671117411" sldId="295"/>
        </pc:sldMkLst>
        <pc:spChg chg="mod">
          <ac:chgData name="Fanta GABY [EKVY]" userId="S::fanta.gaby@ekovya.com::56064d0f-5e10-4eee-955c-d40534ba82ef" providerId="AD" clId="Web-{E48FF336-484B-E38D-235C-E2F7BFA1E88E}" dt="2023-10-20T07:39:37.657" v="331" actId="20577"/>
          <ac:spMkLst>
            <pc:docMk/>
            <pc:sldMk cId="671117411" sldId="295"/>
            <ac:spMk id="3" creationId="{9EEE4645-A71E-4A5D-09EF-2CAFB6D47B8F}"/>
          </ac:spMkLst>
        </pc:spChg>
        <pc:graphicFrameChg chg="mod modGraphic">
          <ac:chgData name="Fanta GABY [EKVY]" userId="S::fanta.gaby@ekovya.com::56064d0f-5e10-4eee-955c-d40534ba82ef" providerId="AD" clId="Web-{E48FF336-484B-E38D-235C-E2F7BFA1E88E}" dt="2023-10-20T07:46:56.124" v="616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del">
          <ac:chgData name="Fanta GABY [EKVY]" userId="S::fanta.gaby@ekovya.com::56064d0f-5e10-4eee-955c-d40534ba82ef" providerId="AD" clId="Web-{E48FF336-484B-E38D-235C-E2F7BFA1E88E}" dt="2023-10-20T07:44:57.729" v="467"/>
          <ac:picMkLst>
            <pc:docMk/>
            <pc:sldMk cId="671117411" sldId="295"/>
            <ac:picMk id="8" creationId="{027D9567-16D3-491F-55AE-560739609536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4:58.651" v="468"/>
          <ac:picMkLst>
            <pc:docMk/>
            <pc:sldMk cId="671117411" sldId="295"/>
            <ac:picMk id="9" creationId="{A6BEE7FD-E84F-A112-D194-30B923703BED}"/>
          </ac:picMkLst>
        </pc:picChg>
        <pc:picChg chg="add mod">
          <ac:chgData name="Fanta GABY [EKVY]" userId="S::fanta.gaby@ekovya.com::56064d0f-5e10-4eee-955c-d40534ba82ef" providerId="AD" clId="Web-{E48FF336-484B-E38D-235C-E2F7BFA1E88E}" dt="2023-10-20T07:45:34.152" v="471" actId="1076"/>
          <ac:picMkLst>
            <pc:docMk/>
            <pc:sldMk cId="671117411" sldId="295"/>
            <ac:picMk id="10" creationId="{53EAB2C1-EE73-EF05-0F96-EA8B5458EE66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0:27.424" v="353"/>
          <ac:picMkLst>
            <pc:docMk/>
            <pc:sldMk cId="671117411" sldId="295"/>
            <ac:picMk id="11" creationId="{624BA416-F518-5F9E-5B30-81CEBA62F19B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0:27.377" v="352"/>
          <ac:picMkLst>
            <pc:docMk/>
            <pc:sldMk cId="671117411" sldId="295"/>
            <ac:picMk id="12" creationId="{2F075816-07F6-D142-D1B9-C518D230AE13}"/>
          </ac:picMkLst>
        </pc:picChg>
        <pc:picChg chg="add mod">
          <ac:chgData name="Fanta GABY [EKVY]" userId="S::fanta.gaby@ekovya.com::56064d0f-5e10-4eee-955c-d40534ba82ef" providerId="AD" clId="Web-{E48FF336-484B-E38D-235C-E2F7BFA1E88E}" dt="2023-10-20T07:46:05.638" v="536" actId="1076"/>
          <ac:picMkLst>
            <pc:docMk/>
            <pc:sldMk cId="671117411" sldId="295"/>
            <ac:picMk id="13" creationId="{79723469-0D30-1B13-4629-050D3C7BB64B}"/>
          </ac:picMkLst>
        </pc:picChg>
      </pc:sldChg>
      <pc:sldChg chg="delSp modSp">
        <pc:chgData name="Fanta GABY [EKVY]" userId="S::fanta.gaby@ekovya.com::56064d0f-5e10-4eee-955c-d40534ba82ef" providerId="AD" clId="Web-{E48FF336-484B-E38D-235C-E2F7BFA1E88E}" dt="2023-10-20T09:26:18.078" v="788"/>
        <pc:sldMkLst>
          <pc:docMk/>
          <pc:sldMk cId="2330912131" sldId="298"/>
        </pc:sldMkLst>
        <pc:spChg chg="mod">
          <ac:chgData name="Fanta GABY [EKVY]" userId="S::fanta.gaby@ekovya.com::56064d0f-5e10-4eee-955c-d40534ba82ef" providerId="AD" clId="Web-{E48FF336-484B-E38D-235C-E2F7BFA1E88E}" dt="2023-10-20T07:39:29.281" v="327" actId="20577"/>
          <ac:spMkLst>
            <pc:docMk/>
            <pc:sldMk cId="2330912131" sldId="298"/>
            <ac:spMk id="3" creationId="{9EEE4645-A71E-4A5D-09EF-2CAFB6D47B8F}"/>
          </ac:spMkLst>
        </pc:spChg>
        <pc:graphicFrameChg chg="mod modGraphic">
          <ac:chgData name="Fanta GABY [EKVY]" userId="S::fanta.gaby@ekovya.com::56064d0f-5e10-4eee-955c-d40534ba82ef" providerId="AD" clId="Web-{E48FF336-484B-E38D-235C-E2F7BFA1E88E}" dt="2023-10-20T09:26:18.078" v="788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mod">
          <ac:chgData name="Fanta GABY [EKVY]" userId="S::fanta.gaby@ekovya.com::56064d0f-5e10-4eee-955c-d40534ba82ef" providerId="AD" clId="Web-{E48FF336-484B-E38D-235C-E2F7BFA1E88E}" dt="2023-10-20T07:35:48.603" v="311" actId="1076"/>
          <ac:picMkLst>
            <pc:docMk/>
            <pc:sldMk cId="2330912131" sldId="298"/>
            <ac:picMk id="5" creationId="{702866B7-8401-8BEA-21F6-003152A1387D}"/>
          </ac:picMkLst>
        </pc:picChg>
        <pc:picChg chg="mod">
          <ac:chgData name="Fanta GABY [EKVY]" userId="S::fanta.gaby@ekovya.com::56064d0f-5e10-4eee-955c-d40534ba82ef" providerId="AD" clId="Web-{E48FF336-484B-E38D-235C-E2F7BFA1E88E}" dt="2023-10-20T07:34:51.351" v="193" actId="1076"/>
          <ac:picMkLst>
            <pc:docMk/>
            <pc:sldMk cId="2330912131" sldId="298"/>
            <ac:picMk id="6" creationId="{889DB191-4514-ECCA-43D9-C5D6E6C91B86}"/>
          </ac:picMkLst>
        </pc:picChg>
        <pc:picChg chg="del mod">
          <ac:chgData name="Fanta GABY [EKVY]" userId="S::fanta.gaby@ekovya.com::56064d0f-5e10-4eee-955c-d40534ba82ef" providerId="AD" clId="Web-{E48FF336-484B-E38D-235C-E2F7BFA1E88E}" dt="2023-10-20T07:47:00.983" v="617"/>
          <ac:picMkLst>
            <pc:docMk/>
            <pc:sldMk cId="2330912131" sldId="298"/>
            <ac:picMk id="8" creationId="{2C4A67B1-8051-1700-E5EB-9E7316608EA4}"/>
          </ac:picMkLst>
        </pc:picChg>
        <pc:picChg chg="mod">
          <ac:chgData name="Fanta GABY [EKVY]" userId="S::fanta.gaby@ekovya.com::56064d0f-5e10-4eee-955c-d40534ba82ef" providerId="AD" clId="Web-{E48FF336-484B-E38D-235C-E2F7BFA1E88E}" dt="2023-10-20T07:34:46.757" v="191" actId="1076"/>
          <ac:picMkLst>
            <pc:docMk/>
            <pc:sldMk cId="2330912131" sldId="298"/>
            <ac:picMk id="9" creationId="{C05D3AC3-0EEC-50EF-16C8-B76F297409A3}"/>
          </ac:picMkLst>
        </pc:picChg>
        <pc:picChg chg="mod">
          <ac:chgData name="Fanta GABY [EKVY]" userId="S::fanta.gaby@ekovya.com::56064d0f-5e10-4eee-955c-d40534ba82ef" providerId="AD" clId="Web-{E48FF336-484B-E38D-235C-E2F7BFA1E88E}" dt="2023-10-20T07:34:44.538" v="190" actId="1076"/>
          <ac:picMkLst>
            <pc:docMk/>
            <pc:sldMk cId="2330912131" sldId="298"/>
            <ac:picMk id="10" creationId="{892D1138-0E67-F308-B25B-5DB09570EBED}"/>
          </ac:picMkLst>
        </pc:picChg>
        <pc:picChg chg="mod">
          <ac:chgData name="Fanta GABY [EKVY]" userId="S::fanta.gaby@ekovya.com::56064d0f-5e10-4eee-955c-d40534ba82ef" providerId="AD" clId="Web-{E48FF336-484B-E38D-235C-E2F7BFA1E88E}" dt="2023-10-20T07:34:49.179" v="192" actId="1076"/>
          <ac:picMkLst>
            <pc:docMk/>
            <pc:sldMk cId="2330912131" sldId="298"/>
            <ac:picMk id="11" creationId="{BA39041C-FE14-8E42-A01F-0FD91FA6C0E3}"/>
          </ac:picMkLst>
        </pc:picChg>
      </pc:sldChg>
      <pc:sldChg chg="modSp">
        <pc:chgData name="Fanta GABY [EKVY]" userId="S::fanta.gaby@ekovya.com::56064d0f-5e10-4eee-955c-d40534ba82ef" providerId="AD" clId="Web-{E48FF336-484B-E38D-235C-E2F7BFA1E88E}" dt="2023-10-20T07:59:03.912" v="752"/>
        <pc:sldMkLst>
          <pc:docMk/>
          <pc:sldMk cId="3707574796" sldId="300"/>
        </pc:sldMkLst>
        <pc:graphicFrameChg chg="mod modGraphic">
          <ac:chgData name="Fanta GABY [EKVY]" userId="S::fanta.gaby@ekovya.com::56064d0f-5e10-4eee-955c-d40534ba82ef" providerId="AD" clId="Web-{E48FF336-484B-E38D-235C-E2F7BFA1E88E}" dt="2023-10-20T07:59:03.912" v="752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Fanta GABY [EKVY]" userId="S::fanta.gaby@ekovya.com::56064d0f-5e10-4eee-955c-d40534ba82ef" providerId="AD" clId="Web-{E48FF336-484B-E38D-235C-E2F7BFA1E88E}" dt="2023-10-20T07:44:12.681" v="464"/>
        <pc:sldMkLst>
          <pc:docMk/>
          <pc:sldMk cId="2808088630" sldId="301"/>
        </pc:sldMkLst>
        <pc:graphicFrameChg chg="mod modGraphic">
          <ac:chgData name="Fanta GABY [EKVY]" userId="S::fanta.gaby@ekovya.com::56064d0f-5e10-4eee-955c-d40534ba82ef" providerId="AD" clId="Web-{E48FF336-484B-E38D-235C-E2F7BFA1E88E}" dt="2023-10-20T07:44:12.681" v="464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  <pc:sldChg chg="delSp modSp add replId">
        <pc:chgData name="Fanta GABY [EKVY]" userId="S::fanta.gaby@ekovya.com::56064d0f-5e10-4eee-955c-d40534ba82ef" providerId="AD" clId="Web-{E48FF336-484B-E38D-235C-E2F7BFA1E88E}" dt="2023-10-20T07:43:49.665" v="458"/>
        <pc:sldMkLst>
          <pc:docMk/>
          <pc:sldMk cId="1027415975" sldId="302"/>
        </pc:sldMkLst>
        <pc:spChg chg="mod">
          <ac:chgData name="Fanta GABY [EKVY]" userId="S::fanta.gaby@ekovya.com::56064d0f-5e10-4eee-955c-d40534ba82ef" providerId="AD" clId="Web-{E48FF336-484B-E38D-235C-E2F7BFA1E88E}" dt="2023-10-20T07:39:42.641" v="335" actId="20577"/>
          <ac:spMkLst>
            <pc:docMk/>
            <pc:sldMk cId="1027415975" sldId="302"/>
            <ac:spMk id="3" creationId="{9EEE4645-A71E-4A5D-09EF-2CAFB6D47B8F}"/>
          </ac:spMkLst>
        </pc:spChg>
        <pc:graphicFrameChg chg="modGraphic">
          <ac:chgData name="Fanta GABY [EKVY]" userId="S::fanta.gaby@ekovya.com::56064d0f-5e10-4eee-955c-d40534ba82ef" providerId="AD" clId="Web-{E48FF336-484B-E38D-235C-E2F7BFA1E88E}" dt="2023-10-20T07:43:47.024" v="457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del">
          <ac:chgData name="Fanta GABY [EKVY]" userId="S::fanta.gaby@ekovya.com::56064d0f-5e10-4eee-955c-d40534ba82ef" providerId="AD" clId="Web-{E48FF336-484B-E38D-235C-E2F7BFA1E88E}" dt="2023-10-20T07:43:49.665" v="458"/>
          <ac:picMkLst>
            <pc:docMk/>
            <pc:sldMk cId="1027415975" sldId="302"/>
            <ac:picMk id="9" creationId="{A6BEE7FD-E84F-A112-D194-30B923703BED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3:27.711" v="456"/>
          <ac:picMkLst>
            <pc:docMk/>
            <pc:sldMk cId="1027415975" sldId="302"/>
            <ac:picMk id="11" creationId="{624BA416-F518-5F9E-5B30-81CEBA62F19B}"/>
          </ac:picMkLst>
        </pc:picChg>
        <pc:picChg chg="del">
          <ac:chgData name="Fanta GABY [EKVY]" userId="S::fanta.gaby@ekovya.com::56064d0f-5e10-4eee-955c-d40534ba82ef" providerId="AD" clId="Web-{E48FF336-484B-E38D-235C-E2F7BFA1E88E}" dt="2023-10-20T07:43:26.947" v="455"/>
          <ac:picMkLst>
            <pc:docMk/>
            <pc:sldMk cId="1027415975" sldId="302"/>
            <ac:picMk id="12" creationId="{2F075816-07F6-D142-D1B9-C518D230AE13}"/>
          </ac:picMkLst>
        </pc:picChg>
      </pc:sldChg>
    </pc:docChg>
  </pc:docChgLst>
  <pc:docChgLst>
    <pc:chgData name="Samira MHAMSA [EKVY]" userId="S::samira.mhamsa@ekovya.com::97bca04c-d510-4e0a-9b7c-fecd571a8b3c" providerId="AD" clId="Web-{9C7A0494-1369-6B92-5D1A-AABF2C83ACA4}"/>
    <pc:docChg chg="addSld delSld modSld sldOrd">
      <pc:chgData name="Samira MHAMSA [EKVY]" userId="S::samira.mhamsa@ekovya.com::97bca04c-d510-4e0a-9b7c-fecd571a8b3c" providerId="AD" clId="Web-{9C7A0494-1369-6B92-5D1A-AABF2C83ACA4}" dt="2023-11-05T21:35:57.890" v="274"/>
      <pc:docMkLst>
        <pc:docMk/>
      </pc:docMkLst>
      <pc:sldChg chg="modSp add del ord">
        <pc:chgData name="Samira MHAMSA [EKVY]" userId="S::samira.mhamsa@ekovya.com::97bca04c-d510-4e0a-9b7c-fecd571a8b3c" providerId="AD" clId="Web-{9C7A0494-1369-6B92-5D1A-AABF2C83ACA4}" dt="2023-11-05T21:25:10.460" v="207"/>
        <pc:sldMkLst>
          <pc:docMk/>
          <pc:sldMk cId="160593527" sldId="259"/>
        </pc:sldMkLst>
        <pc:graphicFrameChg chg="mod modGraphic">
          <ac:chgData name="Samira MHAMSA [EKVY]" userId="S::samira.mhamsa@ekovya.com::97bca04c-d510-4e0a-9b7c-fecd571a8b3c" providerId="AD" clId="Web-{9C7A0494-1369-6B92-5D1A-AABF2C83ACA4}" dt="2023-11-05T20:42:26.865" v="204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delSp modSp ord">
        <pc:chgData name="Samira MHAMSA [EKVY]" userId="S::samira.mhamsa@ekovya.com::97bca04c-d510-4e0a-9b7c-fecd571a8b3c" providerId="AD" clId="Web-{9C7A0494-1369-6B92-5D1A-AABF2C83ACA4}" dt="2023-11-05T18:25:39.529" v="167"/>
        <pc:sldMkLst>
          <pc:docMk/>
          <pc:sldMk cId="671117411" sldId="295"/>
        </pc:sldMkLst>
        <pc:graphicFrameChg chg="mod modGraphic">
          <ac:chgData name="Samira MHAMSA [EKVY]" userId="S::samira.mhamsa@ekovya.com::97bca04c-d510-4e0a-9b7c-fecd571a8b3c" providerId="AD" clId="Web-{9C7A0494-1369-6B92-5D1A-AABF2C83ACA4}" dt="2023-11-05T18:25:39.529" v="167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mod">
          <ac:chgData name="Samira MHAMSA [EKVY]" userId="S::samira.mhamsa@ekovya.com::97bca04c-d510-4e0a-9b7c-fecd571a8b3c" providerId="AD" clId="Web-{9C7A0494-1369-6B92-5D1A-AABF2C83ACA4}" dt="2023-11-05T18:20:01.253" v="103" actId="1076"/>
          <ac:picMkLst>
            <pc:docMk/>
            <pc:sldMk cId="671117411" sldId="295"/>
            <ac:picMk id="5" creationId="{C3D8D19B-740F-2823-2297-AC7E56E97A12}"/>
          </ac:picMkLst>
        </pc:picChg>
        <pc:picChg chg="mod">
          <ac:chgData name="Samira MHAMSA [EKVY]" userId="S::samira.mhamsa@ekovya.com::97bca04c-d510-4e0a-9b7c-fecd571a8b3c" providerId="AD" clId="Web-{9C7A0494-1369-6B92-5D1A-AABF2C83ACA4}" dt="2023-11-05T18:20:06.019" v="105" actId="1076"/>
          <ac:picMkLst>
            <pc:docMk/>
            <pc:sldMk cId="671117411" sldId="295"/>
            <ac:picMk id="6" creationId="{E399C290-03D1-B1CC-6417-3A648B2A8A84}"/>
          </ac:picMkLst>
        </pc:picChg>
        <pc:picChg chg="del">
          <ac:chgData name="Samira MHAMSA [EKVY]" userId="S::samira.mhamsa@ekovya.com::97bca04c-d510-4e0a-9b7c-fecd571a8b3c" providerId="AD" clId="Web-{9C7A0494-1369-6B92-5D1A-AABF2C83ACA4}" dt="2023-11-05T17:40:51.695" v="40"/>
          <ac:picMkLst>
            <pc:docMk/>
            <pc:sldMk cId="671117411" sldId="295"/>
            <ac:picMk id="7" creationId="{54740064-6E8A-32C2-496A-58F8D2EAEBFE}"/>
          </ac:picMkLst>
        </pc:picChg>
        <pc:picChg chg="mod">
          <ac:chgData name="Samira MHAMSA [EKVY]" userId="S::samira.mhamsa@ekovya.com::97bca04c-d510-4e0a-9b7c-fecd571a8b3c" providerId="AD" clId="Web-{9C7A0494-1369-6B92-5D1A-AABF2C83ACA4}" dt="2023-11-05T18:20:03.347" v="104" actId="1076"/>
          <ac:picMkLst>
            <pc:docMk/>
            <pc:sldMk cId="671117411" sldId="295"/>
            <ac:picMk id="9" creationId="{59F8A300-3A26-11B4-6BB8-4E0892E19E60}"/>
          </ac:picMkLst>
        </pc:picChg>
        <pc:picChg chg="mod">
          <ac:chgData name="Samira MHAMSA [EKVY]" userId="S::samira.mhamsa@ekovya.com::97bca04c-d510-4e0a-9b7c-fecd571a8b3c" providerId="AD" clId="Web-{9C7A0494-1369-6B92-5D1A-AABF2C83ACA4}" dt="2023-11-05T18:20:08.331" v="106" actId="1076"/>
          <ac:picMkLst>
            <pc:docMk/>
            <pc:sldMk cId="671117411" sldId="295"/>
            <ac:picMk id="10" creationId="{53EAB2C1-EE73-EF05-0F96-EA8B5458EE66}"/>
          </ac:picMkLst>
        </pc:picChg>
        <pc:picChg chg="mod">
          <ac:chgData name="Samira MHAMSA [EKVY]" userId="S::samira.mhamsa@ekovya.com::97bca04c-d510-4e0a-9b7c-fecd571a8b3c" providerId="AD" clId="Web-{9C7A0494-1369-6B92-5D1A-AABF2C83ACA4}" dt="2023-11-05T18:20:12.550" v="107" actId="1076"/>
          <ac:picMkLst>
            <pc:docMk/>
            <pc:sldMk cId="671117411" sldId="295"/>
            <ac:picMk id="13" creationId="{79723469-0D30-1B13-4629-050D3C7BB64B}"/>
          </ac:picMkLst>
        </pc:picChg>
      </pc:sldChg>
      <pc:sldChg chg="addSp delSp modSp ord">
        <pc:chgData name="Samira MHAMSA [EKVY]" userId="S::samira.mhamsa@ekovya.com::97bca04c-d510-4e0a-9b7c-fecd571a8b3c" providerId="AD" clId="Web-{9C7A0494-1369-6B92-5D1A-AABF2C83ACA4}" dt="2023-11-05T21:35:57.890" v="274"/>
        <pc:sldMkLst>
          <pc:docMk/>
          <pc:sldMk cId="3658578848" sldId="297"/>
        </pc:sldMkLst>
        <pc:picChg chg="add mod">
          <ac:chgData name="Samira MHAMSA [EKVY]" userId="S::samira.mhamsa@ekovya.com::97bca04c-d510-4e0a-9b7c-fecd571a8b3c" providerId="AD" clId="Web-{9C7A0494-1369-6B92-5D1A-AABF2C83ACA4}" dt="2023-11-05T21:33:11.634" v="263" actId="1076"/>
          <ac:picMkLst>
            <pc:docMk/>
            <pc:sldMk cId="3658578848" sldId="297"/>
            <ac:picMk id="4" creationId="{4842A8D7-D8B4-4906-F1BE-3EA607D04169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3:17.134" v="265" actId="1076"/>
          <ac:picMkLst>
            <pc:docMk/>
            <pc:sldMk cId="3658578848" sldId="297"/>
            <ac:picMk id="7" creationId="{6F8A8E6C-EC4A-C131-D7BE-968F57424367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3:42.026" v="267" actId="1076"/>
          <ac:picMkLst>
            <pc:docMk/>
            <pc:sldMk cId="3658578848" sldId="297"/>
            <ac:picMk id="8" creationId="{7DEAB391-42B2-540F-8A29-7AE997CD1535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4:13.465" v="271" actId="1076"/>
          <ac:picMkLst>
            <pc:docMk/>
            <pc:sldMk cId="3658578848" sldId="297"/>
            <ac:picMk id="9" creationId="{D5F8DDDA-B66A-13D2-2C10-99BD159F57B2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4:10.090" v="270" actId="1076"/>
          <ac:picMkLst>
            <pc:docMk/>
            <pc:sldMk cId="3658578848" sldId="297"/>
            <ac:picMk id="11" creationId="{D5F8DDDA-B66A-13D2-2C10-99BD159F57B2}"/>
          </ac:picMkLst>
        </pc:picChg>
        <pc:picChg chg="add del mod">
          <ac:chgData name="Samira MHAMSA [EKVY]" userId="S::samira.mhamsa@ekovya.com::97bca04c-d510-4e0a-9b7c-fecd571a8b3c" providerId="AD" clId="Web-{9C7A0494-1369-6B92-5D1A-AABF2C83ACA4}" dt="2023-11-05T21:35:57.890" v="274"/>
          <ac:picMkLst>
            <pc:docMk/>
            <pc:sldMk cId="3658578848" sldId="297"/>
            <ac:picMk id="12" creationId="{3707DCEB-A4A0-13AF-C179-49983048CE7E}"/>
          </ac:picMkLst>
        </pc:picChg>
      </pc:sldChg>
      <pc:sldChg chg="modSp">
        <pc:chgData name="Samira MHAMSA [EKVY]" userId="S::samira.mhamsa@ekovya.com::97bca04c-d510-4e0a-9b7c-fecd571a8b3c" providerId="AD" clId="Web-{9C7A0494-1369-6B92-5D1A-AABF2C83ACA4}" dt="2023-11-05T18:10:43.329" v="101"/>
        <pc:sldMkLst>
          <pc:docMk/>
          <pc:sldMk cId="2330912131" sldId="298"/>
        </pc:sldMkLst>
        <pc:spChg chg="mod">
          <ac:chgData name="Samira MHAMSA [EKVY]" userId="S::samira.mhamsa@ekovya.com::97bca04c-d510-4e0a-9b7c-fecd571a8b3c" providerId="AD" clId="Web-{9C7A0494-1369-6B92-5D1A-AABF2C83ACA4}" dt="2023-11-05T17:37:54.455" v="39" actId="1076"/>
          <ac:spMkLst>
            <pc:docMk/>
            <pc:sldMk cId="2330912131" sldId="298"/>
            <ac:spMk id="3" creationId="{9EEE4645-A71E-4A5D-09EF-2CAFB6D47B8F}"/>
          </ac:spMkLst>
        </pc:spChg>
        <pc:graphicFrameChg chg="mod modGraphic">
          <ac:chgData name="Samira MHAMSA [EKVY]" userId="S::samira.mhamsa@ekovya.com::97bca04c-d510-4e0a-9b7c-fecd571a8b3c" providerId="AD" clId="Web-{9C7A0494-1369-6B92-5D1A-AABF2C83ACA4}" dt="2023-11-05T18:10:43.329" v="101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  <pc:sldChg chg="modSp">
        <pc:chgData name="Samira MHAMSA [EKVY]" userId="S::samira.mhamsa@ekovya.com::97bca04c-d510-4e0a-9b7c-fecd571a8b3c" providerId="AD" clId="Web-{9C7A0494-1369-6B92-5D1A-AABF2C83ACA4}" dt="2023-11-05T18:27:36.627" v="186" actId="1076"/>
        <pc:sldMkLst>
          <pc:docMk/>
          <pc:sldMk cId="3707574796" sldId="300"/>
        </pc:sldMkLst>
        <pc:graphicFrameChg chg="mod modGraphic">
          <ac:chgData name="Samira MHAMSA [EKVY]" userId="S::samira.mhamsa@ekovya.com::97bca04c-d510-4e0a-9b7c-fecd571a8b3c" providerId="AD" clId="Web-{9C7A0494-1369-6B92-5D1A-AABF2C83ACA4}" dt="2023-11-05T18:27:36.627" v="186" actId="1076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Samira MHAMSA [EKVY]" userId="S::samira.mhamsa@ekovya.com::97bca04c-d510-4e0a-9b7c-fecd571a8b3c" providerId="AD" clId="Web-{9C7A0494-1369-6B92-5D1A-AABF2C83ACA4}" dt="2023-11-05T18:26:53.204" v="170"/>
        <pc:sldMkLst>
          <pc:docMk/>
          <pc:sldMk cId="2808088630" sldId="301"/>
        </pc:sldMkLst>
        <pc:graphicFrameChg chg="modGraphic">
          <ac:chgData name="Samira MHAMSA [EKVY]" userId="S::samira.mhamsa@ekovya.com::97bca04c-d510-4e0a-9b7c-fecd571a8b3c" providerId="AD" clId="Web-{9C7A0494-1369-6B92-5D1A-AABF2C83ACA4}" dt="2023-11-05T18:26:53.204" v="170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  <pc:sldChg chg="addSp modSp">
        <pc:chgData name="Samira MHAMSA [EKVY]" userId="S::samira.mhamsa@ekovya.com::97bca04c-d510-4e0a-9b7c-fecd571a8b3c" providerId="AD" clId="Web-{9C7A0494-1369-6B92-5D1A-AABF2C83ACA4}" dt="2023-11-05T21:32:34.211" v="261" actId="1076"/>
        <pc:sldMkLst>
          <pc:docMk/>
          <pc:sldMk cId="1027415975" sldId="302"/>
        </pc:sldMkLst>
        <pc:graphicFrameChg chg="mod modGraphic">
          <ac:chgData name="Samira MHAMSA [EKVY]" userId="S::samira.mhamsa@ekovya.com::97bca04c-d510-4e0a-9b7c-fecd571a8b3c" providerId="AD" clId="Web-{9C7A0494-1369-6B92-5D1A-AABF2C83ACA4}" dt="2023-11-05T21:26:32.291" v="255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add mod">
          <ac:chgData name="Samira MHAMSA [EKVY]" userId="S::samira.mhamsa@ekovya.com::97bca04c-d510-4e0a-9b7c-fecd571a8b3c" providerId="AD" clId="Web-{9C7A0494-1369-6B92-5D1A-AABF2C83ACA4}" dt="2023-11-05T21:32:21.632" v="257" actId="1076"/>
          <ac:picMkLst>
            <pc:docMk/>
            <pc:sldMk cId="1027415975" sldId="302"/>
            <ac:picMk id="4" creationId="{AA923A48-5CBB-5E1A-5744-EFA2F6F0D20A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2:26.695" v="259" actId="1076"/>
          <ac:picMkLst>
            <pc:docMk/>
            <pc:sldMk cId="1027415975" sldId="302"/>
            <ac:picMk id="5" creationId="{027809C4-512C-D946-8E43-1B888DEF2C45}"/>
          </ac:picMkLst>
        </pc:picChg>
        <pc:picChg chg="add mod">
          <ac:chgData name="Samira MHAMSA [EKVY]" userId="S::samira.mhamsa@ekovya.com::97bca04c-d510-4e0a-9b7c-fecd571a8b3c" providerId="AD" clId="Web-{9C7A0494-1369-6B92-5D1A-AABF2C83ACA4}" dt="2023-11-05T21:32:34.211" v="261" actId="1076"/>
          <ac:picMkLst>
            <pc:docMk/>
            <pc:sldMk cId="1027415975" sldId="302"/>
            <ac:picMk id="6" creationId="{7F03B29F-B9CB-D1D6-6E36-005DD17B3029}"/>
          </ac:picMkLst>
        </pc:picChg>
      </pc:sldChg>
      <pc:sldChg chg="new add del">
        <pc:chgData name="Samira MHAMSA [EKVY]" userId="S::samira.mhamsa@ekovya.com::97bca04c-d510-4e0a-9b7c-fecd571a8b3c" providerId="AD" clId="Web-{9C7A0494-1369-6B92-5D1A-AABF2C83ACA4}" dt="2023-11-05T17:54:55.487" v="60"/>
        <pc:sldMkLst>
          <pc:docMk/>
          <pc:sldMk cId="1967928627" sldId="303"/>
        </pc:sldMkLst>
      </pc:sldChg>
      <pc:sldChg chg="new del">
        <pc:chgData name="Samira MHAMSA [EKVY]" userId="S::samira.mhamsa@ekovya.com::97bca04c-d510-4e0a-9b7c-fecd571a8b3c" providerId="AD" clId="Web-{9C7A0494-1369-6B92-5D1A-AABF2C83ACA4}" dt="2023-11-05T17:54:53.159" v="59"/>
        <pc:sldMkLst>
          <pc:docMk/>
          <pc:sldMk cId="1329492839" sldId="304"/>
        </pc:sldMkLst>
      </pc:sldChg>
    </pc:docChg>
  </pc:docChgLst>
  <pc:docChgLst>
    <pc:chgData name="Elisa FAUCI [EKVY]" userId="S::elisa.fauci@ekovya.com::faefe7ae-0d45-4ed0-9168-4cefc9922871" providerId="AD" clId="Web-{59F4B88F-0ECB-5872-7AA2-F2B70D5A5C99}"/>
    <pc:docChg chg="modSld">
      <pc:chgData name="Elisa FAUCI [EKVY]" userId="S::elisa.fauci@ekovya.com::faefe7ae-0d45-4ed0-9168-4cefc9922871" providerId="AD" clId="Web-{59F4B88F-0ECB-5872-7AA2-F2B70D5A5C99}" dt="2024-02-05T16:06:19.585" v="3"/>
      <pc:docMkLst>
        <pc:docMk/>
      </pc:docMkLst>
      <pc:sldChg chg="addSp delSp modSp">
        <pc:chgData name="Elisa FAUCI [EKVY]" userId="S::elisa.fauci@ekovya.com::faefe7ae-0d45-4ed0-9168-4cefc9922871" providerId="AD" clId="Web-{59F4B88F-0ECB-5872-7AA2-F2B70D5A5C99}" dt="2024-02-05T16:06:19.585" v="3"/>
        <pc:sldMkLst>
          <pc:docMk/>
          <pc:sldMk cId="3658578848" sldId="297"/>
        </pc:sldMkLst>
        <pc:picChg chg="add del">
          <ac:chgData name="Elisa FAUCI [EKVY]" userId="S::elisa.fauci@ekovya.com::faefe7ae-0d45-4ed0-9168-4cefc9922871" providerId="AD" clId="Web-{59F4B88F-0ECB-5872-7AA2-F2B70D5A5C99}" dt="2024-02-05T16:01:47.816" v="1"/>
          <ac:picMkLst>
            <pc:docMk/>
            <pc:sldMk cId="3658578848" sldId="297"/>
            <ac:picMk id="3" creationId="{C48E0450-E655-5B31-4500-40829440B633}"/>
          </ac:picMkLst>
        </pc:picChg>
        <pc:picChg chg="mod">
          <ac:chgData name="Elisa FAUCI [EKVY]" userId="S::elisa.fauci@ekovya.com::faefe7ae-0d45-4ed0-9168-4cefc9922871" providerId="AD" clId="Web-{59F4B88F-0ECB-5872-7AA2-F2B70D5A5C99}" dt="2024-02-05T16:06:19.585" v="3"/>
          <ac:picMkLst>
            <pc:docMk/>
            <pc:sldMk cId="3658578848" sldId="297"/>
            <ac:picMk id="4" creationId="{4842A8D7-D8B4-4906-F1BE-3EA607D04169}"/>
          </ac:picMkLst>
        </pc:picChg>
      </pc:sldChg>
    </pc:docChg>
  </pc:docChgLst>
  <pc:docChgLst>
    <pc:chgData name="Etienne BERNOULI [EKVY]" userId="S::etienne.bernouli@ekovya.com::788bc91c-003c-4812-92c2-07289c8ccacf" providerId="AD" clId="Web-{DC8A5A81-EE48-B6D2-4746-4B113F6CF9C0}"/>
    <pc:docChg chg="modSld sldOrd">
      <pc:chgData name="Etienne BERNOULI [EKVY]" userId="S::etienne.bernouli@ekovya.com::788bc91c-003c-4812-92c2-07289c8ccacf" providerId="AD" clId="Web-{DC8A5A81-EE48-B6D2-4746-4B113F6CF9C0}" dt="2023-11-05T23:04:41.912" v="214"/>
      <pc:docMkLst>
        <pc:docMk/>
      </pc:docMkLst>
      <pc:sldChg chg="modSp ord">
        <pc:chgData name="Etienne BERNOULI [EKVY]" userId="S::etienne.bernouli@ekovya.com::788bc91c-003c-4812-92c2-07289c8ccacf" providerId="AD" clId="Web-{DC8A5A81-EE48-B6D2-4746-4B113F6CF9C0}" dt="2023-11-05T22:51:05.906" v="109"/>
        <pc:sldMkLst>
          <pc:docMk/>
          <pc:sldMk cId="160593527" sldId="259"/>
        </pc:sldMkLst>
        <pc:graphicFrameChg chg="mod modGraphic">
          <ac:chgData name="Etienne BERNOULI [EKVY]" userId="S::etienne.bernouli@ekovya.com::788bc91c-003c-4812-92c2-07289c8ccacf" providerId="AD" clId="Web-{DC8A5A81-EE48-B6D2-4746-4B113F6CF9C0}" dt="2023-11-05T22:50:57.765" v="108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delSp modSp">
        <pc:chgData name="Etienne BERNOULI [EKVY]" userId="S::etienne.bernouli@ekovya.com::788bc91c-003c-4812-92c2-07289c8ccacf" providerId="AD" clId="Web-{DC8A5A81-EE48-B6D2-4746-4B113F6CF9C0}" dt="2023-11-05T22:53:37.944" v="182" actId="1076"/>
        <pc:sldMkLst>
          <pc:docMk/>
          <pc:sldMk cId="671117411" sldId="295"/>
        </pc:sldMkLst>
        <pc:graphicFrameChg chg="mod modGraphic">
          <ac:chgData name="Etienne BERNOULI [EKVY]" userId="S::etienne.bernouli@ekovya.com::788bc91c-003c-4812-92c2-07289c8ccacf" providerId="AD" clId="Web-{DC8A5A81-EE48-B6D2-4746-4B113F6CF9C0}" dt="2023-11-05T22:52:58.130" v="157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del">
          <ac:chgData name="Etienne BERNOULI [EKVY]" userId="S::etienne.bernouli@ekovya.com::788bc91c-003c-4812-92c2-07289c8ccacf" providerId="AD" clId="Web-{DC8A5A81-EE48-B6D2-4746-4B113F6CF9C0}" dt="2023-11-05T22:53:19.787" v="178"/>
          <ac:picMkLst>
            <pc:docMk/>
            <pc:sldMk cId="671117411" sldId="295"/>
            <ac:picMk id="5" creationId="{C56679FB-5D31-0FBB-C029-FCE7FE714FA7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3:37.944" v="182" actId="1076"/>
          <ac:picMkLst>
            <pc:docMk/>
            <pc:sldMk cId="671117411" sldId="295"/>
            <ac:picMk id="6" creationId="{57D58E42-F084-8A69-D9F5-6E59BEAD62BD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3:32.975" v="181" actId="1076"/>
          <ac:picMkLst>
            <pc:docMk/>
            <pc:sldMk cId="671117411" sldId="295"/>
            <ac:picMk id="8" creationId="{148020A4-F856-C7F8-4299-920A12DD1243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3:29.366" v="179" actId="1076"/>
          <ac:picMkLst>
            <pc:docMk/>
            <pc:sldMk cId="671117411" sldId="295"/>
            <ac:picMk id="13" creationId="{79723469-0D30-1B13-4629-050D3C7BB64B}"/>
          </ac:picMkLst>
        </pc:picChg>
      </pc:sldChg>
      <pc:sldChg chg="ord">
        <pc:chgData name="Etienne BERNOULI [EKVY]" userId="S::etienne.bernouli@ekovya.com::788bc91c-003c-4812-92c2-07289c8ccacf" providerId="AD" clId="Web-{DC8A5A81-EE48-B6D2-4746-4B113F6CF9C0}" dt="2023-11-05T22:51:08.688" v="110"/>
        <pc:sldMkLst>
          <pc:docMk/>
          <pc:sldMk cId="3658578848" sldId="297"/>
        </pc:sldMkLst>
      </pc:sldChg>
      <pc:sldChg chg="delSp modSp">
        <pc:chgData name="Etienne BERNOULI [EKVY]" userId="S::etienne.bernouli@ekovya.com::788bc91c-003c-4812-92c2-07289c8ccacf" providerId="AD" clId="Web-{DC8A5A81-EE48-B6D2-4746-4B113F6CF9C0}" dt="2023-11-05T22:51:19.126" v="118"/>
        <pc:sldMkLst>
          <pc:docMk/>
          <pc:sldMk cId="2330912131" sldId="298"/>
        </pc:sldMkLst>
        <pc:graphicFrameChg chg="mod modGraphic">
          <ac:chgData name="Etienne BERNOULI [EKVY]" userId="S::etienne.bernouli@ekovya.com::788bc91c-003c-4812-92c2-07289c8ccacf" providerId="AD" clId="Web-{DC8A5A81-EE48-B6D2-4746-4B113F6CF9C0}" dt="2023-11-05T22:51:19.126" v="118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del">
          <ac:chgData name="Etienne BERNOULI [EKVY]" userId="S::etienne.bernouli@ekovya.com::788bc91c-003c-4812-92c2-07289c8ccacf" providerId="AD" clId="Web-{DC8A5A81-EE48-B6D2-4746-4B113F6CF9C0}" dt="2023-11-05T22:49:50.903" v="53"/>
          <ac:picMkLst>
            <pc:docMk/>
            <pc:sldMk cId="2330912131" sldId="298"/>
            <ac:picMk id="4" creationId="{97992725-8656-1497-7916-F16EC0723827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49:56.231" v="54" actId="1076"/>
          <ac:picMkLst>
            <pc:docMk/>
            <pc:sldMk cId="2330912131" sldId="298"/>
            <ac:picMk id="5" creationId="{702866B7-8401-8BEA-21F6-003152A1387D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49:49.559" v="52" actId="1076"/>
          <ac:picMkLst>
            <pc:docMk/>
            <pc:sldMk cId="2330912131" sldId="298"/>
            <ac:picMk id="6" creationId="{889DB191-4514-ECCA-43D9-C5D6E6C91B86}"/>
          </ac:picMkLst>
        </pc:picChg>
      </pc:sldChg>
      <pc:sldChg chg="addSp delSp modSp">
        <pc:chgData name="Etienne BERNOULI [EKVY]" userId="S::etienne.bernouli@ekovya.com::788bc91c-003c-4812-92c2-07289c8ccacf" providerId="AD" clId="Web-{DC8A5A81-EE48-B6D2-4746-4B113F6CF9C0}" dt="2023-11-05T23:04:41.912" v="214"/>
        <pc:sldMkLst>
          <pc:docMk/>
          <pc:sldMk cId="1027415975" sldId="302"/>
        </pc:sldMkLst>
        <pc:graphicFrameChg chg="mod modGraphic">
          <ac:chgData name="Etienne BERNOULI [EKVY]" userId="S::etienne.bernouli@ekovya.com::788bc91c-003c-4812-92c2-07289c8ccacf" providerId="AD" clId="Web-{DC8A5A81-EE48-B6D2-4746-4B113F6CF9C0}" dt="2023-11-05T23:04:41.912" v="214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mod">
          <ac:chgData name="Etienne BERNOULI [EKVY]" userId="S::etienne.bernouli@ekovya.com::788bc91c-003c-4812-92c2-07289c8ccacf" providerId="AD" clId="Web-{DC8A5A81-EE48-B6D2-4746-4B113F6CF9C0}" dt="2023-11-05T22:54:55.979" v="203" actId="1076"/>
          <ac:picMkLst>
            <pc:docMk/>
            <pc:sldMk cId="1027415975" sldId="302"/>
            <ac:picMk id="4" creationId="{AA923A48-5CBB-5E1A-5744-EFA2F6F0D20A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5:08.136" v="206" actId="1076"/>
          <ac:picMkLst>
            <pc:docMk/>
            <pc:sldMk cId="1027415975" sldId="302"/>
            <ac:picMk id="5" creationId="{027809C4-512C-D946-8E43-1B888DEF2C45}"/>
          </ac:picMkLst>
        </pc:picChg>
        <pc:picChg chg="del">
          <ac:chgData name="Etienne BERNOULI [EKVY]" userId="S::etienne.bernouli@ekovya.com::788bc91c-003c-4812-92c2-07289c8ccacf" providerId="AD" clId="Web-{DC8A5A81-EE48-B6D2-4746-4B113F6CF9C0}" dt="2023-11-05T22:54:18.524" v="184"/>
          <ac:picMkLst>
            <pc:docMk/>
            <pc:sldMk cId="1027415975" sldId="302"/>
            <ac:picMk id="6" creationId="{7F03B29F-B9CB-D1D6-6E36-005DD17B3029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5:12.214" v="208" actId="1076"/>
          <ac:picMkLst>
            <pc:docMk/>
            <pc:sldMk cId="1027415975" sldId="302"/>
            <ac:picMk id="7" creationId="{B508268E-D571-BCDA-FFB2-3BB359B76C5B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4:42.479" v="198" actId="1076"/>
          <ac:picMkLst>
            <pc:docMk/>
            <pc:sldMk cId="1027415975" sldId="302"/>
            <ac:picMk id="10" creationId="{690803E4-E31E-6352-50C8-ACCD4279A50B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4:44.885" v="199" actId="1076"/>
          <ac:picMkLst>
            <pc:docMk/>
            <pc:sldMk cId="1027415975" sldId="302"/>
            <ac:picMk id="13" creationId="{074D8BAF-27CD-4442-0AC0-B4B140EEE4B3}"/>
          </ac:picMkLst>
        </pc:picChg>
        <pc:picChg chg="mod">
          <ac:chgData name="Etienne BERNOULI [EKVY]" userId="S::etienne.bernouli@ekovya.com::788bc91c-003c-4812-92c2-07289c8ccacf" providerId="AD" clId="Web-{DC8A5A81-EE48-B6D2-4746-4B113F6CF9C0}" dt="2023-11-05T22:55:03.230" v="205" actId="1076"/>
          <ac:picMkLst>
            <pc:docMk/>
            <pc:sldMk cId="1027415975" sldId="302"/>
            <ac:picMk id="14" creationId="{E12DE477-2371-A88A-6065-605E0FE0D22A}"/>
          </ac:picMkLst>
        </pc:picChg>
        <pc:picChg chg="add del mod">
          <ac:chgData name="Etienne BERNOULI [EKVY]" userId="S::etienne.bernouli@ekovya.com::788bc91c-003c-4812-92c2-07289c8ccacf" providerId="AD" clId="Web-{DC8A5A81-EE48-B6D2-4746-4B113F6CF9C0}" dt="2023-11-05T23:04:39.099" v="213"/>
          <ac:picMkLst>
            <pc:docMk/>
            <pc:sldMk cId="1027415975" sldId="302"/>
            <ac:picMk id="15" creationId="{EDA40081-F1CB-65CF-02AC-DF1D8D9A3F1E}"/>
          </ac:picMkLst>
        </pc:picChg>
      </pc:sldChg>
    </pc:docChg>
  </pc:docChgLst>
  <pc:docChgLst>
    <pc:chgData name="Fanta GABY [EKVY]" userId="S::fanta.gaby@ekovya.com::56064d0f-5e10-4eee-955c-d40534ba82ef" providerId="AD" clId="Web-{11040B80-CE5A-20D7-5145-C6AC557DE41D}"/>
    <pc:docChg chg="modSld">
      <pc:chgData name="Fanta GABY [EKVY]" userId="S::fanta.gaby@ekovya.com::56064d0f-5e10-4eee-955c-d40534ba82ef" providerId="AD" clId="Web-{11040B80-CE5A-20D7-5145-C6AC557DE41D}" dt="2023-11-05T18:43:15.747" v="294"/>
      <pc:docMkLst>
        <pc:docMk/>
      </pc:docMkLst>
      <pc:sldChg chg="addSp modSp">
        <pc:chgData name="Fanta GABY [EKVY]" userId="S::fanta.gaby@ekovya.com::56064d0f-5e10-4eee-955c-d40534ba82ef" providerId="AD" clId="Web-{11040B80-CE5A-20D7-5145-C6AC557DE41D}" dt="2023-11-05T18:37:25.675" v="134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11040B80-CE5A-20D7-5145-C6AC557DE41D}" dt="2023-11-05T18:37:25.675" v="134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add mod">
          <ac:chgData name="Fanta GABY [EKVY]" userId="S::fanta.gaby@ekovya.com::56064d0f-5e10-4eee-955c-d40534ba82ef" providerId="AD" clId="Web-{11040B80-CE5A-20D7-5145-C6AC557DE41D}" dt="2023-11-05T18:36:59.409" v="82" actId="1076"/>
          <ac:picMkLst>
            <pc:docMk/>
            <pc:sldMk cId="671117411" sldId="295"/>
            <ac:picMk id="6" creationId="{57D58E42-F084-8A69-D9F5-6E59BEAD62BD}"/>
          </ac:picMkLst>
        </pc:picChg>
      </pc:sldChg>
      <pc:sldChg chg="addSp delSp modSp">
        <pc:chgData name="Fanta GABY [EKVY]" userId="S::fanta.gaby@ekovya.com::56064d0f-5e10-4eee-955c-d40534ba82ef" providerId="AD" clId="Web-{11040B80-CE5A-20D7-5145-C6AC557DE41D}" dt="2023-11-05T18:43:15.747" v="294"/>
        <pc:sldMkLst>
          <pc:docMk/>
          <pc:sldMk cId="1027415975" sldId="302"/>
        </pc:sldMkLst>
        <pc:graphicFrameChg chg="mod modGraphic">
          <ac:chgData name="Fanta GABY [EKVY]" userId="S::fanta.gaby@ekovya.com::56064d0f-5e10-4eee-955c-d40534ba82ef" providerId="AD" clId="Web-{11040B80-CE5A-20D7-5145-C6AC557DE41D}" dt="2023-11-05T18:41:36.073" v="289" actId="1076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del">
          <ac:chgData name="Fanta GABY [EKVY]" userId="S::fanta.gaby@ekovya.com::56064d0f-5e10-4eee-955c-d40534ba82ef" providerId="AD" clId="Web-{11040B80-CE5A-20D7-5145-C6AC557DE41D}" dt="2023-11-05T18:41:09.181" v="281"/>
          <ac:picMkLst>
            <pc:docMk/>
            <pc:sldMk cId="1027415975" sldId="302"/>
            <ac:picMk id="5" creationId="{C3D8D19B-740F-2823-2297-AC7E56E97A12}"/>
          </ac:picMkLst>
        </pc:picChg>
        <pc:picChg chg="del">
          <ac:chgData name="Fanta GABY [EKVY]" userId="S::fanta.gaby@ekovya.com::56064d0f-5e10-4eee-955c-d40534ba82ef" providerId="AD" clId="Web-{11040B80-CE5A-20D7-5145-C6AC557DE41D}" dt="2023-11-05T18:41:17.838" v="286"/>
          <ac:picMkLst>
            <pc:docMk/>
            <pc:sldMk cId="1027415975" sldId="302"/>
            <ac:picMk id="6" creationId="{E399C290-03D1-B1CC-6417-3A648B2A8A84}"/>
          </ac:picMkLst>
        </pc:picChg>
        <pc:picChg chg="add mod">
          <ac:chgData name="Fanta GABY [EKVY]" userId="S::fanta.gaby@ekovya.com::56064d0f-5e10-4eee-955c-d40534ba82ef" providerId="AD" clId="Web-{11040B80-CE5A-20D7-5145-C6AC557DE41D}" dt="2023-11-05T18:43:02.794" v="293" actId="1076"/>
          <ac:picMkLst>
            <pc:docMk/>
            <pc:sldMk cId="1027415975" sldId="302"/>
            <ac:picMk id="7" creationId="{B508268E-D571-BCDA-FFB2-3BB359B76C5B}"/>
          </ac:picMkLst>
        </pc:picChg>
        <pc:picChg chg="del">
          <ac:chgData name="Fanta GABY [EKVY]" userId="S::fanta.gaby@ekovya.com::56064d0f-5e10-4eee-955c-d40534ba82ef" providerId="AD" clId="Web-{11040B80-CE5A-20D7-5145-C6AC557DE41D}" dt="2023-11-05T18:43:15.747" v="294"/>
          <ac:picMkLst>
            <pc:docMk/>
            <pc:sldMk cId="1027415975" sldId="302"/>
            <ac:picMk id="8" creationId="{027D9567-16D3-491F-55AE-560739609536}"/>
          </ac:picMkLst>
        </pc:picChg>
        <pc:picChg chg="mod">
          <ac:chgData name="Fanta GABY [EKVY]" userId="S::fanta.gaby@ekovya.com::56064d0f-5e10-4eee-955c-d40534ba82ef" providerId="AD" clId="Web-{11040B80-CE5A-20D7-5145-C6AC557DE41D}" dt="2023-11-05T18:41:41.542" v="290" actId="1076"/>
          <ac:picMkLst>
            <pc:docMk/>
            <pc:sldMk cId="1027415975" sldId="302"/>
            <ac:picMk id="10" creationId="{690803E4-E31E-6352-50C8-ACCD4279A50B}"/>
          </ac:picMkLst>
        </pc:picChg>
        <pc:picChg chg="mod">
          <ac:chgData name="Fanta GABY [EKVY]" userId="S::fanta.gaby@ekovya.com::56064d0f-5e10-4eee-955c-d40534ba82ef" providerId="AD" clId="Web-{11040B80-CE5A-20D7-5145-C6AC557DE41D}" dt="2023-11-05T18:41:46.120" v="291" actId="1076"/>
          <ac:picMkLst>
            <pc:docMk/>
            <pc:sldMk cId="1027415975" sldId="302"/>
            <ac:picMk id="13" creationId="{074D8BAF-27CD-4442-0AC0-B4B140EEE4B3}"/>
          </ac:picMkLst>
        </pc:picChg>
      </pc:sldChg>
    </pc:docChg>
  </pc:docChgLst>
  <pc:docChgLst>
    <pc:chgData name="Aurore MBAUR [EKVY]" userId="S::aurore.mbaur@ekovya.com::e9a60133-3da0-4e28-aa66-3da7fb60df94" providerId="AD" clId="Web-{595860BC-CA00-A642-4FDE-D6F5564213DA}"/>
    <pc:docChg chg="addSld delSld modSld">
      <pc:chgData name="Aurore MBAUR [EKVY]" userId="S::aurore.mbaur@ekovya.com::e9a60133-3da0-4e28-aa66-3da7fb60df94" providerId="AD" clId="Web-{595860BC-CA00-A642-4FDE-D6F5564213DA}" dt="2023-11-20T09:14:16.034" v="3"/>
      <pc:docMkLst>
        <pc:docMk/>
      </pc:docMkLst>
      <pc:sldChg chg="modSp">
        <pc:chgData name="Aurore MBAUR [EKVY]" userId="S::aurore.mbaur@ekovya.com::e9a60133-3da0-4e28-aa66-3da7fb60df94" providerId="AD" clId="Web-{595860BC-CA00-A642-4FDE-D6F5564213DA}" dt="2023-11-20T09:14:16.034" v="3"/>
        <pc:sldMkLst>
          <pc:docMk/>
          <pc:sldMk cId="3658578848" sldId="297"/>
        </pc:sldMkLst>
        <pc:graphicFrameChg chg="mod modGraphic">
          <ac:chgData name="Aurore MBAUR [EKVY]" userId="S::aurore.mbaur@ekovya.com::e9a60133-3da0-4e28-aa66-3da7fb60df94" providerId="AD" clId="Web-{595860BC-CA00-A642-4FDE-D6F5564213DA}" dt="2023-11-20T09:14:16.034" v="3"/>
          <ac:graphicFrameMkLst>
            <pc:docMk/>
            <pc:sldMk cId="3658578848" sldId="297"/>
            <ac:graphicFrameMk id="10" creationId="{EADA28D5-7DA6-CE42-2E5F-77384C0832AE}"/>
          </ac:graphicFrameMkLst>
        </pc:graphicFrameChg>
      </pc:sldChg>
      <pc:sldChg chg="add del replId">
        <pc:chgData name="Aurore MBAUR [EKVY]" userId="S::aurore.mbaur@ekovya.com::e9a60133-3da0-4e28-aa66-3da7fb60df94" providerId="AD" clId="Web-{595860BC-CA00-A642-4FDE-D6F5564213DA}" dt="2023-11-20T09:08:09.351" v="1"/>
        <pc:sldMkLst>
          <pc:docMk/>
          <pc:sldMk cId="1919742240" sldId="303"/>
        </pc:sldMkLst>
      </pc:sldChg>
    </pc:docChg>
  </pc:docChgLst>
  <pc:docChgLst>
    <pc:chgData name="Samira MHAMSA [EKVY]" userId="S::samira.mhamsa@ekovya.com::97bca04c-d510-4e0a-9b7c-fecd571a8b3c" providerId="AD" clId="Web-{D3BE86E9-B527-C8F6-CB4A-21609BE119DC}"/>
    <pc:docChg chg="modSld">
      <pc:chgData name="Samira MHAMSA [EKVY]" userId="S::samira.mhamsa@ekovya.com::97bca04c-d510-4e0a-9b7c-fecd571a8b3c" providerId="AD" clId="Web-{D3BE86E9-B527-C8F6-CB4A-21609BE119DC}" dt="2023-12-08T11:36:23.808" v="65" actId="1076"/>
      <pc:docMkLst>
        <pc:docMk/>
      </pc:docMkLst>
      <pc:sldChg chg="delSp modSp">
        <pc:chgData name="Samira MHAMSA [EKVY]" userId="S::samira.mhamsa@ekovya.com::97bca04c-d510-4e0a-9b7c-fecd571a8b3c" providerId="AD" clId="Web-{D3BE86E9-B527-C8F6-CB4A-21609BE119DC}" dt="2023-12-08T11:36:23.808" v="65" actId="1076"/>
        <pc:sldMkLst>
          <pc:docMk/>
          <pc:sldMk cId="1027415975" sldId="302"/>
        </pc:sldMkLst>
        <pc:graphicFrameChg chg="mod modGraphic">
          <ac:chgData name="Samira MHAMSA [EKVY]" userId="S::samira.mhamsa@ekovya.com::97bca04c-d510-4e0a-9b7c-fecd571a8b3c" providerId="AD" clId="Web-{D3BE86E9-B527-C8F6-CB4A-21609BE119DC}" dt="2023-12-08T11:36:03.198" v="56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mod">
          <ac:chgData name="Samira MHAMSA [EKVY]" userId="S::samira.mhamsa@ekovya.com::97bca04c-d510-4e0a-9b7c-fecd571a8b3c" providerId="AD" clId="Web-{D3BE86E9-B527-C8F6-CB4A-21609BE119DC}" dt="2023-12-08T11:36:22.105" v="64" actId="1076"/>
          <ac:picMkLst>
            <pc:docMk/>
            <pc:sldMk cId="1027415975" sldId="302"/>
            <ac:picMk id="8" creationId="{03572476-B7C1-1EFF-1A46-395281C090F0}"/>
          </ac:picMkLst>
        </pc:picChg>
        <pc:picChg chg="mod">
          <ac:chgData name="Samira MHAMSA [EKVY]" userId="S::samira.mhamsa@ekovya.com::97bca04c-d510-4e0a-9b7c-fecd571a8b3c" providerId="AD" clId="Web-{D3BE86E9-B527-C8F6-CB4A-21609BE119DC}" dt="2023-12-08T11:36:11.557" v="59" actId="1076"/>
          <ac:picMkLst>
            <pc:docMk/>
            <pc:sldMk cId="1027415975" sldId="302"/>
            <ac:picMk id="11" creationId="{120B0A98-9C4D-A7B4-FE7C-EFF3CDAD8558}"/>
          </ac:picMkLst>
        </pc:picChg>
        <pc:picChg chg="mod">
          <ac:chgData name="Samira MHAMSA [EKVY]" userId="S::samira.mhamsa@ekovya.com::97bca04c-d510-4e0a-9b7c-fecd571a8b3c" providerId="AD" clId="Web-{D3BE86E9-B527-C8F6-CB4A-21609BE119DC}" dt="2023-12-08T11:36:23.808" v="65" actId="1076"/>
          <ac:picMkLst>
            <pc:docMk/>
            <pc:sldMk cId="1027415975" sldId="302"/>
            <ac:picMk id="14" creationId="{96FF607A-7234-AB6C-2D64-565D4512EF3D}"/>
          </ac:picMkLst>
        </pc:picChg>
        <pc:picChg chg="mod">
          <ac:chgData name="Samira MHAMSA [EKVY]" userId="S::samira.mhamsa@ekovya.com::97bca04c-d510-4e0a-9b7c-fecd571a8b3c" providerId="AD" clId="Web-{D3BE86E9-B527-C8F6-CB4A-21609BE119DC}" dt="2023-12-08T11:36:13.651" v="60" actId="1076"/>
          <ac:picMkLst>
            <pc:docMk/>
            <pc:sldMk cId="1027415975" sldId="302"/>
            <ac:picMk id="15" creationId="{EB1EF976-AC5D-E128-AE42-7EA565895FED}"/>
          </ac:picMkLst>
        </pc:picChg>
        <pc:picChg chg="del mod">
          <ac:chgData name="Samira MHAMSA [EKVY]" userId="S::samira.mhamsa@ekovya.com::97bca04c-d510-4e0a-9b7c-fecd571a8b3c" providerId="AD" clId="Web-{D3BE86E9-B527-C8F6-CB4A-21609BE119DC}" dt="2023-12-08T11:36:08.838" v="58"/>
          <ac:picMkLst>
            <pc:docMk/>
            <pc:sldMk cId="1027415975" sldId="302"/>
            <ac:picMk id="16" creationId="{A085B344-E9AB-B00F-5151-3B4415E12B38}"/>
          </ac:picMkLst>
        </pc:picChg>
      </pc:sldChg>
    </pc:docChg>
  </pc:docChgLst>
  <pc:docChgLst>
    <pc:chgData name="Fanta GABY [EKVY]" userId="S::fanta.gaby@ekovya.com::56064d0f-5e10-4eee-955c-d40534ba82ef" providerId="AD" clId="Web-{15B77122-C91D-7558-AA1A-BD51722CEC90}"/>
    <pc:docChg chg="modSld">
      <pc:chgData name="Fanta GABY [EKVY]" userId="S::fanta.gaby@ekovya.com::56064d0f-5e10-4eee-955c-d40534ba82ef" providerId="AD" clId="Web-{15B77122-C91D-7558-AA1A-BD51722CEC90}" dt="2023-11-05T18:33:49.779" v="754"/>
      <pc:docMkLst>
        <pc:docMk/>
      </pc:docMkLst>
      <pc:sldChg chg="addSp delSp modSp">
        <pc:chgData name="Fanta GABY [EKVY]" userId="S::fanta.gaby@ekovya.com::56064d0f-5e10-4eee-955c-d40534ba82ef" providerId="AD" clId="Web-{15B77122-C91D-7558-AA1A-BD51722CEC90}" dt="2023-11-05T18:33:49.779" v="754"/>
        <pc:sldMkLst>
          <pc:docMk/>
          <pc:sldMk cId="671117411" sldId="295"/>
        </pc:sldMkLst>
        <pc:graphicFrameChg chg="mod modGraphic">
          <ac:chgData name="Fanta GABY [EKVY]" userId="S::fanta.gaby@ekovya.com::56064d0f-5e10-4eee-955c-d40534ba82ef" providerId="AD" clId="Web-{15B77122-C91D-7558-AA1A-BD51722CEC90}" dt="2023-11-05T18:33:49.779" v="754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add mod">
          <ac:chgData name="Fanta GABY [EKVY]" userId="S::fanta.gaby@ekovya.com::56064d0f-5e10-4eee-955c-d40534ba82ef" providerId="AD" clId="Web-{15B77122-C91D-7558-AA1A-BD51722CEC90}" dt="2023-11-05T18:24:11.854" v="512" actId="1076"/>
          <ac:picMkLst>
            <pc:docMk/>
            <pc:sldMk cId="671117411" sldId="295"/>
            <ac:picMk id="4" creationId="{4E363AF6-C05A-CAC1-B5C0-6C6018533B6A}"/>
          </ac:picMkLst>
        </pc:picChg>
        <pc:picChg chg="del">
          <ac:chgData name="Fanta GABY [EKVY]" userId="S::fanta.gaby@ekovya.com::56064d0f-5e10-4eee-955c-d40534ba82ef" providerId="AD" clId="Web-{15B77122-C91D-7558-AA1A-BD51722CEC90}" dt="2023-11-05T16:12:13.685" v="86"/>
          <ac:picMkLst>
            <pc:docMk/>
            <pc:sldMk cId="671117411" sldId="295"/>
            <ac:picMk id="4" creationId="{C0D14F28-79A2-468A-4D3E-E2D9D9BC2F81}"/>
          </ac:picMkLst>
        </pc:picChg>
        <pc:picChg chg="del">
          <ac:chgData name="Fanta GABY [EKVY]" userId="S::fanta.gaby@ekovya.com::56064d0f-5e10-4eee-955c-d40534ba82ef" providerId="AD" clId="Web-{15B77122-C91D-7558-AA1A-BD51722CEC90}" dt="2023-11-05T18:24:04.213" v="511"/>
          <ac:picMkLst>
            <pc:docMk/>
            <pc:sldMk cId="671117411" sldId="295"/>
            <ac:picMk id="5" creationId="{C3D8D19B-740F-2823-2297-AC7E56E97A12}"/>
          </ac:picMkLst>
        </pc:picChg>
        <pc:picChg chg="add mod">
          <ac:chgData name="Fanta GABY [EKVY]" userId="S::fanta.gaby@ekovya.com::56064d0f-5e10-4eee-955c-d40534ba82ef" providerId="AD" clId="Web-{15B77122-C91D-7558-AA1A-BD51722CEC90}" dt="2023-11-05T18:25:41.532" v="624" actId="1076"/>
          <ac:picMkLst>
            <pc:docMk/>
            <pc:sldMk cId="671117411" sldId="295"/>
            <ac:picMk id="5" creationId="{C56679FB-5D31-0FBB-C029-FCE7FE714FA7}"/>
          </ac:picMkLst>
        </pc:picChg>
        <pc:picChg chg="del">
          <ac:chgData name="Fanta GABY [EKVY]" userId="S::fanta.gaby@ekovya.com::56064d0f-5e10-4eee-955c-d40534ba82ef" providerId="AD" clId="Web-{15B77122-C91D-7558-AA1A-BD51722CEC90}" dt="2023-11-05T18:24:46.888" v="605"/>
          <ac:picMkLst>
            <pc:docMk/>
            <pc:sldMk cId="671117411" sldId="295"/>
            <ac:picMk id="6" creationId="{E399C290-03D1-B1CC-6417-3A648B2A8A84}"/>
          </ac:picMkLst>
        </pc:picChg>
        <pc:picChg chg="add mod">
          <ac:chgData name="Fanta GABY [EKVY]" userId="S::fanta.gaby@ekovya.com::56064d0f-5e10-4eee-955c-d40534ba82ef" providerId="AD" clId="Web-{15B77122-C91D-7558-AA1A-BD51722CEC90}" dt="2023-11-05T18:24:57.029" v="607" actId="1076"/>
          <ac:picMkLst>
            <pc:docMk/>
            <pc:sldMk cId="671117411" sldId="295"/>
            <ac:picMk id="8" creationId="{148020A4-F856-C7F8-4299-920A12DD1243}"/>
          </ac:picMkLst>
        </pc:picChg>
        <pc:picChg chg="add mod">
          <ac:chgData name="Fanta GABY [EKVY]" userId="S::fanta.gaby@ekovya.com::56064d0f-5e10-4eee-955c-d40534ba82ef" providerId="AD" clId="Web-{15B77122-C91D-7558-AA1A-BD51722CEC90}" dt="2023-11-05T16:12:19.794" v="88" actId="1076"/>
          <ac:picMkLst>
            <pc:docMk/>
            <pc:sldMk cId="671117411" sldId="295"/>
            <ac:picMk id="9" creationId="{59F8A300-3A26-11B4-6BB8-4E0892E19E60}"/>
          </ac:picMkLst>
        </pc:picChg>
        <pc:picChg chg="del">
          <ac:chgData name="Fanta GABY [EKVY]" userId="S::fanta.gaby@ekovya.com::56064d0f-5e10-4eee-955c-d40534ba82ef" providerId="AD" clId="Web-{15B77122-C91D-7558-AA1A-BD51722CEC90}" dt="2023-11-05T18:25:33.015" v="622"/>
          <ac:picMkLst>
            <pc:docMk/>
            <pc:sldMk cId="671117411" sldId="295"/>
            <ac:picMk id="10" creationId="{53EAB2C1-EE73-EF05-0F96-EA8B5458EE66}"/>
          </ac:picMkLst>
        </pc:picChg>
      </pc:sldChg>
      <pc:sldChg chg="addSp delSp modSp">
        <pc:chgData name="Fanta GABY [EKVY]" userId="S::fanta.gaby@ekovya.com::56064d0f-5e10-4eee-955c-d40534ba82ef" providerId="AD" clId="Web-{15B77122-C91D-7558-AA1A-BD51722CEC90}" dt="2023-11-05T16:12:08.419" v="85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15B77122-C91D-7558-AA1A-BD51722CEC90}" dt="2023-11-05T16:11:34.277" v="35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add del">
          <ac:chgData name="Fanta GABY [EKVY]" userId="S::fanta.gaby@ekovya.com::56064d0f-5e10-4eee-955c-d40534ba82ef" providerId="AD" clId="Web-{15B77122-C91D-7558-AA1A-BD51722CEC90}" dt="2023-11-05T16:12:08.419" v="85"/>
          <ac:picMkLst>
            <pc:docMk/>
            <pc:sldMk cId="2330912131" sldId="298"/>
            <ac:picMk id="7" creationId="{A5E62597-551B-A8B0-032D-D4AB9C5EDC0E}"/>
          </ac:picMkLst>
        </pc:picChg>
      </pc:sldChg>
    </pc:docChg>
  </pc:docChgLst>
  <pc:docChgLst>
    <pc:chgData name="Alexandre GAIN [EKVY]" userId="S::alexandre.gain@ekovya.com::7ea7cc93-2a0e-4e2d-b199-fc1be0fa0a09" providerId="AD" clId="Web-{8AFDA55D-F26D-4B02-B1EB-21A82D55B14F}"/>
    <pc:docChg chg="sldOrd">
      <pc:chgData name="Alexandre GAIN [EKVY]" userId="S::alexandre.gain@ekovya.com::7ea7cc93-2a0e-4e2d-b199-fc1be0fa0a09" providerId="AD" clId="Web-{8AFDA55D-F26D-4B02-B1EB-21A82D55B14F}" dt="2023-11-16T10:38:00.587" v="0"/>
      <pc:docMkLst>
        <pc:docMk/>
      </pc:docMkLst>
      <pc:sldChg chg="ord">
        <pc:chgData name="Alexandre GAIN [EKVY]" userId="S::alexandre.gain@ekovya.com::7ea7cc93-2a0e-4e2d-b199-fc1be0fa0a09" providerId="AD" clId="Web-{8AFDA55D-F26D-4B02-B1EB-21A82D55B14F}" dt="2023-11-16T10:38:00.587" v="0"/>
        <pc:sldMkLst>
          <pc:docMk/>
          <pc:sldMk cId="671117411" sldId="295"/>
        </pc:sldMkLst>
      </pc:sldChg>
    </pc:docChg>
  </pc:docChgLst>
  <pc:docChgLst>
    <pc:chgData name="Elisa FAUCI [EKVY]" userId="S::elisa.fauci@ekovya.com::faefe7ae-0d45-4ed0-9168-4cefc9922871" providerId="AD" clId="Web-{BA044C8F-3ACA-D4F9-0953-264E8468DEB2}"/>
    <pc:docChg chg="modSld">
      <pc:chgData name="Elisa FAUCI [EKVY]" userId="S::elisa.fauci@ekovya.com::faefe7ae-0d45-4ed0-9168-4cefc9922871" providerId="AD" clId="Web-{BA044C8F-3ACA-D4F9-0953-264E8468DEB2}" dt="2023-10-20T08:01:23.230" v="7"/>
      <pc:docMkLst>
        <pc:docMk/>
      </pc:docMkLst>
      <pc:sldChg chg="modSp">
        <pc:chgData name="Elisa FAUCI [EKVY]" userId="S::elisa.fauci@ekovya.com::faefe7ae-0d45-4ed0-9168-4cefc9922871" providerId="AD" clId="Web-{BA044C8F-3ACA-D4F9-0953-264E8468DEB2}" dt="2023-10-20T08:01:23.230" v="7"/>
        <pc:sldMkLst>
          <pc:docMk/>
          <pc:sldMk cId="2330912131" sldId="298"/>
        </pc:sldMkLst>
        <pc:graphicFrameChg chg="mod modGraphic">
          <ac:chgData name="Elisa FAUCI [EKVY]" userId="S::elisa.fauci@ekovya.com::faefe7ae-0d45-4ed0-9168-4cefc9922871" providerId="AD" clId="Web-{BA044C8F-3ACA-D4F9-0953-264E8468DEB2}" dt="2023-10-20T08:01:23.230" v="7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</pc:docChg>
  </pc:docChgLst>
  <pc:docChgLst>
    <pc:chgData name="Fanta GABY [EKVY]" userId="S::fanta.gaby@ekovya.com::56064d0f-5e10-4eee-955c-d40534ba82ef" providerId="AD" clId="Web-{626A2849-95C3-771A-351B-B07C516AB514}"/>
    <pc:docChg chg="modSld">
      <pc:chgData name="Fanta GABY [EKVY]" userId="S::fanta.gaby@ekovya.com::56064d0f-5e10-4eee-955c-d40534ba82ef" providerId="AD" clId="Web-{626A2849-95C3-771A-351B-B07C516AB514}" dt="2023-11-05T16:00:01.156" v="115"/>
      <pc:docMkLst>
        <pc:docMk/>
      </pc:docMkLst>
      <pc:sldChg chg="modSp">
        <pc:chgData name="Fanta GABY [EKVY]" userId="S::fanta.gaby@ekovya.com::56064d0f-5e10-4eee-955c-d40534ba82ef" providerId="AD" clId="Web-{626A2849-95C3-771A-351B-B07C516AB514}" dt="2023-11-05T15:58:56.216" v="81"/>
        <pc:sldMkLst>
          <pc:docMk/>
          <pc:sldMk cId="160593527" sldId="259"/>
        </pc:sldMkLst>
        <pc:graphicFrameChg chg="mod modGraphic">
          <ac:chgData name="Fanta GABY [EKVY]" userId="S::fanta.gaby@ekovya.com::56064d0f-5e10-4eee-955c-d40534ba82ef" providerId="AD" clId="Web-{626A2849-95C3-771A-351B-B07C516AB514}" dt="2023-11-05T15:58:56.216" v="81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modSp">
        <pc:chgData name="Fanta GABY [EKVY]" userId="S::fanta.gaby@ekovya.com::56064d0f-5e10-4eee-955c-d40534ba82ef" providerId="AD" clId="Web-{626A2849-95C3-771A-351B-B07C516AB514}" dt="2023-11-05T16:00:01.156" v="115"/>
        <pc:sldMkLst>
          <pc:docMk/>
          <pc:sldMk cId="2330912131" sldId="298"/>
        </pc:sldMkLst>
        <pc:graphicFrameChg chg="mod modGraphic">
          <ac:chgData name="Fanta GABY [EKVY]" userId="S::fanta.gaby@ekovya.com::56064d0f-5e10-4eee-955c-d40534ba82ef" providerId="AD" clId="Web-{626A2849-95C3-771A-351B-B07C516AB514}" dt="2023-11-05T16:00:01.156" v="115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</pc:docChg>
  </pc:docChgLst>
  <pc:docChgLst>
    <pc:chgData name="Elisa FAUCI [EKVY]" userId="S::elisa.fauci@ekovya.com::faefe7ae-0d45-4ed0-9168-4cefc9922871" providerId="AD" clId="Web-{00161CF4-8C43-F491-E21A-F95CF3A47879}"/>
    <pc:docChg chg="modSld">
      <pc:chgData name="Elisa FAUCI [EKVY]" userId="S::elisa.fauci@ekovya.com::faefe7ae-0d45-4ed0-9168-4cefc9922871" providerId="AD" clId="Web-{00161CF4-8C43-F491-E21A-F95CF3A47879}" dt="2023-11-21T08:13:38.498" v="55"/>
      <pc:docMkLst>
        <pc:docMk/>
      </pc:docMkLst>
      <pc:sldChg chg="modSp">
        <pc:chgData name="Elisa FAUCI [EKVY]" userId="S::elisa.fauci@ekovya.com::faefe7ae-0d45-4ed0-9168-4cefc9922871" providerId="AD" clId="Web-{00161CF4-8C43-F491-E21A-F95CF3A47879}" dt="2023-11-21T08:12:11.871" v="37"/>
        <pc:sldMkLst>
          <pc:docMk/>
          <pc:sldMk cId="671117411" sldId="295"/>
        </pc:sldMkLst>
        <pc:graphicFrameChg chg="mod modGraphic">
          <ac:chgData name="Elisa FAUCI [EKVY]" userId="S::elisa.fauci@ekovya.com::faefe7ae-0d45-4ed0-9168-4cefc9922871" providerId="AD" clId="Web-{00161CF4-8C43-F491-E21A-F95CF3A47879}" dt="2023-11-21T08:12:11.871" v="37"/>
          <ac:graphicFrameMkLst>
            <pc:docMk/>
            <pc:sldMk cId="671117411" sldId="295"/>
            <ac:graphicFrameMk id="2" creationId="{D797EE94-203A-2ACA-559E-6B5A060ACE45}"/>
          </ac:graphicFrameMkLst>
        </pc:graphicFrameChg>
      </pc:sldChg>
      <pc:sldChg chg="delSp modSp">
        <pc:chgData name="Elisa FAUCI [EKVY]" userId="S::elisa.fauci@ekovya.com::faefe7ae-0d45-4ed0-9168-4cefc9922871" providerId="AD" clId="Web-{00161CF4-8C43-F491-E21A-F95CF3A47879}" dt="2023-11-21T08:13:38.498" v="55"/>
        <pc:sldMkLst>
          <pc:docMk/>
          <pc:sldMk cId="1027415975" sldId="302"/>
        </pc:sldMkLst>
        <pc:graphicFrameChg chg="mod modGraphic">
          <ac:chgData name="Elisa FAUCI [EKVY]" userId="S::elisa.fauci@ekovya.com::faefe7ae-0d45-4ed0-9168-4cefc9922871" providerId="AD" clId="Web-{00161CF4-8C43-F491-E21A-F95CF3A47879}" dt="2023-11-21T08:13:35.201" v="54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del">
          <ac:chgData name="Elisa FAUCI [EKVY]" userId="S::elisa.fauci@ekovya.com::faefe7ae-0d45-4ed0-9168-4cefc9922871" providerId="AD" clId="Web-{00161CF4-8C43-F491-E21A-F95CF3A47879}" dt="2023-11-21T08:13:38.498" v="55"/>
          <ac:picMkLst>
            <pc:docMk/>
            <pc:sldMk cId="1027415975" sldId="302"/>
            <ac:picMk id="14" creationId="{E12DE477-2371-A88A-6065-605E0FE0D22A}"/>
          </ac:picMkLst>
        </pc:picChg>
        <pc:picChg chg="del">
          <ac:chgData name="Elisa FAUCI [EKVY]" userId="S::elisa.fauci@ekovya.com::faefe7ae-0d45-4ed0-9168-4cefc9922871" providerId="AD" clId="Web-{00161CF4-8C43-F491-E21A-F95CF3A47879}" dt="2023-11-21T08:13:23.232" v="53"/>
          <ac:picMkLst>
            <pc:docMk/>
            <pc:sldMk cId="1027415975" sldId="302"/>
            <ac:picMk id="15" creationId="{EDA40081-F1CB-65CF-02AC-DF1D8D9A3F1E}"/>
          </ac:picMkLst>
        </pc:picChg>
      </pc:sldChg>
    </pc:docChg>
  </pc:docChgLst>
  <pc:docChgLst>
    <pc:chgData name="Elisa FAUCI [EKVY]" userId="S::elisa.fauci@ekovya.com::faefe7ae-0d45-4ed0-9168-4cefc9922871" providerId="AD" clId="Web-{29A03622-88B9-0B2F-3F44-62F8F5836DE8}"/>
    <pc:docChg chg="delSld modSld">
      <pc:chgData name="Elisa FAUCI [EKVY]" userId="S::elisa.fauci@ekovya.com::faefe7ae-0d45-4ed0-9168-4cefc9922871" providerId="AD" clId="Web-{29A03622-88B9-0B2F-3F44-62F8F5836DE8}" dt="2023-12-08T09:45:55.163" v="1224" actId="20577"/>
      <pc:docMkLst>
        <pc:docMk/>
      </pc:docMkLst>
      <pc:sldChg chg="modSp">
        <pc:chgData name="Elisa FAUCI [EKVY]" userId="S::elisa.fauci@ekovya.com::faefe7ae-0d45-4ed0-9168-4cefc9922871" providerId="AD" clId="Web-{29A03622-88B9-0B2F-3F44-62F8F5836DE8}" dt="2023-12-08T09:31:26.084" v="928" actId="20577"/>
        <pc:sldMkLst>
          <pc:docMk/>
          <pc:sldMk cId="160593527" sldId="259"/>
        </pc:sldMkLst>
        <pc:spChg chg="mod">
          <ac:chgData name="Elisa FAUCI [EKVY]" userId="S::elisa.fauci@ekovya.com::faefe7ae-0d45-4ed0-9168-4cefc9922871" providerId="AD" clId="Web-{29A03622-88B9-0B2F-3F44-62F8F5836DE8}" dt="2023-12-08T09:31:26.084" v="928" actId="20577"/>
          <ac:spMkLst>
            <pc:docMk/>
            <pc:sldMk cId="160593527" sldId="259"/>
            <ac:spMk id="2" creationId="{9AE266C2-EAC5-65C1-B4E0-E19984200736}"/>
          </ac:spMkLst>
        </pc:spChg>
        <pc:graphicFrameChg chg="mod modGraphic">
          <ac:chgData name="Elisa FAUCI [EKVY]" userId="S::elisa.fauci@ekovya.com::faefe7ae-0d45-4ed0-9168-4cefc9922871" providerId="AD" clId="Web-{29A03622-88B9-0B2F-3F44-62F8F5836DE8}" dt="2023-12-08T09:22:49.953" v="842"/>
          <ac:graphicFrameMkLst>
            <pc:docMk/>
            <pc:sldMk cId="160593527" sldId="259"/>
            <ac:graphicFrameMk id="7" creationId="{18ACF1B3-5181-23A9-262F-CBFE79B20874}"/>
          </ac:graphicFrameMkLst>
        </pc:graphicFrameChg>
      </pc:sldChg>
      <pc:sldChg chg="delSp modSp">
        <pc:chgData name="Elisa FAUCI [EKVY]" userId="S::elisa.fauci@ekovya.com::faefe7ae-0d45-4ed0-9168-4cefc9922871" providerId="AD" clId="Web-{29A03622-88B9-0B2F-3F44-62F8F5836DE8}" dt="2023-12-08T09:37:58.769" v="1157" actId="20577"/>
        <pc:sldMkLst>
          <pc:docMk/>
          <pc:sldMk cId="671117411" sldId="295"/>
        </pc:sldMkLst>
        <pc:spChg chg="mod">
          <ac:chgData name="Elisa FAUCI [EKVY]" userId="S::elisa.fauci@ekovya.com::faefe7ae-0d45-4ed0-9168-4cefc9922871" providerId="AD" clId="Web-{29A03622-88B9-0B2F-3F44-62F8F5836DE8}" dt="2023-12-08T09:37:58.769" v="1157" actId="20577"/>
          <ac:spMkLst>
            <pc:docMk/>
            <pc:sldMk cId="671117411" sldId="295"/>
            <ac:spMk id="3" creationId="{9EEE4645-A71E-4A5D-09EF-2CAFB6D47B8F}"/>
          </ac:spMkLst>
        </pc:spChg>
        <pc:graphicFrameChg chg="mod modGraphic">
          <ac:chgData name="Elisa FAUCI [EKVY]" userId="S::elisa.fauci@ekovya.com::faefe7ae-0d45-4ed0-9168-4cefc9922871" providerId="AD" clId="Web-{29A03622-88B9-0B2F-3F44-62F8F5836DE8}" dt="2023-12-08T09:25:05.681" v="900"/>
          <ac:graphicFrameMkLst>
            <pc:docMk/>
            <pc:sldMk cId="671117411" sldId="295"/>
            <ac:graphicFrameMk id="2" creationId="{D797EE94-203A-2ACA-559E-6B5A060ACE45}"/>
          </ac:graphicFrameMkLst>
        </pc:graphicFrameChg>
        <pc:picChg chg="mod">
          <ac:chgData name="Elisa FAUCI [EKVY]" userId="S::elisa.fauci@ekovya.com::faefe7ae-0d45-4ed0-9168-4cefc9922871" providerId="AD" clId="Web-{29A03622-88B9-0B2F-3F44-62F8F5836DE8}" dt="2023-12-08T09:23:33.581" v="845" actId="1076"/>
          <ac:picMkLst>
            <pc:docMk/>
            <pc:sldMk cId="671117411" sldId="295"/>
            <ac:picMk id="6" creationId="{57D58E42-F084-8A69-D9F5-6E59BEAD62BD}"/>
          </ac:picMkLst>
        </pc:picChg>
        <pc:picChg chg="del">
          <ac:chgData name="Elisa FAUCI [EKVY]" userId="S::elisa.fauci@ekovya.com::faefe7ae-0d45-4ed0-9168-4cefc9922871" providerId="AD" clId="Web-{29A03622-88B9-0B2F-3F44-62F8F5836DE8}" dt="2023-12-08T09:23:30.550" v="844"/>
          <ac:picMkLst>
            <pc:docMk/>
            <pc:sldMk cId="671117411" sldId="295"/>
            <ac:picMk id="13" creationId="{79723469-0D30-1B13-4629-050D3C7BB64B}"/>
          </ac:picMkLst>
        </pc:picChg>
      </pc:sldChg>
      <pc:sldChg chg="addSp delSp modSp">
        <pc:chgData name="Elisa FAUCI [EKVY]" userId="S::elisa.fauci@ekovya.com::faefe7ae-0d45-4ed0-9168-4cefc9922871" providerId="AD" clId="Web-{29A03622-88B9-0B2F-3F44-62F8F5836DE8}" dt="2023-12-08T09:34:50.318" v="1133" actId="1076"/>
        <pc:sldMkLst>
          <pc:docMk/>
          <pc:sldMk cId="2330912131" sldId="298"/>
        </pc:sldMkLst>
        <pc:spChg chg="mod">
          <ac:chgData name="Elisa FAUCI [EKVY]" userId="S::elisa.fauci@ekovya.com::faefe7ae-0d45-4ed0-9168-4cefc9922871" providerId="AD" clId="Web-{29A03622-88B9-0B2F-3F44-62F8F5836DE8}" dt="2023-12-08T09:31:21.131" v="926" actId="20577"/>
          <ac:spMkLst>
            <pc:docMk/>
            <pc:sldMk cId="2330912131" sldId="298"/>
            <ac:spMk id="3" creationId="{9EEE4645-A71E-4A5D-09EF-2CAFB6D47B8F}"/>
          </ac:spMkLst>
        </pc:spChg>
        <pc:graphicFrameChg chg="mod modGraphic">
          <ac:chgData name="Elisa FAUCI [EKVY]" userId="S::elisa.fauci@ekovya.com::faefe7ae-0d45-4ed0-9168-4cefc9922871" providerId="AD" clId="Web-{29A03622-88B9-0B2F-3F44-62F8F5836DE8}" dt="2023-12-08T09:34:30.473" v="1130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add mod">
          <ac:chgData name="Elisa FAUCI [EKVY]" userId="S::elisa.fauci@ekovya.com::faefe7ae-0d45-4ed0-9168-4cefc9922871" providerId="AD" clId="Web-{29A03622-88B9-0B2F-3F44-62F8F5836DE8}" dt="2023-12-08T09:34:50.318" v="1133" actId="1076"/>
          <ac:picMkLst>
            <pc:docMk/>
            <pc:sldMk cId="2330912131" sldId="298"/>
            <ac:picMk id="4" creationId="{8E8B3F1A-3563-07DF-5078-1209B484FBE0}"/>
          </ac:picMkLst>
        </pc:picChg>
        <pc:picChg chg="del">
          <ac:chgData name="Elisa FAUCI [EKVY]" userId="S::elisa.fauci@ekovya.com::faefe7ae-0d45-4ed0-9168-4cefc9922871" providerId="AD" clId="Web-{29A03622-88B9-0B2F-3F44-62F8F5836DE8}" dt="2023-12-08T09:34:43.005" v="1131"/>
          <ac:picMkLst>
            <pc:docMk/>
            <pc:sldMk cId="2330912131" sldId="298"/>
            <ac:picMk id="11" creationId="{BA39041C-FE14-8E42-A01F-0FD91FA6C0E3}"/>
          </ac:picMkLst>
        </pc:picChg>
      </pc:sldChg>
      <pc:sldChg chg="modSp del">
        <pc:chgData name="Elisa FAUCI [EKVY]" userId="S::elisa.fauci@ekovya.com::faefe7ae-0d45-4ed0-9168-4cefc9922871" providerId="AD" clId="Web-{29A03622-88B9-0B2F-3F44-62F8F5836DE8}" dt="2023-12-08T09:45:28.927" v="1215"/>
        <pc:sldMkLst>
          <pc:docMk/>
          <pc:sldMk cId="3707574796" sldId="300"/>
        </pc:sldMkLst>
        <pc:spChg chg="mod">
          <ac:chgData name="Elisa FAUCI [EKVY]" userId="S::elisa.fauci@ekovya.com::faefe7ae-0d45-4ed0-9168-4cefc9922871" providerId="AD" clId="Web-{29A03622-88B9-0B2F-3F44-62F8F5836DE8}" dt="2023-12-08T09:42:41.383" v="1188" actId="20577"/>
          <ac:spMkLst>
            <pc:docMk/>
            <pc:sldMk cId="3707574796" sldId="300"/>
            <ac:spMk id="3" creationId="{9EEE4645-A71E-4A5D-09EF-2CAFB6D47B8F}"/>
          </ac:spMkLst>
        </pc:spChg>
        <pc:graphicFrameChg chg="mod modGraphic">
          <ac:chgData name="Elisa FAUCI [EKVY]" userId="S::elisa.fauci@ekovya.com::faefe7ae-0d45-4ed0-9168-4cefc9922871" providerId="AD" clId="Web-{29A03622-88B9-0B2F-3F44-62F8F5836DE8}" dt="2023-12-08T09:42:48.446" v="1214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Elisa FAUCI [EKVY]" userId="S::elisa.fauci@ekovya.com::faefe7ae-0d45-4ed0-9168-4cefc9922871" providerId="AD" clId="Web-{29A03622-88B9-0B2F-3F44-62F8F5836DE8}" dt="2023-12-08T09:45:55.163" v="1224" actId="20577"/>
        <pc:sldMkLst>
          <pc:docMk/>
          <pc:sldMk cId="2808088630" sldId="301"/>
        </pc:sldMkLst>
        <pc:spChg chg="mod">
          <ac:chgData name="Elisa FAUCI [EKVY]" userId="S::elisa.fauci@ekovya.com::faefe7ae-0d45-4ed0-9168-4cefc9922871" providerId="AD" clId="Web-{29A03622-88B9-0B2F-3F44-62F8F5836DE8}" dt="2023-12-08T09:45:55.163" v="1224" actId="20577"/>
          <ac:spMkLst>
            <pc:docMk/>
            <pc:sldMk cId="2808088630" sldId="301"/>
            <ac:spMk id="3" creationId="{9EEE4645-A71E-4A5D-09EF-2CAFB6D47B8F}"/>
          </ac:spMkLst>
        </pc:spChg>
      </pc:sldChg>
      <pc:sldChg chg="addSp delSp modSp">
        <pc:chgData name="Elisa FAUCI [EKVY]" userId="S::elisa.fauci@ekovya.com::faefe7ae-0d45-4ed0-9168-4cefc9922871" providerId="AD" clId="Web-{29A03622-88B9-0B2F-3F44-62F8F5836DE8}" dt="2023-12-08T09:41:22.018" v="1180" actId="20577"/>
        <pc:sldMkLst>
          <pc:docMk/>
          <pc:sldMk cId="1027415975" sldId="302"/>
        </pc:sldMkLst>
        <pc:spChg chg="mod">
          <ac:chgData name="Elisa FAUCI [EKVY]" userId="S::elisa.fauci@ekovya.com::faefe7ae-0d45-4ed0-9168-4cefc9922871" providerId="AD" clId="Web-{29A03622-88B9-0B2F-3F44-62F8F5836DE8}" dt="2023-12-08T09:41:22.018" v="1180" actId="20577"/>
          <ac:spMkLst>
            <pc:docMk/>
            <pc:sldMk cId="1027415975" sldId="302"/>
            <ac:spMk id="3" creationId="{9EEE4645-A71E-4A5D-09EF-2CAFB6D47B8F}"/>
          </ac:spMkLst>
        </pc:spChg>
        <pc:graphicFrameChg chg="mod modGraphic">
          <ac:chgData name="Elisa FAUCI [EKVY]" userId="S::elisa.fauci@ekovya.com::faefe7ae-0d45-4ed0-9168-4cefc9922871" providerId="AD" clId="Web-{29A03622-88B9-0B2F-3F44-62F8F5836DE8}" dt="2023-12-08T09:41:00.095" v="1178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del">
          <ac:chgData name="Elisa FAUCI [EKVY]" userId="S::elisa.fauci@ekovya.com::faefe7ae-0d45-4ed0-9168-4cefc9922871" providerId="AD" clId="Web-{29A03622-88B9-0B2F-3F44-62F8F5836DE8}" dt="2023-12-08T08:53:25.105" v="111"/>
          <ac:picMkLst>
            <pc:docMk/>
            <pc:sldMk cId="1027415975" sldId="302"/>
            <ac:picMk id="4" creationId="{AA923A48-5CBB-5E1A-5744-EFA2F6F0D20A}"/>
          </ac:picMkLst>
        </pc:picChg>
        <pc:picChg chg="del">
          <ac:chgData name="Elisa FAUCI [EKVY]" userId="S::elisa.fauci@ekovya.com::faefe7ae-0d45-4ed0-9168-4cefc9922871" providerId="AD" clId="Web-{29A03622-88B9-0B2F-3F44-62F8F5836DE8}" dt="2023-12-08T08:53:47.544" v="147"/>
          <ac:picMkLst>
            <pc:docMk/>
            <pc:sldMk cId="1027415975" sldId="302"/>
            <ac:picMk id="5" creationId="{027809C4-512C-D946-8E43-1B888DEF2C45}"/>
          </ac:picMkLst>
        </pc:picChg>
        <pc:picChg chg="add del mod">
          <ac:chgData name="Elisa FAUCI [EKVY]" userId="S::elisa.fauci@ekovya.com::faefe7ae-0d45-4ed0-9168-4cefc9922871" providerId="AD" clId="Web-{29A03622-88B9-0B2F-3F44-62F8F5836DE8}" dt="2023-12-08T08:57:09.028" v="312"/>
          <ac:picMkLst>
            <pc:docMk/>
            <pc:sldMk cId="1027415975" sldId="302"/>
            <ac:picMk id="6" creationId="{2B5990A9-4646-7B3F-90F3-3323D6A9B74C}"/>
          </ac:picMkLst>
        </pc:picChg>
        <pc:picChg chg="mod">
          <ac:chgData name="Elisa FAUCI [EKVY]" userId="S::elisa.fauci@ekovya.com::faefe7ae-0d45-4ed0-9168-4cefc9922871" providerId="AD" clId="Web-{29A03622-88B9-0B2F-3F44-62F8F5836DE8}" dt="2023-12-08T09:07:46.465" v="634" actId="1076"/>
          <ac:picMkLst>
            <pc:docMk/>
            <pc:sldMk cId="1027415975" sldId="302"/>
            <ac:picMk id="7" creationId="{B508268E-D571-BCDA-FFB2-3BB359B76C5B}"/>
          </ac:picMkLst>
        </pc:picChg>
        <pc:picChg chg="add mod">
          <ac:chgData name="Elisa FAUCI [EKVY]" userId="S::elisa.fauci@ekovya.com::faefe7ae-0d45-4ed0-9168-4cefc9922871" providerId="AD" clId="Web-{29A03622-88B9-0B2F-3F44-62F8F5836DE8}" dt="2023-12-08T09:07:50.809" v="635" actId="1076"/>
          <ac:picMkLst>
            <pc:docMk/>
            <pc:sldMk cId="1027415975" sldId="302"/>
            <ac:picMk id="8" creationId="{03572476-B7C1-1EFF-1A46-395281C090F0}"/>
          </ac:picMkLst>
        </pc:picChg>
        <pc:picChg chg="add del mod">
          <ac:chgData name="Elisa FAUCI [EKVY]" userId="S::elisa.fauci@ekovya.com::faefe7ae-0d45-4ed0-9168-4cefc9922871" providerId="AD" clId="Web-{29A03622-88B9-0B2F-3F44-62F8F5836DE8}" dt="2023-12-08T09:10:12.101" v="643"/>
          <ac:picMkLst>
            <pc:docMk/>
            <pc:sldMk cId="1027415975" sldId="302"/>
            <ac:picMk id="9" creationId="{6F8C63BC-3F61-1149-02B0-5AC55392D4BE}"/>
          </ac:picMkLst>
        </pc:picChg>
        <pc:picChg chg="mod">
          <ac:chgData name="Elisa FAUCI [EKVY]" userId="S::elisa.fauci@ekovya.com::faefe7ae-0d45-4ed0-9168-4cefc9922871" providerId="AD" clId="Web-{29A03622-88B9-0B2F-3F44-62F8F5836DE8}" dt="2023-12-08T09:05:37.659" v="580" actId="1076"/>
          <ac:picMkLst>
            <pc:docMk/>
            <pc:sldMk cId="1027415975" sldId="302"/>
            <ac:picMk id="10" creationId="{690803E4-E31E-6352-50C8-ACCD4279A50B}"/>
          </ac:picMkLst>
        </pc:picChg>
        <pc:picChg chg="add mod">
          <ac:chgData name="Elisa FAUCI [EKVY]" userId="S::elisa.fauci@ekovya.com::faefe7ae-0d45-4ed0-9168-4cefc9922871" providerId="AD" clId="Web-{29A03622-88B9-0B2F-3F44-62F8F5836DE8}" dt="2023-12-08T09:09:49.833" v="638" actId="1076"/>
          <ac:picMkLst>
            <pc:docMk/>
            <pc:sldMk cId="1027415975" sldId="302"/>
            <ac:picMk id="11" creationId="{120B0A98-9C4D-A7B4-FE7C-EFF3CDAD8558}"/>
          </ac:picMkLst>
        </pc:picChg>
        <pc:picChg chg="add del mod">
          <ac:chgData name="Elisa FAUCI [EKVY]" userId="S::elisa.fauci@ekovya.com::faefe7ae-0d45-4ed0-9168-4cefc9922871" providerId="AD" clId="Web-{29A03622-88B9-0B2F-3F44-62F8F5836DE8}" dt="2023-12-08T09:23:57.848" v="846"/>
          <ac:picMkLst>
            <pc:docMk/>
            <pc:sldMk cId="1027415975" sldId="302"/>
            <ac:picMk id="12" creationId="{BFB5D66C-B836-6E5D-1932-DE2EE1B674BD}"/>
          </ac:picMkLst>
        </pc:picChg>
        <pc:picChg chg="del mod">
          <ac:chgData name="Elisa FAUCI [EKVY]" userId="S::elisa.fauci@ekovya.com::faefe7ae-0d45-4ed0-9168-4cefc9922871" providerId="AD" clId="Web-{29A03622-88B9-0B2F-3F44-62F8F5836DE8}" dt="2023-12-08T09:40:05.825" v="1166"/>
          <ac:picMkLst>
            <pc:docMk/>
            <pc:sldMk cId="1027415975" sldId="302"/>
            <ac:picMk id="13" creationId="{074D8BAF-27CD-4442-0AC0-B4B140EEE4B3}"/>
          </ac:picMkLst>
        </pc:picChg>
        <pc:picChg chg="add mod">
          <ac:chgData name="Elisa FAUCI [EKVY]" userId="S::elisa.fauci@ekovya.com::faefe7ae-0d45-4ed0-9168-4cefc9922871" providerId="AD" clId="Web-{29A03622-88B9-0B2F-3F44-62F8F5836DE8}" dt="2023-12-08T09:09:46.739" v="637" actId="1076"/>
          <ac:picMkLst>
            <pc:docMk/>
            <pc:sldMk cId="1027415975" sldId="302"/>
            <ac:picMk id="14" creationId="{96FF607A-7234-AB6C-2D64-565D4512EF3D}"/>
          </ac:picMkLst>
        </pc:picChg>
        <pc:picChg chg="add mod">
          <ac:chgData name="Elisa FAUCI [EKVY]" userId="S::elisa.fauci@ekovya.com::faefe7ae-0d45-4ed0-9168-4cefc9922871" providerId="AD" clId="Web-{29A03622-88B9-0B2F-3F44-62F8F5836DE8}" dt="2023-12-08T09:10:19.273" v="645" actId="1076"/>
          <ac:picMkLst>
            <pc:docMk/>
            <pc:sldMk cId="1027415975" sldId="302"/>
            <ac:picMk id="15" creationId="{EB1EF976-AC5D-E128-AE42-7EA565895FED}"/>
          </ac:picMkLst>
        </pc:picChg>
        <pc:picChg chg="add mod">
          <ac:chgData name="Elisa FAUCI [EKVY]" userId="S::elisa.fauci@ekovya.com::faefe7ae-0d45-4ed0-9168-4cefc9922871" providerId="AD" clId="Web-{29A03622-88B9-0B2F-3F44-62F8F5836DE8}" dt="2023-12-08T09:24:05.802" v="848" actId="1076"/>
          <ac:picMkLst>
            <pc:docMk/>
            <pc:sldMk cId="1027415975" sldId="302"/>
            <ac:picMk id="16" creationId="{A085B344-E9AB-B00F-5151-3B4415E12B38}"/>
          </ac:picMkLst>
        </pc:picChg>
        <pc:picChg chg="add mod">
          <ac:chgData name="Elisa FAUCI [EKVY]" userId="S::elisa.fauci@ekovya.com::faefe7ae-0d45-4ed0-9168-4cefc9922871" providerId="AD" clId="Web-{29A03622-88B9-0B2F-3F44-62F8F5836DE8}" dt="2023-12-08T09:40:13.716" v="1168" actId="1076"/>
          <ac:picMkLst>
            <pc:docMk/>
            <pc:sldMk cId="1027415975" sldId="302"/>
            <ac:picMk id="17" creationId="{60C7B5C6-7B35-DFF2-7523-4B9290B958FD}"/>
          </ac:picMkLst>
        </pc:picChg>
      </pc:sldChg>
    </pc:docChg>
  </pc:docChgLst>
  <pc:docChgLst>
    <pc:chgData name="Fanta GABY [EKVY]" userId="S::fanta.gaby@ekovya.com::56064d0f-5e10-4eee-955c-d40534ba82ef" providerId="AD" clId="Web-{177B1440-0DEE-C548-29A4-7C07064CB098}"/>
    <pc:docChg chg="sldOrd">
      <pc:chgData name="Fanta GABY [EKVY]" userId="S::fanta.gaby@ekovya.com::56064d0f-5e10-4eee-955c-d40534ba82ef" providerId="AD" clId="Web-{177B1440-0DEE-C548-29A4-7C07064CB098}" dt="2023-11-16T13:48:22.373" v="0"/>
      <pc:docMkLst>
        <pc:docMk/>
      </pc:docMkLst>
      <pc:sldChg chg="ord">
        <pc:chgData name="Fanta GABY [EKVY]" userId="S::fanta.gaby@ekovya.com::56064d0f-5e10-4eee-955c-d40534ba82ef" providerId="AD" clId="Web-{177B1440-0DEE-C548-29A4-7C07064CB098}" dt="2023-11-16T13:48:22.373" v="0"/>
        <pc:sldMkLst>
          <pc:docMk/>
          <pc:sldMk cId="1027415975" sldId="302"/>
        </pc:sldMkLst>
      </pc:sldChg>
    </pc:docChg>
  </pc:docChgLst>
  <pc:docChgLst>
    <pc:chgData clId="Web-{C98074F5-4E10-CCDF-A570-9DF36E972A7D}"/>
    <pc:docChg chg="modSld">
      <pc:chgData name="" userId="" providerId="" clId="Web-{C98074F5-4E10-CCDF-A570-9DF36E972A7D}" dt="2023-10-17T10:05:52.963" v="0" actId="20577"/>
      <pc:docMkLst>
        <pc:docMk/>
      </pc:docMkLst>
      <pc:sldChg chg="modSp">
        <pc:chgData name="" userId="" providerId="" clId="Web-{C98074F5-4E10-CCDF-A570-9DF36E972A7D}" dt="2023-10-17T10:05:52.963" v="0" actId="20577"/>
        <pc:sldMkLst>
          <pc:docMk/>
          <pc:sldMk cId="3699847477" sldId="256"/>
        </pc:sldMkLst>
        <pc:spChg chg="mod">
          <ac:chgData name="" userId="" providerId="" clId="Web-{C98074F5-4E10-CCDF-A570-9DF36E972A7D}" dt="2023-10-17T10:05:52.963" v="0" actId="20577"/>
          <ac:spMkLst>
            <pc:docMk/>
            <pc:sldMk cId="3699847477" sldId="256"/>
            <ac:spMk id="3" creationId="{F04213D5-633A-25C9-BF59-1CBE75963FD4}"/>
          </ac:spMkLst>
        </pc:spChg>
      </pc:sldChg>
    </pc:docChg>
  </pc:docChgLst>
  <pc:docChgLst>
    <pc:chgData name="Samira MHAMSA [EKVY]" userId="S::samira.mhamsa@ekovya.com::97bca04c-d510-4e0a-9b7c-fecd571a8b3c" providerId="AD" clId="Web-{51CF9A81-9A7F-EE6C-B65B-B9289C77DEF0}"/>
    <pc:docChg chg="modSld">
      <pc:chgData name="Samira MHAMSA [EKVY]" userId="S::samira.mhamsa@ekovya.com::97bca04c-d510-4e0a-9b7c-fecd571a8b3c" providerId="AD" clId="Web-{51CF9A81-9A7F-EE6C-B65B-B9289C77DEF0}" dt="2023-10-20T07:57:50.748" v="68"/>
      <pc:docMkLst>
        <pc:docMk/>
      </pc:docMkLst>
      <pc:sldChg chg="addSp modSp">
        <pc:chgData name="Samira MHAMSA [EKVY]" userId="S::samira.mhamsa@ekovya.com::97bca04c-d510-4e0a-9b7c-fecd571a8b3c" providerId="AD" clId="Web-{51CF9A81-9A7F-EE6C-B65B-B9289C77DEF0}" dt="2023-10-20T07:57:50.748" v="68"/>
        <pc:sldMkLst>
          <pc:docMk/>
          <pc:sldMk cId="2330912131" sldId="298"/>
        </pc:sldMkLst>
        <pc:graphicFrameChg chg="mod modGraphic">
          <ac:chgData name="Samira MHAMSA [EKVY]" userId="S::samira.mhamsa@ekovya.com::97bca04c-d510-4e0a-9b7c-fecd571a8b3c" providerId="AD" clId="Web-{51CF9A81-9A7F-EE6C-B65B-B9289C77DEF0}" dt="2023-10-20T07:57:50.748" v="68"/>
          <ac:graphicFrameMkLst>
            <pc:docMk/>
            <pc:sldMk cId="2330912131" sldId="298"/>
            <ac:graphicFrameMk id="2" creationId="{D797EE94-203A-2ACA-559E-6B5A060ACE45}"/>
          </ac:graphicFrameMkLst>
        </pc:graphicFrameChg>
        <pc:picChg chg="add mod">
          <ac:chgData name="Samira MHAMSA [EKVY]" userId="S::samira.mhamsa@ekovya.com::97bca04c-d510-4e0a-9b7c-fecd571a8b3c" providerId="AD" clId="Web-{51CF9A81-9A7F-EE6C-B65B-B9289C77DEF0}" dt="2023-10-20T07:57:25.434" v="46" actId="1076"/>
          <ac:picMkLst>
            <pc:docMk/>
            <pc:sldMk cId="2330912131" sldId="298"/>
            <ac:picMk id="4" creationId="{97992725-8656-1497-7916-F16EC0723827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00.854" v="38" actId="1076"/>
          <ac:picMkLst>
            <pc:docMk/>
            <pc:sldMk cId="2330912131" sldId="298"/>
            <ac:picMk id="5" creationId="{702866B7-8401-8BEA-21F6-003152A1387D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15.917" v="44" actId="1076"/>
          <ac:picMkLst>
            <pc:docMk/>
            <pc:sldMk cId="2330912131" sldId="298"/>
            <ac:picMk id="6" creationId="{889DB191-4514-ECCA-43D9-C5D6E6C91B86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08.073" v="41" actId="1076"/>
          <ac:picMkLst>
            <pc:docMk/>
            <pc:sldMk cId="2330912131" sldId="298"/>
            <ac:picMk id="9" creationId="{C05D3AC3-0EEC-50EF-16C8-B76F297409A3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09.761" v="42" actId="1076"/>
          <ac:picMkLst>
            <pc:docMk/>
            <pc:sldMk cId="2330912131" sldId="298"/>
            <ac:picMk id="10" creationId="{892D1138-0E67-F308-B25B-5DB09570EBED}"/>
          </ac:picMkLst>
        </pc:picChg>
        <pc:picChg chg="mod">
          <ac:chgData name="Samira MHAMSA [EKVY]" userId="S::samira.mhamsa@ekovya.com::97bca04c-d510-4e0a-9b7c-fecd571a8b3c" providerId="AD" clId="Web-{51CF9A81-9A7F-EE6C-B65B-B9289C77DEF0}" dt="2023-10-20T07:57:13.870" v="43" actId="1076"/>
          <ac:picMkLst>
            <pc:docMk/>
            <pc:sldMk cId="2330912131" sldId="298"/>
            <ac:picMk id="11" creationId="{BA39041C-FE14-8E42-A01F-0FD91FA6C0E3}"/>
          </ac:picMkLst>
        </pc:picChg>
      </pc:sldChg>
    </pc:docChg>
  </pc:docChgLst>
  <pc:docChgLst>
    <pc:chgData name="Samira MHAMSA [EKVY]" userId="S::samira.mhamsa@ekovya.com::97bca04c-d510-4e0a-9b7c-fecd571a8b3c" providerId="AD" clId="Web-{993C1473-E656-4E97-64A2-F7778D6CADE7}"/>
    <pc:docChg chg="modSld">
      <pc:chgData name="Samira MHAMSA [EKVY]" userId="S::samira.mhamsa@ekovya.com::97bca04c-d510-4e0a-9b7c-fecd571a8b3c" providerId="AD" clId="Web-{993C1473-E656-4E97-64A2-F7778D6CADE7}" dt="2023-11-05T17:20:47.991" v="440"/>
      <pc:docMkLst>
        <pc:docMk/>
      </pc:docMkLst>
      <pc:sldChg chg="modSp">
        <pc:chgData name="Samira MHAMSA [EKVY]" userId="S::samira.mhamsa@ekovya.com::97bca04c-d510-4e0a-9b7c-fecd571a8b3c" providerId="AD" clId="Web-{993C1473-E656-4E97-64A2-F7778D6CADE7}" dt="2023-11-05T17:11:00.633" v="33"/>
        <pc:sldMkLst>
          <pc:docMk/>
          <pc:sldMk cId="2330912131" sldId="298"/>
        </pc:sldMkLst>
        <pc:graphicFrameChg chg="mod modGraphic">
          <ac:chgData name="Samira MHAMSA [EKVY]" userId="S::samira.mhamsa@ekovya.com::97bca04c-d510-4e0a-9b7c-fecd571a8b3c" providerId="AD" clId="Web-{993C1473-E656-4E97-64A2-F7778D6CADE7}" dt="2023-11-05T17:11:00.633" v="33"/>
          <ac:graphicFrameMkLst>
            <pc:docMk/>
            <pc:sldMk cId="2330912131" sldId="298"/>
            <ac:graphicFrameMk id="2" creationId="{D797EE94-203A-2ACA-559E-6B5A060ACE45}"/>
          </ac:graphicFrameMkLst>
        </pc:graphicFrameChg>
      </pc:sldChg>
      <pc:sldChg chg="modSp">
        <pc:chgData name="Samira MHAMSA [EKVY]" userId="S::samira.mhamsa@ekovya.com::97bca04c-d510-4e0a-9b7c-fecd571a8b3c" providerId="AD" clId="Web-{993C1473-E656-4E97-64A2-F7778D6CADE7}" dt="2023-11-05T17:19:03.254" v="326"/>
        <pc:sldMkLst>
          <pc:docMk/>
          <pc:sldMk cId="3707574796" sldId="300"/>
        </pc:sldMkLst>
        <pc:graphicFrameChg chg="mod modGraphic">
          <ac:chgData name="Samira MHAMSA [EKVY]" userId="S::samira.mhamsa@ekovya.com::97bca04c-d510-4e0a-9b7c-fecd571a8b3c" providerId="AD" clId="Web-{993C1473-E656-4E97-64A2-F7778D6CADE7}" dt="2023-11-05T17:19:03.254" v="326"/>
          <ac:graphicFrameMkLst>
            <pc:docMk/>
            <pc:sldMk cId="3707574796" sldId="300"/>
            <ac:graphicFrameMk id="11" creationId="{CB5C8EB2-0511-E3F2-796A-1A12AA62A59A}"/>
          </ac:graphicFrameMkLst>
        </pc:graphicFrameChg>
      </pc:sldChg>
      <pc:sldChg chg="modSp">
        <pc:chgData name="Samira MHAMSA [EKVY]" userId="S::samira.mhamsa@ekovya.com::97bca04c-d510-4e0a-9b7c-fecd571a8b3c" providerId="AD" clId="Web-{993C1473-E656-4E97-64A2-F7778D6CADE7}" dt="2023-11-05T17:20:47.991" v="440"/>
        <pc:sldMkLst>
          <pc:docMk/>
          <pc:sldMk cId="2808088630" sldId="301"/>
        </pc:sldMkLst>
        <pc:graphicFrameChg chg="mod modGraphic">
          <ac:chgData name="Samira MHAMSA [EKVY]" userId="S::samira.mhamsa@ekovya.com::97bca04c-d510-4e0a-9b7c-fecd571a8b3c" providerId="AD" clId="Web-{993C1473-E656-4E97-64A2-F7778D6CADE7}" dt="2023-11-05T17:20:47.991" v="440"/>
          <ac:graphicFrameMkLst>
            <pc:docMk/>
            <pc:sldMk cId="2808088630" sldId="301"/>
            <ac:graphicFrameMk id="11" creationId="{CB5C8EB2-0511-E3F2-796A-1A12AA62A59A}"/>
          </ac:graphicFrameMkLst>
        </pc:graphicFrameChg>
      </pc:sldChg>
      <pc:sldChg chg="addSp delSp modSp">
        <pc:chgData name="Samira MHAMSA [EKVY]" userId="S::samira.mhamsa@ekovya.com::97bca04c-d510-4e0a-9b7c-fecd571a8b3c" providerId="AD" clId="Web-{993C1473-E656-4E97-64A2-F7778D6CADE7}" dt="2023-11-05T17:18:04.925" v="314" actId="688"/>
        <pc:sldMkLst>
          <pc:docMk/>
          <pc:sldMk cId="1027415975" sldId="302"/>
        </pc:sldMkLst>
        <pc:graphicFrameChg chg="add del mod modGraphic">
          <ac:chgData name="Samira MHAMSA [EKVY]" userId="S::samira.mhamsa@ekovya.com::97bca04c-d510-4e0a-9b7c-fecd571a8b3c" providerId="AD" clId="Web-{993C1473-E656-4E97-64A2-F7778D6CADE7}" dt="2023-11-05T17:17:05.392" v="299"/>
          <ac:graphicFrameMkLst>
            <pc:docMk/>
            <pc:sldMk cId="1027415975" sldId="302"/>
            <ac:graphicFrameMk id="2" creationId="{D797EE94-203A-2ACA-559E-6B5A060ACE45}"/>
          </ac:graphicFrameMkLst>
        </pc:graphicFrameChg>
        <pc:picChg chg="del">
          <ac:chgData name="Samira MHAMSA [EKVY]" userId="S::samira.mhamsa@ekovya.com::97bca04c-d510-4e0a-9b7c-fecd571a8b3c" providerId="AD" clId="Web-{993C1473-E656-4E97-64A2-F7778D6CADE7}" dt="2023-11-05T17:12:34.635" v="70"/>
          <ac:picMkLst>
            <pc:docMk/>
            <pc:sldMk cId="1027415975" sldId="302"/>
            <ac:picMk id="4" creationId="{C0D14F28-79A2-468A-4D3E-E2D9D9BC2F81}"/>
          </ac:picMkLst>
        </pc:picChg>
        <pc:picChg chg="mod">
          <ac:chgData name="Samira MHAMSA [EKVY]" userId="S::samira.mhamsa@ekovya.com::97bca04c-d510-4e0a-9b7c-fecd571a8b3c" providerId="AD" clId="Web-{993C1473-E656-4E97-64A2-F7778D6CADE7}" dt="2023-11-05T17:17:50.800" v="309" actId="1076"/>
          <ac:picMkLst>
            <pc:docMk/>
            <pc:sldMk cId="1027415975" sldId="302"/>
            <ac:picMk id="5" creationId="{C3D8D19B-740F-2823-2297-AC7E56E97A12}"/>
          </ac:picMkLst>
        </pc:picChg>
        <pc:picChg chg="mod">
          <ac:chgData name="Samira MHAMSA [EKVY]" userId="S::samira.mhamsa@ekovya.com::97bca04c-d510-4e0a-9b7c-fecd571a8b3c" providerId="AD" clId="Web-{993C1473-E656-4E97-64A2-F7778D6CADE7}" dt="2023-11-05T17:17:47.690" v="308" actId="1076"/>
          <ac:picMkLst>
            <pc:docMk/>
            <pc:sldMk cId="1027415975" sldId="302"/>
            <ac:picMk id="6" creationId="{E399C290-03D1-B1CC-6417-3A648B2A8A84}"/>
          </ac:picMkLst>
        </pc:picChg>
        <pc:picChg chg="del">
          <ac:chgData name="Samira MHAMSA [EKVY]" userId="S::samira.mhamsa@ekovya.com::97bca04c-d510-4e0a-9b7c-fecd571a8b3c" providerId="AD" clId="Web-{993C1473-E656-4E97-64A2-F7778D6CADE7}" dt="2023-11-05T17:14:21.075" v="124"/>
          <ac:picMkLst>
            <pc:docMk/>
            <pc:sldMk cId="1027415975" sldId="302"/>
            <ac:picMk id="7" creationId="{54740064-6E8A-32C2-496A-58F8D2EAEBFE}"/>
          </ac:picMkLst>
        </pc:picChg>
        <pc:picChg chg="mod">
          <ac:chgData name="Samira MHAMSA [EKVY]" userId="S::samira.mhamsa@ekovya.com::97bca04c-d510-4e0a-9b7c-fecd571a8b3c" providerId="AD" clId="Web-{993C1473-E656-4E97-64A2-F7778D6CADE7}" dt="2023-11-05T17:17:38.440" v="306" actId="688"/>
          <ac:picMkLst>
            <pc:docMk/>
            <pc:sldMk cId="1027415975" sldId="302"/>
            <ac:picMk id="8" creationId="{027D9567-16D3-491F-55AE-560739609536}"/>
          </ac:picMkLst>
        </pc:picChg>
        <pc:picChg chg="add mod">
          <ac:chgData name="Samira MHAMSA [EKVY]" userId="S::samira.mhamsa@ekovya.com::97bca04c-d510-4e0a-9b7c-fecd571a8b3c" providerId="AD" clId="Web-{993C1473-E656-4E97-64A2-F7778D6CADE7}" dt="2023-11-05T17:17:57.159" v="312" actId="14100"/>
          <ac:picMkLst>
            <pc:docMk/>
            <pc:sldMk cId="1027415975" sldId="302"/>
            <ac:picMk id="10" creationId="{690803E4-E31E-6352-50C8-ACCD4279A50B}"/>
          </ac:picMkLst>
        </pc:picChg>
        <pc:picChg chg="add del mod">
          <ac:chgData name="Samira MHAMSA [EKVY]" userId="S::samira.mhamsa@ekovya.com::97bca04c-d510-4e0a-9b7c-fecd571a8b3c" providerId="AD" clId="Web-{993C1473-E656-4E97-64A2-F7778D6CADE7}" dt="2023-11-05T17:15:08.795" v="171"/>
          <ac:picMkLst>
            <pc:docMk/>
            <pc:sldMk cId="1027415975" sldId="302"/>
            <ac:picMk id="11" creationId="{4DD078C1-BD39-5D25-E9FD-6527AA9AFF76}"/>
          </ac:picMkLst>
        </pc:picChg>
        <pc:picChg chg="add del mod">
          <ac:chgData name="Samira MHAMSA [EKVY]" userId="S::samira.mhamsa@ekovya.com::97bca04c-d510-4e0a-9b7c-fecd571a8b3c" providerId="AD" clId="Web-{993C1473-E656-4E97-64A2-F7778D6CADE7}" dt="2023-11-05T17:16:33.438" v="249"/>
          <ac:picMkLst>
            <pc:docMk/>
            <pc:sldMk cId="1027415975" sldId="302"/>
            <ac:picMk id="12" creationId="{B43796D2-EF69-9E24-8EB1-8BF7AC08987A}"/>
          </ac:picMkLst>
        </pc:picChg>
        <pc:picChg chg="add mod">
          <ac:chgData name="Samira MHAMSA [EKVY]" userId="S::samira.mhamsa@ekovya.com::97bca04c-d510-4e0a-9b7c-fecd571a8b3c" providerId="AD" clId="Web-{993C1473-E656-4E97-64A2-F7778D6CADE7}" dt="2023-11-05T17:18:04.925" v="314" actId="688"/>
          <ac:picMkLst>
            <pc:docMk/>
            <pc:sldMk cId="1027415975" sldId="302"/>
            <ac:picMk id="13" creationId="{074D8BAF-27CD-4442-0AC0-B4B140EEE4B3}"/>
          </ac:picMkLst>
        </pc:picChg>
        <pc:picChg chg="add mod">
          <ac:chgData name="Samira MHAMSA [EKVY]" userId="S::samira.mhamsa@ekovya.com::97bca04c-d510-4e0a-9b7c-fecd571a8b3c" providerId="AD" clId="Web-{993C1473-E656-4E97-64A2-F7778D6CADE7}" dt="2023-11-05T17:17:27.315" v="303" actId="1076"/>
          <ac:picMkLst>
            <pc:docMk/>
            <pc:sldMk cId="1027415975" sldId="302"/>
            <ac:picMk id="14" creationId="{E12DE477-2371-A88A-6065-605E0FE0D22A}"/>
          </ac:picMkLst>
        </pc:picChg>
        <pc:picChg chg="add mod">
          <ac:chgData name="Samira MHAMSA [EKVY]" userId="S::samira.mhamsa@ekovya.com::97bca04c-d510-4e0a-9b7c-fecd571a8b3c" providerId="AD" clId="Web-{993C1473-E656-4E97-64A2-F7778D6CADE7}" dt="2023-11-05T17:17:23.877" v="302" actId="1076"/>
          <ac:picMkLst>
            <pc:docMk/>
            <pc:sldMk cId="1027415975" sldId="302"/>
            <ac:picMk id="15" creationId="{EDA40081-F1CB-65CF-02AC-DF1D8D9A3F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28F70-A1E7-4142-AB9E-76470A461AE6}" type="datetimeFigureOut">
              <a:t>2/5/2024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B9609-40DC-44BB-A30D-A5F28BB6B13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0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que 11">
            <a:extLst>
              <a:ext uri="{FF2B5EF4-FFF2-40B4-BE49-F238E27FC236}">
                <a16:creationId xmlns:a16="http://schemas.microsoft.com/office/drawing/2014/main" id="{97D057A5-928A-482A-BE4E-EC303C8319C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8" name="Graphique 7">
            <a:extLst>
              <a:ext uri="{FF2B5EF4-FFF2-40B4-BE49-F238E27FC236}">
                <a16:creationId xmlns:a16="http://schemas.microsoft.com/office/drawing/2014/main" id="{410AF868-41F9-49DA-A203-8F4B1126E3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87658"/>
            <a:ext cx="9144000" cy="1947286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63DFC21-037E-4517-84B2-4220CE5DA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8857"/>
            <a:ext cx="9144000" cy="76360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5683" y="136323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39000" y="5934363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12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1F15DE2-3DD4-42DE-9725-5CF789FA2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5232" r="28288"/>
          <a:stretch/>
        </p:blipFill>
        <p:spPr>
          <a:xfrm>
            <a:off x="7988909" y="-1"/>
            <a:ext cx="4203092" cy="30702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DE32AF8C-84EB-45C3-9A98-83E7D4A6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015"/>
            <a:ext cx="10515600" cy="798657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F40605-1AC0-4BF8-B111-B042BE078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701"/>
            <a:ext cx="10515600" cy="351023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F900B6-BDAA-4660-8504-2366D15F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05/02/2024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F86DDD-4222-403E-9C46-599D5785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C36A65-95BE-4AD7-BD0B-9D0FA735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  <p:pic>
        <p:nvPicPr>
          <p:cNvPr id="10" name="Graphique 9">
            <a:extLst>
              <a:ext uri="{FF2B5EF4-FFF2-40B4-BE49-F238E27FC236}">
                <a16:creationId xmlns:a16="http://schemas.microsoft.com/office/drawing/2014/main" id="{E9A6692C-E117-4EDB-AC90-3E5592E9A5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67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2A33DC8-75AD-454D-974B-828D6A1AB6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1017" r="-65" b="36450"/>
          <a:stretch/>
        </p:blipFill>
        <p:spPr>
          <a:xfrm>
            <a:off x="0" y="2499736"/>
            <a:ext cx="3476625" cy="435826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D0613CD-2339-4B53-B236-D91F6737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2516E0-F786-4929-9286-6ECD5A1C66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3630D98-EC52-48BF-AD25-D403F2D1E8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1940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9" name="Graphique 8">
            <a:extLst>
              <a:ext uri="{FF2B5EF4-FFF2-40B4-BE49-F238E27FC236}">
                <a16:creationId xmlns:a16="http://schemas.microsoft.com/office/drawing/2014/main" id="{9859B427-60E9-44BE-92F1-4E8395CB3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31379" y="5100638"/>
            <a:ext cx="1379621" cy="1438274"/>
          </a:xfrm>
          <a:prstGeom prst="rect">
            <a:avLst/>
          </a:prstGeom>
        </p:spPr>
      </p:pic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AFF9F953-9E91-4A8A-B55B-376FB686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05/02/2024</a:t>
            </a:fld>
            <a:endParaRPr lang="fr-FR"/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E1A087C2-8F6E-478B-A17A-90563CB68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537132D-20A4-4FDF-A759-E6A869EE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47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A12C2A7-068C-4517-B726-BBAA23B34551}"/>
              </a:ext>
            </a:extLst>
          </p:cNvPr>
          <p:cNvSpPr/>
          <p:nvPr/>
        </p:nvSpPr>
        <p:spPr>
          <a:xfrm>
            <a:off x="0" y="5715000"/>
            <a:ext cx="12192000" cy="1143000"/>
          </a:xfrm>
          <a:prstGeom prst="rect">
            <a:avLst/>
          </a:prstGeom>
          <a:gradFill>
            <a:gsLst>
              <a:gs pos="0">
                <a:srgbClr val="6F9E2E"/>
              </a:gs>
              <a:gs pos="38000">
                <a:srgbClr val="52684D"/>
              </a:gs>
              <a:gs pos="100000">
                <a:srgbClr val="52684D"/>
              </a:gs>
            </a:gsLst>
            <a:lin ang="162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A457F2-6FE7-4357-9535-AC3E3082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2A2741-983F-48F1-8687-32B2ED8046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D4238EC-48EA-40EB-A638-D7CB33CB3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0734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1379B7-2170-4A16-8EAC-3F4C4B17B1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8BC72EA-2609-4D8C-AD8E-BECB34F4F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0950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12" name="Graphique 11">
            <a:extLst>
              <a:ext uri="{FF2B5EF4-FFF2-40B4-BE49-F238E27FC236}">
                <a16:creationId xmlns:a16="http://schemas.microsoft.com/office/drawing/2014/main" id="{B58C1E45-0516-4E72-8C26-1873C754F5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676" b="43357"/>
          <a:stretch/>
        </p:blipFill>
        <p:spPr>
          <a:xfrm>
            <a:off x="-1" y="4714349"/>
            <a:ext cx="1851093" cy="2143652"/>
          </a:xfrm>
          <a:prstGeom prst="rect">
            <a:avLst/>
          </a:prstGeom>
        </p:spPr>
      </p:pic>
      <p:pic>
        <p:nvPicPr>
          <p:cNvPr id="14" name="Graphique 13">
            <a:extLst>
              <a:ext uri="{FF2B5EF4-FFF2-40B4-BE49-F238E27FC236}">
                <a16:creationId xmlns:a16="http://schemas.microsoft.com/office/drawing/2014/main" id="{1882C91F-F655-4F6A-BA7A-925B47B5BF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96213" y="6106106"/>
            <a:ext cx="3733800" cy="500488"/>
          </a:xfrm>
          <a:prstGeom prst="rect">
            <a:avLst/>
          </a:prstGeom>
        </p:spPr>
      </p:pic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23A0E633-EF03-4778-9CD7-936C54EE13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8E23467-099B-4DCD-9498-486B2BD939EC}" type="datetimeFigureOut">
              <a:rPr lang="fr-FR" smtClean="0"/>
              <a:pPr/>
              <a:t>05/02/2024</a:t>
            </a:fld>
            <a:endParaRPr lang="fr-FR"/>
          </a:p>
        </p:txBody>
      </p:sp>
      <p:sp>
        <p:nvSpPr>
          <p:cNvPr id="16" name="Espace réservé du pied de page 4">
            <a:extLst>
              <a:ext uri="{FF2B5EF4-FFF2-40B4-BE49-F238E27FC236}">
                <a16:creationId xmlns:a16="http://schemas.microsoft.com/office/drawing/2014/main" id="{E36B7B04-63C2-41E6-B30D-97B78443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7" name="Espace réservé du numéro de diapositive 5">
            <a:extLst>
              <a:ext uri="{FF2B5EF4-FFF2-40B4-BE49-F238E27FC236}">
                <a16:creationId xmlns:a16="http://schemas.microsoft.com/office/drawing/2014/main" id="{3964A52D-CC42-4375-A5F1-8564EB22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E3E79-6AE7-4E99-B417-E53FC8573CC9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544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que 10">
            <a:extLst>
              <a:ext uri="{FF2B5EF4-FFF2-40B4-BE49-F238E27FC236}">
                <a16:creationId xmlns:a16="http://schemas.microsoft.com/office/drawing/2014/main" id="{54A6B0BD-17F4-4549-B21F-8324C49210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ED722CBD-28A7-4B4E-A2D2-4ED99D243B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F6FA5AD-1A86-45FD-B350-4756F424E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6F9E2E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8" name="Espace réservé de la date 3">
            <a:extLst>
              <a:ext uri="{FF2B5EF4-FFF2-40B4-BE49-F238E27FC236}">
                <a16:creationId xmlns:a16="http://schemas.microsoft.com/office/drawing/2014/main" id="{6BF573A7-B519-4021-8714-5EF3503AA0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1571625" cy="365125"/>
          </a:xfrm>
        </p:spPr>
        <p:txBody>
          <a:bodyPr/>
          <a:lstStyle/>
          <a:p>
            <a:fld id="{A8E23467-099B-4DCD-9498-486B2BD939EC}" type="datetimeFigureOut">
              <a:rPr lang="fr-FR" smtClean="0"/>
              <a:t>05/02/2024</a:t>
            </a:fld>
            <a:endParaRPr lang="fr-FR"/>
          </a:p>
        </p:txBody>
      </p:sp>
      <p:sp>
        <p:nvSpPr>
          <p:cNvPr id="9" name="Espace réservé du pied de page 4">
            <a:extLst>
              <a:ext uri="{FF2B5EF4-FFF2-40B4-BE49-F238E27FC236}">
                <a16:creationId xmlns:a16="http://schemas.microsoft.com/office/drawing/2014/main" id="{E19ADF33-5063-40B5-85C4-E8D38BCC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19375" y="6356349"/>
            <a:ext cx="1847850" cy="365125"/>
          </a:xfrm>
        </p:spPr>
        <p:txBody>
          <a:bodyPr/>
          <a:lstStyle/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EDD934A-CF8E-4463-AFBB-9899BB749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76775" y="6356349"/>
            <a:ext cx="1379621" cy="365125"/>
          </a:xfrm>
        </p:spPr>
        <p:txBody>
          <a:bodyPr/>
          <a:lstStyle/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952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apositive de titre">
    <p:bg>
      <p:bgPr>
        <a:gradFill flip="none" rotWithShape="1">
          <a:gsLst>
            <a:gs pos="0">
              <a:srgbClr val="6F9E2E"/>
            </a:gs>
            <a:gs pos="55000">
              <a:srgbClr val="52684D"/>
            </a:gs>
            <a:gs pos="100000">
              <a:srgbClr val="52684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 8">
            <a:extLst>
              <a:ext uri="{FF2B5EF4-FFF2-40B4-BE49-F238E27FC236}">
                <a16:creationId xmlns:a16="http://schemas.microsoft.com/office/drawing/2014/main" id="{0D57E7C6-6F3E-4192-93CA-CCD0D63936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2" t="53459" r="33279" b="108"/>
          <a:stretch/>
        </p:blipFill>
        <p:spPr>
          <a:xfrm>
            <a:off x="8328273" y="-1"/>
            <a:ext cx="3863727" cy="3183767"/>
          </a:xfrm>
          <a:prstGeom prst="rect">
            <a:avLst/>
          </a:prstGeom>
        </p:spPr>
      </p:pic>
      <p:pic>
        <p:nvPicPr>
          <p:cNvPr id="10" name="Graphique 9">
            <a:extLst>
              <a:ext uri="{FF2B5EF4-FFF2-40B4-BE49-F238E27FC236}">
                <a16:creationId xmlns:a16="http://schemas.microsoft.com/office/drawing/2014/main" id="{0F745C50-C42A-48B4-BBC9-81A7C3DE2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491" b="40405"/>
          <a:stretch/>
        </p:blipFill>
        <p:spPr>
          <a:xfrm>
            <a:off x="-3005" y="2770969"/>
            <a:ext cx="3863727" cy="408703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83D3A5A-00EF-4D18-8027-5A9FD6F8CE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925762"/>
            <a:ext cx="9144000" cy="1700491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02BC9ED8-E5E7-4F65-9BED-DD511EF9B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08941" y="284462"/>
            <a:ext cx="1774117" cy="1947286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289CE732-FC41-4F72-8D27-203830DF9D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7625" y="5599894"/>
            <a:ext cx="447675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B8DDDB8-473C-432E-B7C1-2337DFA43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F3E983-A0F5-47E5-B9AC-5BEA79F0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3160EF4-1B91-4BA9-B8CF-28C29EC5C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3467-099B-4DCD-9498-486B2BD939EC}" type="datetimeFigureOut">
              <a:rPr lang="fr-FR" smtClean="0"/>
              <a:t>05/02/2024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76CD85-9A3D-4AC1-924E-740482969B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  COPIL du 12/04/2023, PMO: Nadine LNALO &amp; Pierre DUPRAY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A31D52-5B74-4F04-A839-CAD0C3492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E3E79-6AE7-4E99-B417-E53FC8573CC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74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6" r:id="rId6"/>
  </p:sldLayoutIdLst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329" y="1988632"/>
            <a:ext cx="9894626" cy="1224871"/>
          </a:xfrm>
        </p:spPr>
        <p:txBody>
          <a:bodyPr/>
          <a:lstStyle/>
          <a:p>
            <a:r>
              <a:rPr lang="en-US">
                <a:latin typeface="Calibri Light"/>
                <a:ea typeface="Roboto"/>
                <a:cs typeface="Calibri Light"/>
              </a:rPr>
              <a:t>List of deliverables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4213D5-633A-25C9-BF59-1CBE75963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44798"/>
            <a:ext cx="9747662" cy="172353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>
                <a:latin typeface="Calibri"/>
                <a:ea typeface="Calibri"/>
                <a:cs typeface="Calibri"/>
              </a:rPr>
              <a:t>Responsible of Document: Fanta GABY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Author:  Fanta GABY, //2023</a:t>
            </a:r>
            <a:br>
              <a:rPr lang="en-US" sz="1400">
                <a:latin typeface="Calibri"/>
                <a:ea typeface="Calibri"/>
                <a:cs typeface="Calibri"/>
              </a:rPr>
            </a:br>
            <a:r>
              <a:rPr lang="en-US" sz="1400">
                <a:latin typeface="Calibri"/>
                <a:ea typeface="Calibri"/>
                <a:cs typeface="Calibri"/>
              </a:rPr>
              <a:t>Validation: 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Last update:</a:t>
            </a:r>
            <a:endParaRPr lang="fr-FR" sz="1400">
              <a:latin typeface="Calibri"/>
              <a:ea typeface="Calibri"/>
              <a:cs typeface="Calibri"/>
            </a:endParaRPr>
          </a:p>
          <a:p>
            <a:r>
              <a:rPr lang="en-US" sz="1400">
                <a:latin typeface="Calibri"/>
                <a:ea typeface="Calibri"/>
                <a:cs typeface="Calibri"/>
              </a:rPr>
              <a:t>Proofread:  //2023</a:t>
            </a:r>
            <a:endParaRPr lang="fr-FR" sz="1400">
              <a:latin typeface="Calibri"/>
              <a:ea typeface="Calibri"/>
              <a:cs typeface="Calibri"/>
            </a:endParaRPr>
          </a:p>
          <a:p>
            <a:endParaRPr lang="fr-FR">
              <a:ea typeface="Roboto"/>
              <a:cs typeface="Roboto"/>
            </a:endParaRPr>
          </a:p>
          <a:p>
            <a:endParaRPr lang="fr-FR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699847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1DB464-9B63-B458-D240-6EB23F160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Progress agreement convention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4AFA677-9CBC-E2A9-1932-DB298A27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3E3E79-6AE7-4E99-B417-E53FC8573CC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Robot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Roboto"/>
              <a:ea typeface="+mn-ea"/>
              <a:cs typeface="+mn-cs"/>
            </a:endParaRPr>
          </a:p>
        </p:txBody>
      </p:sp>
      <p:graphicFrame>
        <p:nvGraphicFramePr>
          <p:cNvPr id="10" name="Tableau 7">
            <a:extLst>
              <a:ext uri="{FF2B5EF4-FFF2-40B4-BE49-F238E27FC236}">
                <a16:creationId xmlns:a16="http://schemas.microsoft.com/office/drawing/2014/main" id="{EADA28D5-7DA6-CE42-2E5F-77384C083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410196"/>
              </p:ext>
            </p:extLst>
          </p:nvPr>
        </p:nvGraphicFramePr>
        <p:xfrm>
          <a:off x="466298" y="1216925"/>
          <a:ext cx="10190750" cy="3323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4970">
                  <a:extLst>
                    <a:ext uri="{9D8B030D-6E8A-4147-A177-3AD203B41FA5}">
                      <a16:colId xmlns:a16="http://schemas.microsoft.com/office/drawing/2014/main" val="1575296176"/>
                    </a:ext>
                  </a:extLst>
                </a:gridCol>
                <a:gridCol w="3537890">
                  <a:extLst>
                    <a:ext uri="{9D8B030D-6E8A-4147-A177-3AD203B41FA5}">
                      <a16:colId xmlns:a16="http://schemas.microsoft.com/office/drawing/2014/main" val="113831975"/>
                    </a:ext>
                  </a:extLst>
                </a:gridCol>
                <a:gridCol w="3537890">
                  <a:extLst>
                    <a:ext uri="{9D8B030D-6E8A-4147-A177-3AD203B41FA5}">
                      <a16:colId xmlns:a16="http://schemas.microsoft.com/office/drawing/2014/main" val="1285004914"/>
                    </a:ext>
                  </a:extLst>
                </a:gridCol>
              </a:tblGrid>
              <a:tr h="494671">
                <a:tc>
                  <a:txBody>
                    <a:bodyPr/>
                    <a:lstStyle/>
                    <a:p>
                      <a:r>
                        <a:rPr lang="fr-FR"/>
                        <a:t>Progress 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/>
                        <a:t>Responsible</a:t>
                      </a:r>
                      <a:r>
                        <a:rPr lang="fr-FR"/>
                        <a:t> for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902623"/>
                  </a:ext>
                </a:extLst>
              </a:tr>
              <a:tr h="850216">
                <a:tc>
                  <a:txBody>
                    <a:bodyPr/>
                    <a:lstStyle/>
                    <a:p>
                      <a:r>
                        <a:rPr lang="fr-FR"/>
                        <a:t>0% 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Not </a:t>
                      </a:r>
                      <a:r>
                        <a:rPr lang="fr-FR" err="1"/>
                        <a:t>started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yet</a:t>
                      </a:r>
                      <a:r>
                        <a:rPr lang="fr-FR"/>
                        <a:t> </a:t>
                      </a:r>
                    </a:p>
                    <a:p>
                      <a:pPr algn="l"/>
                      <a:r>
                        <a:rPr lang="fr-FR"/>
                        <a:t>or </a:t>
                      </a:r>
                      <a:r>
                        <a:rPr lang="fr-FR" err="1"/>
                        <a:t>insignificant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progress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Consultant </a:t>
                      </a:r>
                      <a:r>
                        <a:rPr lang="fr-FR" err="1"/>
                        <a:t>itself</a:t>
                      </a:r>
                      <a:endParaRPr lang="fr-FR"/>
                    </a:p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267931"/>
                  </a:ext>
                </a:extLst>
              </a:tr>
              <a:tr h="494671">
                <a:tc>
                  <a:txBody>
                    <a:bodyPr/>
                    <a:lstStyle/>
                    <a:p>
                      <a:r>
                        <a:rPr lang="fr-FR"/>
                        <a:t>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In </a:t>
                      </a:r>
                      <a:r>
                        <a:rPr lang="fr-FR" err="1"/>
                        <a:t>progress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Consultant </a:t>
                      </a:r>
                      <a:r>
                        <a:rPr lang="fr-FR" err="1"/>
                        <a:t>itself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7111453"/>
                  </a:ext>
                </a:extLst>
              </a:tr>
              <a:tr h="494671">
                <a:tc>
                  <a:txBody>
                    <a:bodyPr/>
                    <a:lstStyle/>
                    <a:p>
                      <a:r>
                        <a:rPr lang="fr-FR"/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Advanced </a:t>
                      </a:r>
                      <a:r>
                        <a:rPr lang="fr-FR" err="1"/>
                        <a:t>progress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/>
                        <a:t>Task</a:t>
                      </a:r>
                      <a:r>
                        <a:rPr lang="fr-FR"/>
                        <a:t> </a:t>
                      </a:r>
                      <a:r>
                        <a:rPr lang="fr-FR" err="1"/>
                        <a:t>referent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719674"/>
                  </a:ext>
                </a:extLst>
              </a:tr>
              <a:tr h="494671">
                <a:tc>
                  <a:txBody>
                    <a:bodyPr/>
                    <a:lstStyle/>
                    <a:p>
                      <a:r>
                        <a:rPr lang="fr-FR"/>
                        <a:t>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1st validation </a:t>
                      </a:r>
                      <a:r>
                        <a:rPr lang="fr-FR" err="1"/>
                        <a:t>proposal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Project Manager </a:t>
                      </a:r>
                      <a:r>
                        <a:rPr lang="fr-FR" err="1"/>
                        <a:t>Officer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650299"/>
                  </a:ext>
                </a:extLst>
              </a:tr>
              <a:tr h="494671">
                <a:tc>
                  <a:txBody>
                    <a:bodyPr/>
                    <a:lstStyle/>
                    <a:p>
                      <a:r>
                        <a:rPr lang="fr-FR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Final validation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/>
                        <a:t>Project </a:t>
                      </a:r>
                      <a:r>
                        <a:rPr lang="fr-FR" err="1"/>
                        <a:t>director</a:t>
                      </a:r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02979"/>
                  </a:ext>
                </a:extLst>
              </a:tr>
            </a:tbl>
          </a:graphicData>
        </a:graphic>
      </p:graphicFrame>
      <p:pic>
        <p:nvPicPr>
          <p:cNvPr id="4" name="Graphique 7" descr="Flocon de neige contour">
            <a:extLst>
              <a:ext uri="{FF2B5EF4-FFF2-40B4-BE49-F238E27FC236}">
                <a16:creationId xmlns:a16="http://schemas.microsoft.com/office/drawing/2014/main" id="{4842A8D7-D8B4-4906-F1BE-3EA607D04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0083" y="1803180"/>
            <a:ext cx="584893" cy="584893"/>
          </a:xfrm>
          <a:prstGeom prst="rect">
            <a:avLst/>
          </a:prstGeom>
        </p:spPr>
      </p:pic>
      <p:pic>
        <p:nvPicPr>
          <p:cNvPr id="7" name="Graphique 7" descr="Flocon de neige contour">
            <a:extLst>
              <a:ext uri="{FF2B5EF4-FFF2-40B4-BE49-F238E27FC236}">
                <a16:creationId xmlns:a16="http://schemas.microsoft.com/office/drawing/2014/main" id="{6F8A8E6C-EC4A-C131-D7BE-968F574243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40083" y="2544586"/>
            <a:ext cx="584893" cy="584893"/>
          </a:xfrm>
          <a:prstGeom prst="rect">
            <a:avLst/>
          </a:prstGeom>
        </p:spPr>
      </p:pic>
      <p:pic>
        <p:nvPicPr>
          <p:cNvPr id="8" name="Graphique 19" descr="Nuage contour">
            <a:extLst>
              <a:ext uri="{FF2B5EF4-FFF2-40B4-BE49-F238E27FC236}">
                <a16:creationId xmlns:a16="http://schemas.microsoft.com/office/drawing/2014/main" id="{7DEAB391-42B2-540F-8A29-7AE997CD1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1100" y="2989955"/>
            <a:ext cx="610262" cy="666152"/>
          </a:xfrm>
          <a:prstGeom prst="rect">
            <a:avLst/>
          </a:prstGeom>
        </p:spPr>
      </p:pic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D5F8DDDA-B66A-13D2-2C10-99BD159F5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1904" y="4092704"/>
            <a:ext cx="504682" cy="524735"/>
          </a:xfrm>
          <a:prstGeom prst="rect">
            <a:avLst/>
          </a:prstGeom>
        </p:spPr>
      </p:pic>
      <p:pic>
        <p:nvPicPr>
          <p:cNvPr id="11" name="Graphique 14" descr="Soleil contour">
            <a:extLst>
              <a:ext uri="{FF2B5EF4-FFF2-40B4-BE49-F238E27FC236}">
                <a16:creationId xmlns:a16="http://schemas.microsoft.com/office/drawing/2014/main" id="{D5F8DDDA-B66A-13D2-2C10-99BD159F5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9725" y="3566255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78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au 7">
            <a:extLst>
              <a:ext uri="{FF2B5EF4-FFF2-40B4-BE49-F238E27FC236}">
                <a16:creationId xmlns:a16="http://schemas.microsoft.com/office/drawing/2014/main" id="{18ACF1B3-5181-23A9-262F-CBFE79B20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693961"/>
              </p:ext>
            </p:extLst>
          </p:nvPr>
        </p:nvGraphicFramePr>
        <p:xfrm>
          <a:off x="571500" y="1085850"/>
          <a:ext cx="9904445" cy="5319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923">
                  <a:extLst>
                    <a:ext uri="{9D8B030D-6E8A-4147-A177-3AD203B41FA5}">
                      <a16:colId xmlns:a16="http://schemas.microsoft.com/office/drawing/2014/main" val="1766800382"/>
                    </a:ext>
                  </a:extLst>
                </a:gridCol>
                <a:gridCol w="1902128">
                  <a:extLst>
                    <a:ext uri="{9D8B030D-6E8A-4147-A177-3AD203B41FA5}">
                      <a16:colId xmlns:a16="http://schemas.microsoft.com/office/drawing/2014/main" val="1575296176"/>
                    </a:ext>
                  </a:extLst>
                </a:gridCol>
                <a:gridCol w="1593764">
                  <a:extLst>
                    <a:ext uri="{9D8B030D-6E8A-4147-A177-3AD203B41FA5}">
                      <a16:colId xmlns:a16="http://schemas.microsoft.com/office/drawing/2014/main" val="113831975"/>
                    </a:ext>
                  </a:extLst>
                </a:gridCol>
                <a:gridCol w="1593764">
                  <a:extLst>
                    <a:ext uri="{9D8B030D-6E8A-4147-A177-3AD203B41FA5}">
                      <a16:colId xmlns:a16="http://schemas.microsoft.com/office/drawing/2014/main" val="3245550684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3156496912"/>
                    </a:ext>
                  </a:extLst>
                </a:gridCol>
              </a:tblGrid>
              <a:tr h="360792">
                <a:tc>
                  <a:txBody>
                    <a:bodyPr/>
                    <a:lstStyle/>
                    <a:p>
                      <a:r>
                        <a:rPr lang="fr-FR" err="1">
                          <a:latin typeface="Calibri"/>
                        </a:rPr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>
                          <a:latin typeface="Calibri"/>
                        </a:rPr>
                        <a:t>Who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err="1">
                          <a:latin typeface="Calibri"/>
                        </a:rPr>
                        <a:t>Status</a:t>
                      </a: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>
                          <a:latin typeface="Calibri"/>
                        </a:rPr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7902623"/>
                  </a:ext>
                </a:extLst>
              </a:tr>
              <a:tr h="721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Requirements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review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Olivier </a:t>
                      </a:r>
                      <a:r>
                        <a:rPr lang="fr-FR" sz="16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Chanthaseng</a:t>
                      </a:r>
                      <a:endParaRPr lang="fr-FR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  <a:endParaRPr lang="en-US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latin typeface="Calibri"/>
                        </a:rPr>
                        <a:t>V1.1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891053"/>
                  </a:ext>
                </a:extLst>
              </a:tr>
              <a:tr h="5879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Scoping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 Note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fr-FR" sz="1600">
                          <a:latin typeface="Calibri"/>
                        </a:rPr>
                        <a:t>Elisa Fauci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fr-FR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155871"/>
                  </a:ext>
                </a:extLst>
              </a:tr>
              <a:tr h="5879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Big case estimation / ROI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>
                          <a:latin typeface="Calibri"/>
                        </a:rPr>
                        <a:t>Etienne </a:t>
                      </a:r>
                      <a:r>
                        <a:rPr lang="fr-FR" sz="1600" err="1">
                          <a:latin typeface="Calibri"/>
                        </a:rPr>
                        <a:t>Bernouli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V1.0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807577"/>
                  </a:ext>
                </a:extLst>
              </a:tr>
              <a:tr h="60132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Macro-Planning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>
                          <a:latin typeface="Calibri"/>
                        </a:rPr>
                        <a:t>Samira </a:t>
                      </a:r>
                      <a:r>
                        <a:rPr lang="fr-FR" sz="1600" err="1">
                          <a:latin typeface="Calibri"/>
                        </a:rPr>
                        <a:t>Mhamsa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en-US" err="1">
                        <a:latin typeface="Calibri"/>
                      </a:endParaRPr>
                    </a:p>
                    <a:p>
                      <a:pPr lvl="0">
                        <a:buNone/>
                      </a:pPr>
                      <a:endParaRPr lang="en-US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306096"/>
                  </a:ext>
                </a:extLst>
              </a:tr>
              <a:tr h="6681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Feasibility</a:t>
                      </a:r>
                      <a:r>
                        <a:rPr lang="fr-FR">
                          <a:latin typeface="Calibri"/>
                        </a:rPr>
                        <a:t> </a:t>
                      </a:r>
                      <a:r>
                        <a:rPr lang="fr-FR" err="1">
                          <a:latin typeface="Calibri"/>
                        </a:rPr>
                        <a:t>Study</a:t>
                      </a:r>
                      <a:r>
                        <a:rPr lang="fr-FR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>
                          <a:latin typeface="Calibri"/>
                        </a:rPr>
                        <a:t>Elisa Fauci/</a:t>
                      </a:r>
                      <a:r>
                        <a:rPr lang="fr-FR" sz="1600" err="1">
                          <a:latin typeface="Calibri"/>
                        </a:rPr>
                        <a:t>Dyhia</a:t>
                      </a:r>
                      <a:r>
                        <a:rPr lang="fr-FR" sz="1600">
                          <a:latin typeface="Calibri"/>
                        </a:rPr>
                        <a:t> 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endParaRPr lang="fr-FR">
                        <a:latin typeface="Calibri"/>
                      </a:endParaRPr>
                    </a:p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V1.0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en-US" err="1"/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52560"/>
                  </a:ext>
                </a:extLst>
              </a:tr>
              <a:tr h="66813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Org</a:t>
                      </a:r>
                      <a:r>
                        <a:rPr lang="fr-FR">
                          <a:latin typeface="Calibri"/>
                        </a:rPr>
                        <a:t> Chart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err="1">
                          <a:latin typeface="Calibri"/>
                        </a:rPr>
                        <a:t>Dyhia</a:t>
                      </a:r>
                      <a:r>
                        <a:rPr lang="fr-FR" sz="1600">
                          <a:latin typeface="Calibri"/>
                        </a:rPr>
                        <a:t> 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V1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038281"/>
                  </a:ext>
                </a:extLst>
              </a:tr>
              <a:tr h="97547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Blueprint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6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Dyhia</a:t>
                      </a:r>
                      <a:r>
                        <a:rPr lang="fr-FR" sz="16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 Amour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  <a:endParaRPr lang="en-US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V1.0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813681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9AE266C2-EAC5-65C1-B4E0-E19984200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</a:t>
            </a:r>
            <a:r>
              <a:rPr lang="fr-FR" err="1">
                <a:ea typeface="Roboto"/>
                <a:cs typeface="Roboto"/>
              </a:rPr>
              <a:t>Deliverables</a:t>
            </a:r>
            <a:r>
              <a:rPr lang="fr-FR">
                <a:ea typeface="Roboto"/>
                <a:cs typeface="Roboto"/>
              </a:rPr>
              <a:t> snapshot: </a:t>
            </a:r>
            <a:r>
              <a:rPr lang="fr-FR" b="1" err="1">
                <a:ea typeface="Roboto"/>
                <a:cs typeface="Roboto"/>
              </a:rPr>
              <a:t>preparation</a:t>
            </a:r>
            <a:r>
              <a:rPr lang="fr-FR">
                <a:ea typeface="Roboto"/>
                <a:cs typeface="Roboto"/>
              </a:rPr>
              <a:t> (1/4)</a:t>
            </a:r>
          </a:p>
        </p:txBody>
      </p:sp>
      <p:pic>
        <p:nvPicPr>
          <p:cNvPr id="15" name="Graphique 14" descr="Soleil contour">
            <a:extLst>
              <a:ext uri="{FF2B5EF4-FFF2-40B4-BE49-F238E27FC236}">
                <a16:creationId xmlns:a16="http://schemas.microsoft.com/office/drawing/2014/main" id="{C38275C4-247E-31E4-18B6-B4226DE5D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621" y="2901513"/>
            <a:ext cx="504682" cy="524735"/>
          </a:xfrm>
          <a:prstGeom prst="rect">
            <a:avLst/>
          </a:prstGeom>
        </p:spPr>
      </p:pic>
      <p:pic>
        <p:nvPicPr>
          <p:cNvPr id="8" name="Graphique 14" descr="Soleil contour">
            <a:extLst>
              <a:ext uri="{FF2B5EF4-FFF2-40B4-BE49-F238E27FC236}">
                <a16:creationId xmlns:a16="http://schemas.microsoft.com/office/drawing/2014/main" id="{93D39A4B-E8D3-68CF-78D7-B7DDC0EF0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4833019"/>
            <a:ext cx="504682" cy="524735"/>
          </a:xfrm>
          <a:prstGeom prst="rect">
            <a:avLst/>
          </a:prstGeom>
        </p:spPr>
      </p:pic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00E8A1DB-4EBA-2638-D687-214ACF44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4162205"/>
            <a:ext cx="504682" cy="524735"/>
          </a:xfrm>
          <a:prstGeom prst="rect">
            <a:avLst/>
          </a:prstGeom>
        </p:spPr>
      </p:pic>
      <p:pic>
        <p:nvPicPr>
          <p:cNvPr id="4" name="Graphique 14" descr="Soleil contour">
            <a:extLst>
              <a:ext uri="{FF2B5EF4-FFF2-40B4-BE49-F238E27FC236}">
                <a16:creationId xmlns:a16="http://schemas.microsoft.com/office/drawing/2014/main" id="{4FF3B14A-0788-9DED-607F-46B27CFE3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4" y="3545357"/>
            <a:ext cx="504682" cy="524735"/>
          </a:xfrm>
          <a:prstGeom prst="rect">
            <a:avLst/>
          </a:prstGeom>
        </p:spPr>
      </p:pic>
      <p:pic>
        <p:nvPicPr>
          <p:cNvPr id="10" name="Graphique 14" descr="Soleil contour">
            <a:extLst>
              <a:ext uri="{FF2B5EF4-FFF2-40B4-BE49-F238E27FC236}">
                <a16:creationId xmlns:a16="http://schemas.microsoft.com/office/drawing/2014/main" id="{D367DE91-B233-EF26-4691-DE6C4CCF04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0919" y="2208807"/>
            <a:ext cx="504682" cy="524735"/>
          </a:xfrm>
          <a:prstGeom prst="rect">
            <a:avLst/>
          </a:prstGeom>
        </p:spPr>
      </p:pic>
      <p:pic>
        <p:nvPicPr>
          <p:cNvPr id="3" name="Graphique 14" descr="Soleil contour">
            <a:extLst>
              <a:ext uri="{FF2B5EF4-FFF2-40B4-BE49-F238E27FC236}">
                <a16:creationId xmlns:a16="http://schemas.microsoft.com/office/drawing/2014/main" id="{DC155B3F-5BA9-5544-AA3F-B26F68EFB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8093" y="5537869"/>
            <a:ext cx="504682" cy="524735"/>
          </a:xfrm>
          <a:prstGeom prst="rect">
            <a:avLst/>
          </a:prstGeom>
        </p:spPr>
      </p:pic>
      <p:pic>
        <p:nvPicPr>
          <p:cNvPr id="5" name="Graphique 14" descr="Soleil contour">
            <a:extLst>
              <a:ext uri="{FF2B5EF4-FFF2-40B4-BE49-F238E27FC236}">
                <a16:creationId xmlns:a16="http://schemas.microsoft.com/office/drawing/2014/main" id="{3DBA81EB-E8DE-2100-6E98-243D595E6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1393" y="1542057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97EE94-203A-2ACA-559E-6B5A060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459916"/>
              </p:ext>
            </p:extLst>
          </p:nvPr>
        </p:nvGraphicFramePr>
        <p:xfrm>
          <a:off x="432486" y="895864"/>
          <a:ext cx="9943600" cy="3885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0473">
                  <a:extLst>
                    <a:ext uri="{9D8B030D-6E8A-4147-A177-3AD203B41FA5}">
                      <a16:colId xmlns:a16="http://schemas.microsoft.com/office/drawing/2014/main" val="3730621434"/>
                    </a:ext>
                  </a:extLst>
                </a:gridCol>
                <a:gridCol w="1662834">
                  <a:extLst>
                    <a:ext uri="{9D8B030D-6E8A-4147-A177-3AD203B41FA5}">
                      <a16:colId xmlns:a16="http://schemas.microsoft.com/office/drawing/2014/main" val="675004769"/>
                    </a:ext>
                  </a:extLst>
                </a:gridCol>
                <a:gridCol w="1664700">
                  <a:extLst>
                    <a:ext uri="{9D8B030D-6E8A-4147-A177-3AD203B41FA5}">
                      <a16:colId xmlns:a16="http://schemas.microsoft.com/office/drawing/2014/main" val="1849146042"/>
                    </a:ext>
                  </a:extLst>
                </a:gridCol>
                <a:gridCol w="1720557">
                  <a:extLst>
                    <a:ext uri="{9D8B030D-6E8A-4147-A177-3AD203B41FA5}">
                      <a16:colId xmlns:a16="http://schemas.microsoft.com/office/drawing/2014/main" val="1273691346"/>
                    </a:ext>
                  </a:extLst>
                </a:gridCol>
                <a:gridCol w="1935036">
                  <a:extLst>
                    <a:ext uri="{9D8B030D-6E8A-4147-A177-3AD203B41FA5}">
                      <a16:colId xmlns:a16="http://schemas.microsoft.com/office/drawing/2014/main" val="1110971291"/>
                    </a:ext>
                  </a:extLst>
                </a:gridCol>
              </a:tblGrid>
              <a:tr h="4450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Who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Status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83596"/>
                  </a:ext>
                </a:extLst>
              </a:tr>
              <a:tr h="6386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Product Sheets 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Mock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-Up</a:t>
                      </a: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Etienne </a:t>
                      </a:r>
                      <a:r>
                        <a:rPr lang="fr-FR" err="1">
                          <a:latin typeface="Calibri"/>
                        </a:rPr>
                        <a:t>Bernouli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V1.1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190947"/>
                  </a:ext>
                </a:extLst>
              </a:tr>
              <a:tr h="9010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Information System Mapping 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Etienne 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Bernouli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  <a:endParaRPr lang="en-US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</a:rPr>
                        <a:t>Validated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321658"/>
                  </a:ext>
                </a:extLst>
              </a:tr>
              <a:tr h="61925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Website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Mock</a:t>
                      </a: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Fanta Gaby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284196"/>
                  </a:ext>
                </a:extLst>
              </a:tr>
              <a:tr h="6386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Business Process Lead to Opportunity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Mohamed </a:t>
                      </a:r>
                      <a:r>
                        <a:rPr lang="fr-FR" err="1">
                          <a:latin typeface="Calibri"/>
                        </a:rPr>
                        <a:t>Mhamo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470780"/>
                  </a:ext>
                </a:extLst>
              </a:tr>
              <a:tr h="6386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Business Process Mailing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Olivier </a:t>
                      </a:r>
                      <a:r>
                        <a:rPr lang="fr-FR" err="1">
                          <a:latin typeface="Calibri"/>
                        </a:rPr>
                        <a:t>Chantaseng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en-US"/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051763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</a:t>
            </a:r>
            <a:r>
              <a:rPr lang="fr-FR" err="1">
                <a:ea typeface="Roboto"/>
                <a:cs typeface="Roboto"/>
              </a:rPr>
              <a:t>Deliverables</a:t>
            </a:r>
            <a:r>
              <a:rPr lang="fr-FR">
                <a:ea typeface="Roboto"/>
                <a:cs typeface="Roboto"/>
              </a:rPr>
              <a:t> snapshot: </a:t>
            </a:r>
            <a:r>
              <a:rPr lang="fr-FR" b="1">
                <a:ea typeface="Roboto"/>
                <a:cs typeface="Roboto"/>
              </a:rPr>
              <a:t>design </a:t>
            </a:r>
            <a:r>
              <a:rPr lang="fr-FR">
                <a:ea typeface="Roboto"/>
                <a:cs typeface="Roboto"/>
              </a:rPr>
              <a:t>(2/4)</a:t>
            </a:r>
          </a:p>
        </p:txBody>
      </p:sp>
      <p:pic>
        <p:nvPicPr>
          <p:cNvPr id="10" name="Graphique 14" descr="Soleil contour">
            <a:extLst>
              <a:ext uri="{FF2B5EF4-FFF2-40B4-BE49-F238E27FC236}">
                <a16:creationId xmlns:a16="http://schemas.microsoft.com/office/drawing/2014/main" id="{892D1138-0E67-F308-B25B-5DB09570E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4214" y="1394166"/>
            <a:ext cx="504682" cy="524735"/>
          </a:xfrm>
          <a:prstGeom prst="rect">
            <a:avLst/>
          </a:prstGeom>
        </p:spPr>
      </p:pic>
      <p:pic>
        <p:nvPicPr>
          <p:cNvPr id="5" name="Graphique 14" descr="Soleil contour">
            <a:extLst>
              <a:ext uri="{FF2B5EF4-FFF2-40B4-BE49-F238E27FC236}">
                <a16:creationId xmlns:a16="http://schemas.microsoft.com/office/drawing/2014/main" id="{702866B7-8401-8BEA-21F6-003152A1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6902" y="4252649"/>
            <a:ext cx="504682" cy="524735"/>
          </a:xfrm>
          <a:prstGeom prst="rect">
            <a:avLst/>
          </a:prstGeom>
        </p:spPr>
      </p:pic>
      <p:pic>
        <p:nvPicPr>
          <p:cNvPr id="6" name="Graphique 14" descr="Soleil contour">
            <a:extLst>
              <a:ext uri="{FF2B5EF4-FFF2-40B4-BE49-F238E27FC236}">
                <a16:creationId xmlns:a16="http://schemas.microsoft.com/office/drawing/2014/main" id="{889DB191-4514-ECCA-43D9-C5D6E6C91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6901" y="3600612"/>
            <a:ext cx="504682" cy="524735"/>
          </a:xfrm>
          <a:prstGeom prst="rect">
            <a:avLst/>
          </a:prstGeom>
        </p:spPr>
      </p:pic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C05D3AC3-0EEC-50EF-16C8-B76F29740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7060" y="2272149"/>
            <a:ext cx="504682" cy="524735"/>
          </a:xfrm>
          <a:prstGeom prst="rect">
            <a:avLst/>
          </a:prstGeom>
        </p:spPr>
      </p:pic>
      <p:pic>
        <p:nvPicPr>
          <p:cNvPr id="4" name="Graphique 14" descr="Soleil contour">
            <a:extLst>
              <a:ext uri="{FF2B5EF4-FFF2-40B4-BE49-F238E27FC236}">
                <a16:creationId xmlns:a16="http://schemas.microsoft.com/office/drawing/2014/main" id="{8E8B3F1A-3563-07DF-5078-1209B484F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23186" y="2911183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1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97EE94-203A-2ACA-559E-6B5A060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036474"/>
              </p:ext>
            </p:extLst>
          </p:nvPr>
        </p:nvGraphicFramePr>
        <p:xfrm>
          <a:off x="432486" y="1070918"/>
          <a:ext cx="10330191" cy="408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751">
                  <a:extLst>
                    <a:ext uri="{9D8B030D-6E8A-4147-A177-3AD203B41FA5}">
                      <a16:colId xmlns:a16="http://schemas.microsoft.com/office/drawing/2014/main" val="3730621434"/>
                    </a:ext>
                  </a:extLst>
                </a:gridCol>
                <a:gridCol w="1785633">
                  <a:extLst>
                    <a:ext uri="{9D8B030D-6E8A-4147-A177-3AD203B41FA5}">
                      <a16:colId xmlns:a16="http://schemas.microsoft.com/office/drawing/2014/main" val="675004769"/>
                    </a:ext>
                  </a:extLst>
                </a:gridCol>
                <a:gridCol w="1774446">
                  <a:extLst>
                    <a:ext uri="{9D8B030D-6E8A-4147-A177-3AD203B41FA5}">
                      <a16:colId xmlns:a16="http://schemas.microsoft.com/office/drawing/2014/main" val="1849146042"/>
                    </a:ext>
                  </a:extLst>
                </a:gridCol>
                <a:gridCol w="1860814">
                  <a:extLst>
                    <a:ext uri="{9D8B030D-6E8A-4147-A177-3AD203B41FA5}">
                      <a16:colId xmlns:a16="http://schemas.microsoft.com/office/drawing/2014/main" val="1273691346"/>
                    </a:ext>
                  </a:extLst>
                </a:gridCol>
                <a:gridCol w="1770547">
                  <a:extLst>
                    <a:ext uri="{9D8B030D-6E8A-4147-A177-3AD203B41FA5}">
                      <a16:colId xmlns:a16="http://schemas.microsoft.com/office/drawing/2014/main" val="1110971291"/>
                    </a:ext>
                  </a:extLst>
                </a:gridCol>
              </a:tblGrid>
              <a:tr h="45506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Who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Status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83596"/>
                  </a:ext>
                </a:extLst>
              </a:tr>
              <a:tr h="7638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444444"/>
                          </a:solidFill>
                          <a:latin typeface="Calibri"/>
                        </a:rPr>
                        <a:t>Business Process Opportunity to Customer</a:t>
                      </a:r>
                      <a:endParaRPr lang="fr-FR" sz="1100" b="0" i="0" u="none" strike="noStrike" noProof="0">
                        <a:solidFill>
                          <a:srgbClr val="444444"/>
                        </a:solidFill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Etienne </a:t>
                      </a:r>
                      <a:r>
                        <a:rPr lang="fr-FR" err="1">
                          <a:latin typeface="Calibri"/>
                        </a:rPr>
                        <a:t>Bernouli</a:t>
                      </a:r>
                      <a:r>
                        <a:rPr lang="fr-FR">
                          <a:latin typeface="Calibri"/>
                        </a:rPr>
                        <a:t>,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Elisa Fauci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100 %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Validated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190947"/>
                  </a:ext>
                </a:extLst>
              </a:tr>
              <a:tr h="86138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444444"/>
                          </a:solidFill>
                          <a:latin typeface="Calibri"/>
                        </a:rPr>
                        <a:t>Business Process Sales to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Fanta Gaby, </a:t>
                      </a:r>
                      <a:r>
                        <a:rPr lang="fr-FR" err="1">
                          <a:latin typeface="Calibri"/>
                        </a:rPr>
                        <a:t>Dyhia</a:t>
                      </a:r>
                      <a:r>
                        <a:rPr lang="fr-FR">
                          <a:latin typeface="Calibri"/>
                        </a:rPr>
                        <a:t> Amour, Atif Satif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fr-FR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849522"/>
                  </a:ext>
                </a:extLst>
              </a:tr>
              <a:tr h="76386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Authorization</a:t>
                      </a:r>
                      <a:r>
                        <a:rPr lang="fr-FR">
                          <a:latin typeface="Calibri"/>
                        </a:rPr>
                        <a:t>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Etienne </a:t>
                      </a:r>
                      <a:r>
                        <a:rPr lang="fr-FR" err="1">
                          <a:latin typeface="Calibri"/>
                        </a:rPr>
                        <a:t>Bernouli</a:t>
                      </a:r>
                      <a:r>
                        <a:rPr lang="fr-FR">
                          <a:latin typeface="Calibri"/>
                        </a:rPr>
                        <a:t>, </a:t>
                      </a:r>
                      <a:r>
                        <a:rPr lang="fr-FR" err="1">
                          <a:latin typeface="Calibri"/>
                        </a:rPr>
                        <a:t>Dyhia</a:t>
                      </a:r>
                      <a:r>
                        <a:rPr lang="fr-FR">
                          <a:latin typeface="Calibri"/>
                        </a:rPr>
                        <a:t> Amour</a:t>
                      </a:r>
                      <a:endParaRPr lang="fr-FR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r>
                        <a:rPr lang="fr-FR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2154330"/>
                  </a:ext>
                </a:extLst>
              </a:tr>
              <a:tr h="1121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MCD </a:t>
                      </a:r>
                      <a:r>
                        <a:rPr lang="fr-FR" err="1">
                          <a:latin typeface="Calibri"/>
                        </a:rPr>
                        <a:t>Creation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Atif Satif, Mohamed </a:t>
                      </a:r>
                      <a:r>
                        <a:rPr lang="fr-FR" err="1">
                          <a:latin typeface="Calibri"/>
                        </a:rPr>
                        <a:t>Mhamsa</a:t>
                      </a:r>
                      <a:r>
                        <a:rPr lang="fr-FR">
                          <a:latin typeface="Calibri"/>
                        </a:rPr>
                        <a:t>, Etienne </a:t>
                      </a:r>
                      <a:r>
                        <a:rPr lang="fr-FR" err="1">
                          <a:latin typeface="Calibri"/>
                        </a:rPr>
                        <a:t>Bernouli</a:t>
                      </a:r>
                      <a:r>
                        <a:rPr lang="fr-FR">
                          <a:latin typeface="Calibri"/>
                        </a:rPr>
                        <a:t>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>
                          <a:latin typeface="Calibri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fr-FR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82854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 fontScale="90000"/>
          </a:bodyPr>
          <a:lstStyle/>
          <a:p>
            <a:r>
              <a:rPr lang="fr-FR">
                <a:ea typeface="Roboto"/>
                <a:cs typeface="Roboto"/>
              </a:rPr>
              <a:t> </a:t>
            </a:r>
            <a:r>
              <a:rPr lang="fr-FR" err="1">
                <a:ea typeface="Roboto"/>
                <a:cs typeface="Roboto"/>
              </a:rPr>
              <a:t>Deliverables</a:t>
            </a:r>
            <a:r>
              <a:rPr lang="fr-FR">
                <a:ea typeface="Roboto"/>
                <a:cs typeface="Roboto"/>
              </a:rPr>
              <a:t> snapshot: </a:t>
            </a:r>
            <a:r>
              <a:rPr lang="fr-FR" b="1">
                <a:ea typeface="Roboto"/>
                <a:cs typeface="Roboto"/>
              </a:rPr>
              <a:t>design </a:t>
            </a:r>
            <a:r>
              <a:rPr lang="fr-FR" b="1">
                <a:ea typeface="+mj-lt"/>
                <a:cs typeface="+mj-lt"/>
              </a:rPr>
              <a:t>suite</a:t>
            </a:r>
            <a:r>
              <a:rPr lang="fr-FR" b="1">
                <a:ea typeface="Roboto"/>
                <a:cs typeface="Roboto"/>
              </a:rPr>
              <a:t> </a:t>
            </a:r>
            <a:r>
              <a:rPr lang="fr-FR">
                <a:ea typeface="Roboto"/>
                <a:cs typeface="Roboto"/>
              </a:rPr>
              <a:t>(2/4) </a:t>
            </a:r>
          </a:p>
        </p:txBody>
      </p:sp>
      <p:pic>
        <p:nvPicPr>
          <p:cNvPr id="9" name="Graphique 14" descr="Soleil contour">
            <a:extLst>
              <a:ext uri="{FF2B5EF4-FFF2-40B4-BE49-F238E27FC236}">
                <a16:creationId xmlns:a16="http://schemas.microsoft.com/office/drawing/2014/main" id="{59F8A300-3A26-11B4-6BB8-4E0892E19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6922" y="1712253"/>
            <a:ext cx="504682" cy="524735"/>
          </a:xfrm>
          <a:prstGeom prst="rect">
            <a:avLst/>
          </a:prstGeom>
        </p:spPr>
      </p:pic>
      <p:pic>
        <p:nvPicPr>
          <p:cNvPr id="4" name="Graphique 14" descr="Soleil contour">
            <a:extLst>
              <a:ext uri="{FF2B5EF4-FFF2-40B4-BE49-F238E27FC236}">
                <a16:creationId xmlns:a16="http://schemas.microsoft.com/office/drawing/2014/main" id="{4E363AF6-C05A-CAC1-B5C0-6C6018533B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294" y="2474252"/>
            <a:ext cx="504682" cy="524735"/>
          </a:xfrm>
          <a:prstGeom prst="rect">
            <a:avLst/>
          </a:prstGeom>
        </p:spPr>
      </p:pic>
      <p:pic>
        <p:nvPicPr>
          <p:cNvPr id="8" name="Graphique 14" descr="Soleil contour">
            <a:extLst>
              <a:ext uri="{FF2B5EF4-FFF2-40B4-BE49-F238E27FC236}">
                <a16:creationId xmlns:a16="http://schemas.microsoft.com/office/drawing/2014/main" id="{148020A4-F856-C7F8-4299-920A12DD12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8295" y="3311770"/>
            <a:ext cx="504682" cy="524735"/>
          </a:xfrm>
          <a:prstGeom prst="rect">
            <a:avLst/>
          </a:prstGeom>
        </p:spPr>
      </p:pic>
      <p:pic>
        <p:nvPicPr>
          <p:cNvPr id="6" name="Graphique 14" descr="Soleil contour">
            <a:extLst>
              <a:ext uri="{FF2B5EF4-FFF2-40B4-BE49-F238E27FC236}">
                <a16:creationId xmlns:a16="http://schemas.microsoft.com/office/drawing/2014/main" id="{57D58E42-F084-8A69-D9F5-6E59BEAD62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842" y="4477995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1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797EE94-203A-2ACA-559E-6B5A060AC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057839"/>
              </p:ext>
            </p:extLst>
          </p:nvPr>
        </p:nvGraphicFramePr>
        <p:xfrm>
          <a:off x="215224" y="787411"/>
          <a:ext cx="11775387" cy="5043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575">
                  <a:extLst>
                    <a:ext uri="{9D8B030D-6E8A-4147-A177-3AD203B41FA5}">
                      <a16:colId xmlns:a16="http://schemas.microsoft.com/office/drawing/2014/main" val="3730621434"/>
                    </a:ext>
                  </a:extLst>
                </a:gridCol>
                <a:gridCol w="2341638">
                  <a:extLst>
                    <a:ext uri="{9D8B030D-6E8A-4147-A177-3AD203B41FA5}">
                      <a16:colId xmlns:a16="http://schemas.microsoft.com/office/drawing/2014/main" val="675004769"/>
                    </a:ext>
                  </a:extLst>
                </a:gridCol>
                <a:gridCol w="1717133">
                  <a:extLst>
                    <a:ext uri="{9D8B030D-6E8A-4147-A177-3AD203B41FA5}">
                      <a16:colId xmlns:a16="http://schemas.microsoft.com/office/drawing/2014/main" val="1849146042"/>
                    </a:ext>
                  </a:extLst>
                </a:gridCol>
                <a:gridCol w="1836057">
                  <a:extLst>
                    <a:ext uri="{9D8B030D-6E8A-4147-A177-3AD203B41FA5}">
                      <a16:colId xmlns:a16="http://schemas.microsoft.com/office/drawing/2014/main" val="1273691346"/>
                    </a:ext>
                  </a:extLst>
                </a:gridCol>
                <a:gridCol w="2303984">
                  <a:extLst>
                    <a:ext uri="{9D8B030D-6E8A-4147-A177-3AD203B41FA5}">
                      <a16:colId xmlns:a16="http://schemas.microsoft.com/office/drawing/2014/main" val="1110971291"/>
                    </a:ext>
                  </a:extLst>
                </a:gridCol>
              </a:tblGrid>
              <a:tr h="3380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Deliverables</a:t>
                      </a:r>
                      <a:endParaRPr lang="fr-FR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Who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/>
                        <a:t>Status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/>
                        <a:t>Comment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783596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Customizing</a:t>
                      </a:r>
                      <a:r>
                        <a:rPr lang="fr-FR" dirty="0">
                          <a:latin typeface="Calibri"/>
                        </a:rPr>
                        <a:t> guide Salesforce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 Amour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50%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Advanced pro-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gress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681494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Customizing</a:t>
                      </a:r>
                      <a:r>
                        <a:rPr lang="fr-FR" dirty="0">
                          <a:latin typeface="Calibri"/>
                        </a:rPr>
                        <a:t> guide </a:t>
                      </a:r>
                      <a:r>
                        <a:rPr lang="fr-FR" dirty="0" err="1">
                          <a:latin typeface="Calibri"/>
                        </a:rPr>
                        <a:t>Woocommerce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Elisa Fauci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fr-FR" sz="1800" b="0" i="0" u="none" strike="noStrike" noProof="0" dirty="0" err="1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3918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Customizing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guide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Brevo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 Amour </a:t>
                      </a:r>
                      <a:endParaRPr lang="fr-FR" dirty="0" err="1">
                        <a:latin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Olivier </a:t>
                      </a:r>
                      <a:r>
                        <a:rPr lang="fr-FR" dirty="0" err="1">
                          <a:latin typeface="Calibri"/>
                        </a:rPr>
                        <a:t>Chanthaseng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Validated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224631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Customizing</a:t>
                      </a:r>
                      <a:r>
                        <a:rPr lang="fr-FR" dirty="0">
                          <a:latin typeface="Calibri"/>
                        </a:rPr>
                        <a:t> guide 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Power-Automate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Fanta Gaby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Samira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Mhamsa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lang="fr-FR" dirty="0"/>
                    </a:p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Mohamed </a:t>
                      </a:r>
                      <a:r>
                        <a:rPr lang="fr-FR" dirty="0" err="1">
                          <a:latin typeface="Calibri"/>
                        </a:rPr>
                        <a:t>Mhamo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50%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Advanced pro-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gress</a:t>
                      </a:r>
                      <a:endParaRPr 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257568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End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users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guide 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SalesForce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 Amour </a:t>
                      </a:r>
                    </a:p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Olivier </a:t>
                      </a:r>
                      <a:r>
                        <a:rPr lang="fr-FR" dirty="0" err="1">
                          <a:latin typeface="Calibri"/>
                        </a:rPr>
                        <a:t>Chanthaseng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V0.1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Advanced pro-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gress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96740"/>
                  </a:ext>
                </a:extLst>
              </a:tr>
              <a:tr h="595537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End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users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guide Woo-Commerce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Elisa FAUCI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  <a:endParaRPr lang="en-US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err="1">
                          <a:latin typeface="Calibri"/>
                        </a:rPr>
                        <a:t>Validated</a:t>
                      </a:r>
                      <a:endParaRPr lang="fr-FR" dirty="0" err="1">
                        <a:latin typeface="Calibr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958900"/>
                  </a:ext>
                </a:extLst>
              </a:tr>
              <a:tr h="65193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End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users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 guide </a:t>
                      </a:r>
                      <a:r>
                        <a:rPr lang="fr-FR" sz="18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Brevo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dirty="0" err="1">
                          <a:latin typeface="Calibri"/>
                        </a:rPr>
                        <a:t>Dyhia</a:t>
                      </a:r>
                      <a:r>
                        <a:rPr lang="fr-FR" dirty="0">
                          <a:latin typeface="Calibri"/>
                        </a:rPr>
                        <a:t> Amour 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fr-FR" dirty="0">
                          <a:latin typeface="Calibri"/>
                        </a:rPr>
                        <a:t>Olivier </a:t>
                      </a:r>
                      <a:r>
                        <a:rPr lang="fr-FR" dirty="0" err="1">
                          <a:latin typeface="Calibri"/>
                        </a:rPr>
                        <a:t>Chanthaseng</a:t>
                      </a:r>
                      <a:endParaRPr lang="fr-FR" dirty="0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r">
                        <a:buNone/>
                      </a:pPr>
                      <a:r>
                        <a:rPr lang="fr-FR" dirty="0">
                          <a:latin typeface="Calibri"/>
                        </a:rPr>
                        <a:t>100%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V1</a:t>
                      </a:r>
                    </a:p>
                    <a:p>
                      <a:pPr lvl="0">
                        <a:buNone/>
                      </a:pPr>
                      <a:endParaRPr lang="fr-FR">
                        <a:latin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0" i="0" u="none" strike="noStrike" noProof="0" err="1">
                          <a:solidFill>
                            <a:srgbClr val="000000"/>
                          </a:solidFill>
                          <a:latin typeface="Calibri"/>
                        </a:rPr>
                        <a:t>Validated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630509"/>
                  </a:ext>
                </a:extLst>
              </a:tr>
            </a:tbl>
          </a:graphicData>
        </a:graphic>
      </p:graphicFrame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</a:t>
            </a:r>
            <a:r>
              <a:rPr lang="fr-FR" err="1">
                <a:ea typeface="Roboto"/>
                <a:cs typeface="Roboto"/>
              </a:rPr>
              <a:t>Deliverables</a:t>
            </a:r>
            <a:r>
              <a:rPr lang="fr-FR">
                <a:ea typeface="Roboto"/>
                <a:cs typeface="Roboto"/>
              </a:rPr>
              <a:t> snapshot: </a:t>
            </a:r>
            <a:r>
              <a:rPr lang="fr-FR" b="1" err="1">
                <a:ea typeface="Roboto"/>
                <a:cs typeface="Roboto"/>
              </a:rPr>
              <a:t>build</a:t>
            </a:r>
            <a:r>
              <a:rPr lang="fr-FR" b="1">
                <a:ea typeface="Roboto"/>
                <a:cs typeface="Roboto"/>
              </a:rPr>
              <a:t> </a:t>
            </a:r>
            <a:r>
              <a:rPr lang="fr-FR">
                <a:ea typeface="Roboto"/>
                <a:cs typeface="Roboto"/>
              </a:rPr>
              <a:t>(3/3)</a:t>
            </a:r>
          </a:p>
        </p:txBody>
      </p:sp>
      <p:pic>
        <p:nvPicPr>
          <p:cNvPr id="10" name="Graphique 19" descr="Nuage contour">
            <a:extLst>
              <a:ext uri="{FF2B5EF4-FFF2-40B4-BE49-F238E27FC236}">
                <a16:creationId xmlns:a16="http://schemas.microsoft.com/office/drawing/2014/main" id="{690803E4-E31E-6352-50C8-ACCD4279A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2123" y="1247602"/>
            <a:ext cx="527884" cy="594071"/>
          </a:xfrm>
          <a:prstGeom prst="rect">
            <a:avLst/>
          </a:prstGeom>
        </p:spPr>
      </p:pic>
      <p:pic>
        <p:nvPicPr>
          <p:cNvPr id="7" name="Graphique 14" descr="Soleil contour">
            <a:extLst>
              <a:ext uri="{FF2B5EF4-FFF2-40B4-BE49-F238E27FC236}">
                <a16:creationId xmlns:a16="http://schemas.microsoft.com/office/drawing/2014/main" id="{B508268E-D571-BCDA-FFB2-3BB359B76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44913" y="2510141"/>
            <a:ext cx="504682" cy="524735"/>
          </a:xfrm>
          <a:prstGeom prst="rect">
            <a:avLst/>
          </a:prstGeom>
        </p:spPr>
      </p:pic>
      <p:pic>
        <p:nvPicPr>
          <p:cNvPr id="8" name="Graphique 19" descr="Nuage contour">
            <a:extLst>
              <a:ext uri="{FF2B5EF4-FFF2-40B4-BE49-F238E27FC236}">
                <a16:creationId xmlns:a16="http://schemas.microsoft.com/office/drawing/2014/main" id="{03572476-B7C1-1EFF-1A46-395281C09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517" y="3190160"/>
            <a:ext cx="550084" cy="636464"/>
          </a:xfrm>
          <a:prstGeom prst="rect">
            <a:avLst/>
          </a:prstGeom>
        </p:spPr>
      </p:pic>
      <p:pic>
        <p:nvPicPr>
          <p:cNvPr id="11" name="Graphique 14" descr="Soleil contour">
            <a:extLst>
              <a:ext uri="{FF2B5EF4-FFF2-40B4-BE49-F238E27FC236}">
                <a16:creationId xmlns:a16="http://schemas.microsoft.com/office/drawing/2014/main" id="{120B0A98-9C4D-A7B4-FE7C-EFF3CDAD8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9726" y="5282149"/>
            <a:ext cx="504682" cy="524735"/>
          </a:xfrm>
          <a:prstGeom prst="rect">
            <a:avLst/>
          </a:prstGeom>
        </p:spPr>
      </p:pic>
      <p:pic>
        <p:nvPicPr>
          <p:cNvPr id="14" name="Graphique 19" descr="Nuage contour">
            <a:extLst>
              <a:ext uri="{FF2B5EF4-FFF2-40B4-BE49-F238E27FC236}">
                <a16:creationId xmlns:a16="http://schemas.microsoft.com/office/drawing/2014/main" id="{96FF607A-7234-AB6C-2D64-565D4512E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707" y="3965354"/>
            <a:ext cx="589668" cy="666152"/>
          </a:xfrm>
          <a:prstGeom prst="rect">
            <a:avLst/>
          </a:prstGeom>
        </p:spPr>
      </p:pic>
      <p:pic>
        <p:nvPicPr>
          <p:cNvPr id="15" name="Graphique 14" descr="Soleil contour">
            <a:extLst>
              <a:ext uri="{FF2B5EF4-FFF2-40B4-BE49-F238E27FC236}">
                <a16:creationId xmlns:a16="http://schemas.microsoft.com/office/drawing/2014/main" id="{EB1EF976-AC5D-E128-AE42-7EA565895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1924" y="4563032"/>
            <a:ext cx="504682" cy="524735"/>
          </a:xfrm>
          <a:prstGeom prst="rect">
            <a:avLst/>
          </a:prstGeom>
        </p:spPr>
      </p:pic>
      <p:pic>
        <p:nvPicPr>
          <p:cNvPr id="17" name="Graphique 14" descr="Soleil contour">
            <a:extLst>
              <a:ext uri="{FF2B5EF4-FFF2-40B4-BE49-F238E27FC236}">
                <a16:creationId xmlns:a16="http://schemas.microsoft.com/office/drawing/2014/main" id="{60C7B5C6-7B35-DFF2-7523-4B9290B958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9103" y="1844902"/>
            <a:ext cx="504682" cy="52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1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9EEE4645-A71E-4A5D-09EF-2CAFB6D47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95250"/>
            <a:ext cx="10515600" cy="798657"/>
          </a:xfrm>
        </p:spPr>
        <p:txBody>
          <a:bodyPr>
            <a:normAutofit/>
          </a:bodyPr>
          <a:lstStyle/>
          <a:p>
            <a:r>
              <a:rPr lang="fr-FR">
                <a:ea typeface="Roboto"/>
                <a:cs typeface="Roboto"/>
              </a:rPr>
              <a:t> RASIC</a:t>
            </a:r>
          </a:p>
        </p:txBody>
      </p:sp>
      <p:pic>
        <p:nvPicPr>
          <p:cNvPr id="4" name="Graphique 3" descr="Flocon de neige contour">
            <a:extLst>
              <a:ext uri="{FF2B5EF4-FFF2-40B4-BE49-F238E27FC236}">
                <a16:creationId xmlns:a16="http://schemas.microsoft.com/office/drawing/2014/main" id="{C0D14F28-79A2-468A-4D3E-E2D9D9BC2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1247" y="1783601"/>
            <a:ext cx="584893" cy="584893"/>
          </a:xfrm>
          <a:prstGeom prst="rect">
            <a:avLst/>
          </a:prstGeom>
        </p:spPr>
      </p:pic>
      <p:pic>
        <p:nvPicPr>
          <p:cNvPr id="5" name="Graphique 4" descr="Flocon de neige contour">
            <a:extLst>
              <a:ext uri="{FF2B5EF4-FFF2-40B4-BE49-F238E27FC236}">
                <a16:creationId xmlns:a16="http://schemas.microsoft.com/office/drawing/2014/main" id="{C3D8D19B-740F-2823-2297-AC7E56E97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790" y="2946521"/>
            <a:ext cx="584893" cy="584893"/>
          </a:xfrm>
          <a:prstGeom prst="rect">
            <a:avLst/>
          </a:prstGeom>
        </p:spPr>
      </p:pic>
      <p:pic>
        <p:nvPicPr>
          <p:cNvPr id="6" name="Graphique 5" descr="Flocon de neige contour">
            <a:extLst>
              <a:ext uri="{FF2B5EF4-FFF2-40B4-BE49-F238E27FC236}">
                <a16:creationId xmlns:a16="http://schemas.microsoft.com/office/drawing/2014/main" id="{E399C290-03D1-B1CC-6417-3A648B2A8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417" y="3534054"/>
            <a:ext cx="584893" cy="584893"/>
          </a:xfrm>
          <a:prstGeom prst="rect">
            <a:avLst/>
          </a:prstGeom>
        </p:spPr>
      </p:pic>
      <p:pic>
        <p:nvPicPr>
          <p:cNvPr id="8" name="Graphique 7" descr="Flocon de neige contour">
            <a:extLst>
              <a:ext uri="{FF2B5EF4-FFF2-40B4-BE49-F238E27FC236}">
                <a16:creationId xmlns:a16="http://schemas.microsoft.com/office/drawing/2014/main" id="{027D9567-16D3-491F-55AE-5607396095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2461" y="4063206"/>
            <a:ext cx="584893" cy="584893"/>
          </a:xfrm>
          <a:prstGeom prst="rect">
            <a:avLst/>
          </a:prstGeom>
        </p:spPr>
      </p:pic>
      <p:pic>
        <p:nvPicPr>
          <p:cNvPr id="10" name="Graphique 9" descr="Nuage contour">
            <a:extLst>
              <a:ext uri="{FF2B5EF4-FFF2-40B4-BE49-F238E27FC236}">
                <a16:creationId xmlns:a16="http://schemas.microsoft.com/office/drawing/2014/main" id="{5CE3CA2E-7ACE-6292-83DD-EC16C3E54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7789" y="2361118"/>
            <a:ext cx="584893" cy="58489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B5C8EB2-0511-E3F2-796A-1A12AA62A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673336"/>
              </p:ext>
            </p:extLst>
          </p:nvPr>
        </p:nvGraphicFramePr>
        <p:xfrm>
          <a:off x="335408" y="796319"/>
          <a:ext cx="11357519" cy="5734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319">
                  <a:extLst>
                    <a:ext uri="{9D8B030D-6E8A-4147-A177-3AD203B41FA5}">
                      <a16:colId xmlns:a16="http://schemas.microsoft.com/office/drawing/2014/main" val="3343573550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3485001541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2465289989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4155053914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4016531404"/>
                    </a:ext>
                  </a:extLst>
                </a:gridCol>
                <a:gridCol w="1887440">
                  <a:extLst>
                    <a:ext uri="{9D8B030D-6E8A-4147-A177-3AD203B41FA5}">
                      <a16:colId xmlns:a16="http://schemas.microsoft.com/office/drawing/2014/main" val="719171400"/>
                    </a:ext>
                  </a:extLst>
                </a:gridCol>
              </a:tblGrid>
              <a:tr h="34001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Responsible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Accountable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Consulted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  <a:effectLst/>
                        </a:rPr>
                        <a:t>Informed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4084937"/>
                  </a:ext>
                </a:extLst>
              </a:tr>
              <a:tr h="59501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  <a:latin typeface="Calibri"/>
                        </a:rPr>
                        <a:t>Architecture Mapping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Etienne 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Bernouli</a:t>
                      </a:r>
                      <a:endParaRPr lang="en-US" err="1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358274"/>
                  </a:ext>
                </a:extLst>
              </a:tr>
              <a:tr h="850025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Business Process Customer Journey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Etienne 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Bernouli</a:t>
                      </a:r>
                      <a:endParaRPr lang="en-US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308048"/>
                  </a:ext>
                </a:extLst>
              </a:tr>
              <a:tr h="1105033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Business Process Website Mock Up </a:t>
                      </a:r>
                    </a:p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>
                        <a:effectLst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426683"/>
                  </a:ext>
                </a:extLst>
              </a:tr>
              <a:tr h="59501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Business Process Q2C (SAP)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4521391"/>
                  </a:ext>
                </a:extLst>
              </a:tr>
              <a:tr h="595017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Business Process O2C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40609"/>
                  </a:ext>
                </a:extLst>
              </a:tr>
              <a:tr h="74073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Customizing Guide Salesforce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Samira </a:t>
                      </a:r>
                      <a:r>
                        <a:rPr lang="en-US" err="1">
                          <a:effectLst/>
                          <a:latin typeface="Calibri"/>
                        </a:rPr>
                        <a:t>Mhamsa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err="1">
                          <a:effectLst/>
                          <a:latin typeface="Calibri"/>
                        </a:rPr>
                        <a:t>Dyhia</a:t>
                      </a:r>
                      <a:r>
                        <a:rPr lang="en-US">
                          <a:effectLst/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695981"/>
                  </a:ext>
                </a:extLst>
              </a:tr>
              <a:tr h="75288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Calibri"/>
                        </a:rPr>
                        <a:t>End User Guide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Atif </a:t>
                      </a:r>
                      <a:r>
                        <a:rPr lang="en-US" err="1">
                          <a:latin typeface="Calibri"/>
                        </a:rPr>
                        <a:t>Satif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Calibri"/>
                        </a:rPr>
                        <a:t>Samira </a:t>
                      </a:r>
                      <a:r>
                        <a:rPr lang="en-US" err="1">
                          <a:latin typeface="Calibri"/>
                        </a:rPr>
                        <a:t>Mhamsa</a:t>
                      </a:r>
                      <a:r>
                        <a:rPr lang="en-US">
                          <a:latin typeface="Calibri"/>
                        </a:rPr>
                        <a:t>, </a:t>
                      </a:r>
                    </a:p>
                    <a:p>
                      <a:pPr lvl="0">
                        <a:buNone/>
                      </a:pPr>
                      <a:r>
                        <a:rPr lang="en-US" err="1">
                          <a:latin typeface="Calibri"/>
                        </a:rPr>
                        <a:t>Dyhia</a:t>
                      </a:r>
                      <a:r>
                        <a:rPr lang="en-US">
                          <a:latin typeface="Calibri"/>
                        </a:rPr>
                        <a:t> Amour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Calibri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044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08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564A01-9E7D-BEF6-D991-C9A3F6918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>
              <a:latin typeface="Calibri Light"/>
              <a:ea typeface="Roboto"/>
              <a:cs typeface="Calibri Ligh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04213D5-633A-25C9-BF59-1CBE75963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fr-FR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7333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-Ekovya">
  <a:themeElements>
    <a:clrScheme name="Thème-Ekovya">
      <a:dk1>
        <a:sysClr val="windowText" lastClr="000000"/>
      </a:dk1>
      <a:lt1>
        <a:sysClr val="window" lastClr="FFFFFF"/>
      </a:lt1>
      <a:dk2>
        <a:srgbClr val="52684D"/>
      </a:dk2>
      <a:lt2>
        <a:srgbClr val="709F2E"/>
      </a:lt2>
      <a:accent1>
        <a:srgbClr val="52684D"/>
      </a:accent1>
      <a:accent2>
        <a:srgbClr val="526A4F"/>
      </a:accent2>
      <a:accent3>
        <a:srgbClr val="709F2E"/>
      </a:accent3>
      <a:accent4>
        <a:srgbClr val="99A533"/>
      </a:accent4>
      <a:accent5>
        <a:srgbClr val="C9C000"/>
      </a:accent5>
      <a:accent6>
        <a:srgbClr val="E95311"/>
      </a:accent6>
      <a:hlink>
        <a:srgbClr val="F9E3D6"/>
      </a:hlink>
      <a:folHlink>
        <a:srgbClr val="FFFFFF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ème-Ekovya" id="{B93A8A4F-66CC-41E5-B85F-CC1C16446D3B}" vid="{C0EC2653-4062-4FBD-B833-C8F67E2C6F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8aab117-5955-4390-81ce-465e4528e65f" xsi:nil="true"/>
    <lcf76f155ced4ddcb4097134ff3c332f xmlns="5e559808-d930-4970-91a1-bd6f234f8931">
      <Terms xmlns="http://schemas.microsoft.com/office/infopath/2007/PartnerControls"/>
    </lcf76f155ced4ddcb4097134ff3c332f>
    <Typededocument xmlns="5e559808-d930-4970-91a1-bd6f234f8931" xsi:nil="true"/>
    <SharedWithUsers xmlns="e8aab117-5955-4390-81ce-465e4528e65f">
      <UserInfo>
        <DisplayName>Nadine LNALO</DisplayName>
        <AccountId>416</AccountId>
        <AccountType/>
      </UserInfo>
      <UserInfo>
        <DisplayName>Samira MHAMSA [EKVY]</DisplayName>
        <AccountId>798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E86B12B2892468B4E66F9F0873F45" ma:contentTypeVersion="16" ma:contentTypeDescription="Create a new document." ma:contentTypeScope="" ma:versionID="40c06be0097462ae84e73f209560d3f4">
  <xsd:schema xmlns:xsd="http://www.w3.org/2001/XMLSchema" xmlns:xs="http://www.w3.org/2001/XMLSchema" xmlns:p="http://schemas.microsoft.com/office/2006/metadata/properties" xmlns:ns2="5e559808-d930-4970-91a1-bd6f234f8931" xmlns:ns3="e8aab117-5955-4390-81ce-465e4528e65f" targetNamespace="http://schemas.microsoft.com/office/2006/metadata/properties" ma:root="true" ma:fieldsID="aa8c8b2366abf9a3a679a3cd5c8f77fc" ns2:_="" ns3:_="">
    <xsd:import namespace="5e559808-d930-4970-91a1-bd6f234f8931"/>
    <xsd:import namespace="e8aab117-5955-4390-81ce-465e4528e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Typededocument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559808-d930-4970-91a1-bd6f234f8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1ffef63-4b63-4086-abdd-edc9d1547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ypededocument" ma:index="21" nillable="true" ma:displayName="Type de document" ma:format="Dropdown" ma:internalName="Typededocument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ab117-5955-4390-81ce-465e4528e6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325a2c-4f9d-485a-8b53-02385c9b2f22}" ma:internalName="TaxCatchAll" ma:showField="CatchAllData" ma:web="e8aab117-5955-4390-81ce-465e4528e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3E7B9E-293F-4862-A457-3AFB304DA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796812-06DD-42A4-9A7C-60FB0C56B7B9}">
  <ds:schemaRefs>
    <ds:schemaRef ds:uri="5e559808-d930-4970-91a1-bd6f234f8931"/>
    <ds:schemaRef ds:uri="e8aab117-5955-4390-81ce-465e4528e65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83B2740-E4DB-497F-A3C2-20636817F8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559808-d930-4970-91a1-bd6f234f8931"/>
    <ds:schemaRef ds:uri="e8aab117-5955-4390-81ce-465e4528e65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Thème-Ekovya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Thème-Ekovya</vt:lpstr>
      <vt:lpstr>List of deliverables</vt:lpstr>
      <vt:lpstr>Progress agreement convention</vt:lpstr>
      <vt:lpstr> Deliverables snapshot: preparation (1/4)</vt:lpstr>
      <vt:lpstr> Deliverables snapshot: design (2/4)</vt:lpstr>
      <vt:lpstr> Deliverables snapshot: design suite (2/4) </vt:lpstr>
      <vt:lpstr> Deliverables snapshot: build (3/3)</vt:lpstr>
      <vt:lpstr> RASIC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nos jours, l’écologie est au cœur des préoccupations des entreprises et des clients.  EKOVYA s’engage auprès de ses clients et collaborateurs à exercer dans ses pratiques une démarche écologique, en sélectionnant rigoureusement ses partenaires qui partagent les valeurs d’EKOVYA.  EKOVYA propose des solutions clé en main qui permettent à ses clients d’intégrer une démarche RSE dans leur organisation.</dc:title>
  <dc:creator>Sonia DJORDAN [EKVY]</dc:creator>
  <cp:revision>18</cp:revision>
  <dcterms:created xsi:type="dcterms:W3CDTF">2023-02-10T13:12:36Z</dcterms:created>
  <dcterms:modified xsi:type="dcterms:W3CDTF">2024-02-05T16:06:27Z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0x01010051AE86B12B2892468B4E66F9F0873F45</vt:lpwstr>
  </property>
  <property fmtid="{D5CDD505-2E9C-101B-9397-08002B2CF9AE}" pid="3" name="MediaServiceImageTags">
    <vt:lpwstr/>
  </property>
</Properties>
</file>