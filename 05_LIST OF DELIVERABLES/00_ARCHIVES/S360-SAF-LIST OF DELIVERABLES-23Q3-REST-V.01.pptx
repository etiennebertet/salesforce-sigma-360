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97" r:id="rId6"/>
    <p:sldId id="259" r:id="rId7"/>
    <p:sldId id="298" r:id="rId8"/>
    <p:sldId id="295" r:id="rId9"/>
    <p:sldId id="300" r:id="rId10"/>
    <p:sldId id="301" r:id="rId11"/>
    <p:sldId id="267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967F4E-50ED-FA22-881B-4464B9EDF135}" name="Pierre DUPRAY" initials="PD" userId="S::pierre.dupray@ekovya.com::ebaf5123-57b2-4565-887d-c42953b1959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CE9AD9-2D3F-76B9-C602-B2D0ECC6188A}" v="7" dt="2023-09-29T14:09:14.234"/>
    <p1510:client id="{0711C2A0-87A8-AB91-91CB-0B1A74E0C53B}" v="457" dt="2023-10-20T07:51:00.320"/>
    <p1510:client id="{0A83A8A8-6B36-49AA-51C1-EF74A9EFADCB}" v="11" dt="2023-10-18T08:53:55.899"/>
    <p1510:client id="{0D1B67FA-4AB0-7D31-9AA8-95533B65D2DA}" v="261" dt="2023-10-04T08:09:37.064"/>
    <p1510:client id="{0EB0E764-EA2D-9538-3098-9406485B2BA2}" v="964" dt="2023-09-07T10:34:38.094"/>
    <p1510:client id="{145708AA-ACAB-525B-6F30-82953F5ADC00}" v="1" dt="2023-09-07T08:34:50.755"/>
    <p1510:client id="{1471DB6D-E705-57C7-FB3F-D32D0401DC8D}" v="2" dt="2023-09-29T14:46:03.627"/>
    <p1510:client id="{174997B9-7734-7094-6A6E-E31E88ADCAE2}" v="21" dt="2023-09-15T02:37:12.827"/>
    <p1510:client id="{378DF875-40B2-4261-D733-D8F3D2C425E7}" v="6" dt="2023-09-28T12:50:09.779"/>
    <p1510:client id="{38F9351A-073E-2602-4378-CDA40A1623F0}" v="13" dt="2023-09-27T14:28:53.572"/>
    <p1510:client id="{3EA7E043-F8B3-E1A6-BF52-B00E3076EE34}" v="13" dt="2023-09-28T13:12:45.322"/>
    <p1510:client id="{40BF4B1A-CDE9-70E7-34F8-EC66F463D939}" v="14" dt="2023-10-04T10:23:25.744"/>
    <p1510:client id="{4D6369D1-B8AA-3B0C-E3D6-3E8481A6528D}" v="42" dt="2023-09-28T13:20:48.165"/>
    <p1510:client id="{4D7D5F86-9D93-F71B-85C3-B0C27977455A}" v="6" dt="2023-09-28T09:45:06.095"/>
    <p1510:client id="{512EFDEF-7446-9A0E-0036-60BC5454F428}" v="968" dt="2023-10-10T13:00:58.652"/>
    <p1510:client id="{527BEC3A-84E4-15BE-CB8B-CC1CDB58773F}" v="3" dt="2023-09-07T08:08:25.629"/>
    <p1510:client id="{67D93571-7516-460B-70BC-B046D5B106F0}" v="107" dt="2023-09-29T14:34:12.608"/>
    <p1510:client id="{7A364AD5-597A-7275-3319-60B4E6EBF301}" v="1356" dt="2023-09-29T07:50:43.650"/>
    <p1510:client id="{82948DFE-A068-C48A-6188-48DEB4897B09}" v="149" dt="2023-10-06T10:34:51.469"/>
    <p1510:client id="{8A118F2C-3689-EEC9-105C-7B1FB5CF4D97}" v="8" dt="2023-09-29T10:15:33.272"/>
    <p1510:client id="{B39C5941-B857-5946-CA27-2914F1AC18F1}" v="50" dt="2023-10-05T08:28:23.452"/>
    <p1510:client id="{B6769AA8-62C7-EA16-9306-60486CCE525D}" v="43" dt="2023-09-29T08:48:54.559"/>
    <p1510:client id="{BB2A54F0-4B9E-CDCA-7516-DFF220B806F7}" v="272" dt="2023-09-28T09:25:40.489"/>
    <p1510:client id="{BB78B00C-89F1-220B-71AB-F92FB6BC7EFE}" v="15" dt="2023-10-09T13:42:36.135"/>
    <p1510:client id="{BE26F931-89DB-D9D8-421D-E56359CE8F66}" v="127" dt="2023-09-29T14:33:02.854"/>
    <p1510:client id="{CBF5CB08-2C16-6FE7-591F-8CCF3220829A}" v="217" dt="2023-10-10T13:10:58.518"/>
    <p1510:client id="{EA29BC27-4576-52A3-03AB-B7BFE4C83F04}" v="59" dt="2023-09-28T12:48:43.774"/>
    <p1510:client id="{EDCAFBEE-C7C3-5FA0-4AA5-3C31F3289615}" v="70" dt="2023-10-11T11:52:57.255"/>
    <p1510:client id="{F592C9FC-A6AA-E9A7-7C8C-CCDF57A4328D}" v="448" dt="2023-10-17T10:02:06.8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nta GABY [EKVY]" userId="S::fanta.gaby@ekovya.com::56064d0f-5e10-4eee-955c-d40534ba82ef" providerId="AD" clId="Web-{7A364AD5-597A-7275-3319-60B4E6EBF301}"/>
    <pc:docChg chg="addSld delSld modSld">
      <pc:chgData name="Fanta GABY [EKVY]" userId="S::fanta.gaby@ekovya.com::56064d0f-5e10-4eee-955c-d40534ba82ef" providerId="AD" clId="Web-{7A364AD5-597A-7275-3319-60B4E6EBF301}" dt="2023-09-29T07:50:43.650" v="926"/>
      <pc:docMkLst>
        <pc:docMk/>
      </pc:docMkLst>
      <pc:sldChg chg="addSp delSp modSp">
        <pc:chgData name="Fanta GABY [EKVY]" userId="S::fanta.gaby@ekovya.com::56064d0f-5e10-4eee-955c-d40534ba82ef" providerId="AD" clId="Web-{7A364AD5-597A-7275-3319-60B4E6EBF301}" dt="2023-09-29T07:45:32.810" v="752"/>
        <pc:sldMkLst>
          <pc:docMk/>
          <pc:sldMk cId="160593527" sldId="259"/>
        </pc:sldMkLst>
        <pc:graphicFrameChg chg="mod modGraphic">
          <ac:chgData name="Fanta GABY [EKVY]" userId="S::fanta.gaby@ekovya.com::56064d0f-5e10-4eee-955c-d40534ba82ef" providerId="AD" clId="Web-{7A364AD5-597A-7275-3319-60B4E6EBF301}" dt="2023-09-29T07:45:32.810" v="752"/>
          <ac:graphicFrameMkLst>
            <pc:docMk/>
            <pc:sldMk cId="160593527" sldId="259"/>
            <ac:graphicFrameMk id="7" creationId="{18ACF1B3-5181-23A9-262F-CBFE79B20874}"/>
          </ac:graphicFrameMkLst>
        </pc:graphicFrameChg>
        <pc:picChg chg="del">
          <ac:chgData name="Fanta GABY [EKVY]" userId="S::fanta.gaby@ekovya.com::56064d0f-5e10-4eee-955c-d40534ba82ef" providerId="AD" clId="Web-{7A364AD5-597A-7275-3319-60B4E6EBF301}" dt="2023-09-29T07:29:04.337" v="185"/>
          <ac:picMkLst>
            <pc:docMk/>
            <pc:sldMk cId="160593527" sldId="259"/>
            <ac:picMk id="3" creationId="{C82F8C3F-5CAC-E339-9CBD-45D2383623C2}"/>
          </ac:picMkLst>
        </pc:picChg>
        <pc:picChg chg="add mod">
          <ac:chgData name="Fanta GABY [EKVY]" userId="S::fanta.gaby@ekovya.com::56064d0f-5e10-4eee-955c-d40534ba82ef" providerId="AD" clId="Web-{7A364AD5-597A-7275-3319-60B4E6EBF301}" dt="2023-09-29T07:45:24.638" v="744" actId="1076"/>
          <ac:picMkLst>
            <pc:docMk/>
            <pc:sldMk cId="160593527" sldId="259"/>
            <ac:picMk id="4" creationId="{0D60A0F2-7B09-2E5B-C05C-BAABAEB43002}"/>
          </ac:picMkLst>
        </pc:picChg>
        <pc:picChg chg="add mod">
          <ac:chgData name="Fanta GABY [EKVY]" userId="S::fanta.gaby@ekovya.com::56064d0f-5e10-4eee-955c-d40534ba82ef" providerId="AD" clId="Web-{7A364AD5-597A-7275-3319-60B4E6EBF301}" dt="2023-09-29T07:45:20.013" v="742" actId="1076"/>
          <ac:picMkLst>
            <pc:docMk/>
            <pc:sldMk cId="160593527" sldId="259"/>
            <ac:picMk id="5" creationId="{10A128AB-0060-1203-58AF-5D162DD9F68A}"/>
          </ac:picMkLst>
        </pc:picChg>
        <pc:picChg chg="del">
          <ac:chgData name="Fanta GABY [EKVY]" userId="S::fanta.gaby@ekovya.com::56064d0f-5e10-4eee-955c-d40534ba82ef" providerId="AD" clId="Web-{7A364AD5-597A-7275-3319-60B4E6EBF301}" dt="2023-09-29T07:23:43.805" v="142"/>
          <ac:picMkLst>
            <pc:docMk/>
            <pc:sldMk cId="160593527" sldId="259"/>
            <ac:picMk id="5" creationId="{E1E11AE5-015B-77D8-0B92-C294BE92EFBB}"/>
          </ac:picMkLst>
        </pc:picChg>
        <pc:picChg chg="add mod">
          <ac:chgData name="Fanta GABY [EKVY]" userId="S::fanta.gaby@ekovya.com::56064d0f-5e10-4eee-955c-d40534ba82ef" providerId="AD" clId="Web-{7A364AD5-597A-7275-3319-60B4E6EBF301}" dt="2023-09-29T07:45:11.106" v="739" actId="14100"/>
          <ac:picMkLst>
            <pc:docMk/>
            <pc:sldMk cId="160593527" sldId="259"/>
            <ac:picMk id="6" creationId="{C92B8764-3958-C087-E439-F95634F8CBD6}"/>
          </ac:picMkLst>
        </pc:picChg>
        <pc:picChg chg="add mod">
          <ac:chgData name="Fanta GABY [EKVY]" userId="S::fanta.gaby@ekovya.com::56064d0f-5e10-4eee-955c-d40534ba82ef" providerId="AD" clId="Web-{7A364AD5-597A-7275-3319-60B4E6EBF301}" dt="2023-09-29T07:44:54.356" v="735" actId="1076"/>
          <ac:picMkLst>
            <pc:docMk/>
            <pc:sldMk cId="160593527" sldId="259"/>
            <ac:picMk id="8" creationId="{93D39A4B-E8D3-68CF-78D7-B7DDC0EF0EFC}"/>
          </ac:picMkLst>
        </pc:picChg>
        <pc:picChg chg="add mod">
          <ac:chgData name="Fanta GABY [EKVY]" userId="S::fanta.gaby@ekovya.com::56064d0f-5e10-4eee-955c-d40534ba82ef" providerId="AD" clId="Web-{7A364AD5-597A-7275-3319-60B4E6EBF301}" dt="2023-09-29T07:45:22.419" v="743" actId="1076"/>
          <ac:picMkLst>
            <pc:docMk/>
            <pc:sldMk cId="160593527" sldId="259"/>
            <ac:picMk id="9" creationId="{00E8A1DB-4EBA-2638-D687-214ACF44D6A0}"/>
          </ac:picMkLst>
        </pc:picChg>
        <pc:picChg chg="del">
          <ac:chgData name="Fanta GABY [EKVY]" userId="S::fanta.gaby@ekovya.com::56064d0f-5e10-4eee-955c-d40534ba82ef" providerId="AD" clId="Web-{7A364AD5-597A-7275-3319-60B4E6EBF301}" dt="2023-09-29T07:22:44.897" v="122"/>
          <ac:picMkLst>
            <pc:docMk/>
            <pc:sldMk cId="160593527" sldId="259"/>
            <ac:picMk id="10" creationId="{C9743A78-99DA-7D3F-B669-A6FF202665AB}"/>
          </ac:picMkLst>
        </pc:picChg>
        <pc:picChg chg="del mod">
          <ac:chgData name="Fanta GABY [EKVY]" userId="S::fanta.gaby@ekovya.com::56064d0f-5e10-4eee-955c-d40534ba82ef" providerId="AD" clId="Web-{7A364AD5-597A-7275-3319-60B4E6EBF301}" dt="2023-09-29T07:23:03.444" v="127"/>
          <ac:picMkLst>
            <pc:docMk/>
            <pc:sldMk cId="160593527" sldId="259"/>
            <ac:picMk id="12" creationId="{A03DDC82-47B4-A9EA-DDEF-C3AB482F09CA}"/>
          </ac:picMkLst>
        </pc:picChg>
        <pc:picChg chg="mod">
          <ac:chgData name="Fanta GABY [EKVY]" userId="S::fanta.gaby@ekovya.com::56064d0f-5e10-4eee-955c-d40534ba82ef" providerId="AD" clId="Web-{7A364AD5-597A-7275-3319-60B4E6EBF301}" dt="2023-09-29T07:45:13.138" v="740" actId="1076"/>
          <ac:picMkLst>
            <pc:docMk/>
            <pc:sldMk cId="160593527" sldId="259"/>
            <ac:picMk id="13" creationId="{595C8CC6-DF2C-4EC1-3B3F-4BDF94FABB85}"/>
          </ac:picMkLst>
        </pc:picChg>
        <pc:picChg chg="mod">
          <ac:chgData name="Fanta GABY [EKVY]" userId="S::fanta.gaby@ekovya.com::56064d0f-5e10-4eee-955c-d40534ba82ef" providerId="AD" clId="Web-{7A364AD5-597A-7275-3319-60B4E6EBF301}" dt="2023-09-29T07:45:17.247" v="741" actId="1076"/>
          <ac:picMkLst>
            <pc:docMk/>
            <pc:sldMk cId="160593527" sldId="259"/>
            <ac:picMk id="15" creationId="{C38275C4-247E-31E4-18B6-B4226DE5D31A}"/>
          </ac:picMkLst>
        </pc:picChg>
        <pc:picChg chg="del mod">
          <ac:chgData name="Fanta GABY [EKVY]" userId="S::fanta.gaby@ekovya.com::56064d0f-5e10-4eee-955c-d40534ba82ef" providerId="AD" clId="Web-{7A364AD5-597A-7275-3319-60B4E6EBF301}" dt="2023-09-29T07:30:47.591" v="255"/>
          <ac:picMkLst>
            <pc:docMk/>
            <pc:sldMk cId="160593527" sldId="259"/>
            <ac:picMk id="17" creationId="{46E93285-B3D0-7302-47B3-82B3E3174062}"/>
          </ac:picMkLst>
        </pc:picChg>
        <pc:picChg chg="del mod">
          <ac:chgData name="Fanta GABY [EKVY]" userId="S::fanta.gaby@ekovya.com::56064d0f-5e10-4eee-955c-d40534ba82ef" providerId="AD" clId="Web-{7A364AD5-597A-7275-3319-60B4E6EBF301}" dt="2023-09-29T07:29:34.697" v="194"/>
          <ac:picMkLst>
            <pc:docMk/>
            <pc:sldMk cId="160593527" sldId="259"/>
            <ac:picMk id="20" creationId="{803A646E-C108-9144-3C56-1AEB05F36408}"/>
          </ac:picMkLst>
        </pc:picChg>
      </pc:sldChg>
      <pc:sldChg chg="addSp delSp modSp">
        <pc:chgData name="Fanta GABY [EKVY]" userId="S::fanta.gaby@ekovya.com::56064d0f-5e10-4eee-955c-d40534ba82ef" providerId="AD" clId="Web-{7A364AD5-597A-7275-3319-60B4E6EBF301}" dt="2023-09-29T07:44:29.167" v="691"/>
        <pc:sldMkLst>
          <pc:docMk/>
          <pc:sldMk cId="671117411" sldId="295"/>
        </pc:sldMkLst>
        <pc:graphicFrameChg chg="mod modGraphic">
          <ac:chgData name="Fanta GABY [EKVY]" userId="S::fanta.gaby@ekovya.com::56064d0f-5e10-4eee-955c-d40534ba82ef" providerId="AD" clId="Web-{7A364AD5-597A-7275-3319-60B4E6EBF301}" dt="2023-09-29T07:44:29.167" v="691"/>
          <ac:graphicFrameMkLst>
            <pc:docMk/>
            <pc:sldMk cId="671117411" sldId="295"/>
            <ac:graphicFrameMk id="2" creationId="{D797EE94-203A-2ACA-559E-6B5A060ACE45}"/>
          </ac:graphicFrameMkLst>
        </pc:graphicFrameChg>
        <pc:picChg chg="add mod">
          <ac:chgData name="Fanta GABY [EKVY]" userId="S::fanta.gaby@ekovya.com::56064d0f-5e10-4eee-955c-d40534ba82ef" providerId="AD" clId="Web-{7A364AD5-597A-7275-3319-60B4E6EBF301}" dt="2023-09-29T07:31:28.155" v="262" actId="1076"/>
          <ac:picMkLst>
            <pc:docMk/>
            <pc:sldMk cId="671117411" sldId="295"/>
            <ac:picMk id="7" creationId="{54740064-6E8A-32C2-496A-58F8D2EAEBFE}"/>
          </ac:picMkLst>
        </pc:picChg>
        <pc:picChg chg="mod">
          <ac:chgData name="Fanta GABY [EKVY]" userId="S::fanta.gaby@ekovya.com::56064d0f-5e10-4eee-955c-d40534ba82ef" providerId="AD" clId="Web-{7A364AD5-597A-7275-3319-60B4E6EBF301}" dt="2023-09-29T07:35:02.444" v="399" actId="1076"/>
          <ac:picMkLst>
            <pc:docMk/>
            <pc:sldMk cId="671117411" sldId="295"/>
            <ac:picMk id="9" creationId="{A6BEE7FD-E84F-A112-D194-30B923703BED}"/>
          </ac:picMkLst>
        </pc:picChg>
        <pc:picChg chg="del">
          <ac:chgData name="Fanta GABY [EKVY]" userId="S::fanta.gaby@ekovya.com::56064d0f-5e10-4eee-955c-d40534ba82ef" providerId="AD" clId="Web-{7A364AD5-597A-7275-3319-60B4E6EBF301}" dt="2023-09-29T07:31:19.654" v="260"/>
          <ac:picMkLst>
            <pc:docMk/>
            <pc:sldMk cId="671117411" sldId="295"/>
            <ac:picMk id="10" creationId="{5CE3CA2E-7ACE-6292-83DD-EC16C3E54080}"/>
          </ac:picMkLst>
        </pc:picChg>
        <pc:picChg chg="add mod">
          <ac:chgData name="Fanta GABY [EKVY]" userId="S::fanta.gaby@ekovya.com::56064d0f-5e10-4eee-955c-d40534ba82ef" providerId="AD" clId="Web-{7A364AD5-597A-7275-3319-60B4E6EBF301}" dt="2023-09-29T07:34:55.490" v="396" actId="1076"/>
          <ac:picMkLst>
            <pc:docMk/>
            <pc:sldMk cId="671117411" sldId="295"/>
            <ac:picMk id="11" creationId="{624BA416-F518-5F9E-5B30-81CEBA62F19B}"/>
          </ac:picMkLst>
        </pc:picChg>
        <pc:picChg chg="add mod">
          <ac:chgData name="Fanta GABY [EKVY]" userId="S::fanta.gaby@ekovya.com::56064d0f-5e10-4eee-955c-d40534ba82ef" providerId="AD" clId="Web-{7A364AD5-597A-7275-3319-60B4E6EBF301}" dt="2023-09-29T07:35:06.959" v="400" actId="1076"/>
          <ac:picMkLst>
            <pc:docMk/>
            <pc:sldMk cId="671117411" sldId="295"/>
            <ac:picMk id="12" creationId="{2F075816-07F6-D142-D1B9-C518D230AE13}"/>
          </ac:picMkLst>
        </pc:picChg>
      </pc:sldChg>
      <pc:sldChg chg="addSp delSp modSp">
        <pc:chgData name="Fanta GABY [EKVY]" userId="S::fanta.gaby@ekovya.com::56064d0f-5e10-4eee-955c-d40534ba82ef" providerId="AD" clId="Web-{7A364AD5-597A-7275-3319-60B4E6EBF301}" dt="2023-09-29T07:43:38.697" v="576"/>
        <pc:sldMkLst>
          <pc:docMk/>
          <pc:sldMk cId="2330912131" sldId="298"/>
        </pc:sldMkLst>
        <pc:graphicFrameChg chg="mod modGraphic">
          <ac:chgData name="Fanta GABY [EKVY]" userId="S::fanta.gaby@ekovya.com::56064d0f-5e10-4eee-955c-d40534ba82ef" providerId="AD" clId="Web-{7A364AD5-597A-7275-3319-60B4E6EBF301}" dt="2023-09-29T07:43:38.697" v="576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del mod">
          <ac:chgData name="Fanta GABY [EKVY]" userId="S::fanta.gaby@ekovya.com::56064d0f-5e10-4eee-955c-d40534ba82ef" providerId="AD" clId="Web-{7A364AD5-597A-7275-3319-60B4E6EBF301}" dt="2023-09-29T07:43:24.212" v="562"/>
          <ac:picMkLst>
            <pc:docMk/>
            <pc:sldMk cId="2330912131" sldId="298"/>
            <ac:picMk id="6" creationId="{E399C290-03D1-B1CC-6417-3A648B2A8A84}"/>
          </ac:picMkLst>
        </pc:picChg>
        <pc:picChg chg="del">
          <ac:chgData name="Fanta GABY [EKVY]" userId="S::fanta.gaby@ekovya.com::56064d0f-5e10-4eee-955c-d40534ba82ef" providerId="AD" clId="Web-{7A364AD5-597A-7275-3319-60B4E6EBF301}" dt="2023-09-29T07:43:21.290" v="559"/>
          <ac:picMkLst>
            <pc:docMk/>
            <pc:sldMk cId="2330912131" sldId="298"/>
            <ac:picMk id="8" creationId="{027D9567-16D3-491F-55AE-560739609536}"/>
          </ac:picMkLst>
        </pc:picChg>
        <pc:picChg chg="del">
          <ac:chgData name="Fanta GABY [EKVY]" userId="S::fanta.gaby@ekovya.com::56064d0f-5e10-4eee-955c-d40534ba82ef" providerId="AD" clId="Web-{7A364AD5-597A-7275-3319-60B4E6EBF301}" dt="2023-09-29T07:43:22.134" v="560"/>
          <ac:picMkLst>
            <pc:docMk/>
            <pc:sldMk cId="2330912131" sldId="298"/>
            <ac:picMk id="9" creationId="{A6BEE7FD-E84F-A112-D194-30B923703BED}"/>
          </ac:picMkLst>
        </pc:picChg>
        <pc:picChg chg="del">
          <ac:chgData name="Fanta GABY [EKVY]" userId="S::fanta.gaby@ekovya.com::56064d0f-5e10-4eee-955c-d40534ba82ef" providerId="AD" clId="Web-{7A364AD5-597A-7275-3319-60B4E6EBF301}" dt="2023-09-29T07:35:24.038" v="409"/>
          <ac:picMkLst>
            <pc:docMk/>
            <pc:sldMk cId="2330912131" sldId="298"/>
            <ac:picMk id="10" creationId="{5CE3CA2E-7ACE-6292-83DD-EC16C3E54080}"/>
          </ac:picMkLst>
        </pc:picChg>
        <pc:picChg chg="add mod">
          <ac:chgData name="Fanta GABY [EKVY]" userId="S::fanta.gaby@ekovya.com::56064d0f-5e10-4eee-955c-d40534ba82ef" providerId="AD" clId="Web-{7A364AD5-597A-7275-3319-60B4E6EBF301}" dt="2023-09-29T07:35:29.398" v="411" actId="1076"/>
          <ac:picMkLst>
            <pc:docMk/>
            <pc:sldMk cId="2330912131" sldId="298"/>
            <ac:picMk id="11" creationId="{6DC11013-412F-0890-C614-6A9B22694879}"/>
          </ac:picMkLst>
        </pc:picChg>
      </pc:sldChg>
      <pc:sldChg chg="modSp add del replId">
        <pc:chgData name="Fanta GABY [EKVY]" userId="S::fanta.gaby@ekovya.com::56064d0f-5e10-4eee-955c-d40534ba82ef" providerId="AD" clId="Web-{7A364AD5-597A-7275-3319-60B4E6EBF301}" dt="2023-09-29T07:42:57.226" v="521"/>
        <pc:sldMkLst>
          <pc:docMk/>
          <pc:sldMk cId="139122013" sldId="299"/>
        </pc:sldMkLst>
        <pc:spChg chg="mod">
          <ac:chgData name="Fanta GABY [EKVY]" userId="S::fanta.gaby@ekovya.com::56064d0f-5e10-4eee-955c-d40534ba82ef" providerId="AD" clId="Web-{7A364AD5-597A-7275-3319-60B4E6EBF301}" dt="2023-09-29T07:24:52.744" v="159" actId="20577"/>
          <ac:spMkLst>
            <pc:docMk/>
            <pc:sldMk cId="139122013" sldId="299"/>
            <ac:spMk id="3" creationId="{9EEE4645-A71E-4A5D-09EF-2CAFB6D47B8F}"/>
          </ac:spMkLst>
        </pc:spChg>
        <pc:graphicFrameChg chg="mod modGraphic">
          <ac:chgData name="Fanta GABY [EKVY]" userId="S::fanta.gaby@ekovya.com::56064d0f-5e10-4eee-955c-d40534ba82ef" providerId="AD" clId="Web-{7A364AD5-597A-7275-3319-60B4E6EBF301}" dt="2023-09-29T07:25:00.151" v="161"/>
          <ac:graphicFrameMkLst>
            <pc:docMk/>
            <pc:sldMk cId="139122013" sldId="299"/>
            <ac:graphicFrameMk id="2" creationId="{D797EE94-203A-2ACA-559E-6B5A060ACE45}"/>
          </ac:graphicFrameMkLst>
        </pc:graphicFrameChg>
      </pc:sldChg>
      <pc:sldChg chg="addSp delSp modSp add replId">
        <pc:chgData name="Fanta GABY [EKVY]" userId="S::fanta.gaby@ekovya.com::56064d0f-5e10-4eee-955c-d40534ba82ef" providerId="AD" clId="Web-{7A364AD5-597A-7275-3319-60B4E6EBF301}" dt="2023-09-29T07:42:40.288" v="520"/>
        <pc:sldMkLst>
          <pc:docMk/>
          <pc:sldMk cId="3707574796" sldId="300"/>
        </pc:sldMkLst>
        <pc:graphicFrameChg chg="del mod modGraphic">
          <ac:chgData name="Fanta GABY [EKVY]" userId="S::fanta.gaby@ekovya.com::56064d0f-5e10-4eee-955c-d40534ba82ef" providerId="AD" clId="Web-{7A364AD5-597A-7275-3319-60B4E6EBF301}" dt="2023-09-29T07:28:19.726" v="181"/>
          <ac:graphicFrameMkLst>
            <pc:docMk/>
            <pc:sldMk cId="3707574796" sldId="300"/>
            <ac:graphicFrameMk id="2" creationId="{D797EE94-203A-2ACA-559E-6B5A060ACE45}"/>
          </ac:graphicFrameMkLst>
        </pc:graphicFrameChg>
        <pc:graphicFrameChg chg="add mod modGraphic">
          <ac:chgData name="Fanta GABY [EKVY]" userId="S::fanta.gaby@ekovya.com::56064d0f-5e10-4eee-955c-d40534ba82ef" providerId="AD" clId="Web-{7A364AD5-597A-7275-3319-60B4E6EBF301}" dt="2023-09-29T07:42:40.288" v="520"/>
          <ac:graphicFrameMkLst>
            <pc:docMk/>
            <pc:sldMk cId="3707574796" sldId="300"/>
            <ac:graphicFrameMk id="11" creationId="{CB5C8EB2-0511-E3F2-796A-1A12AA62A59A}"/>
          </ac:graphicFrameMkLst>
        </pc:graphicFrameChg>
        <pc:picChg chg="del">
          <ac:chgData name="Fanta GABY [EKVY]" userId="S::fanta.gaby@ekovya.com::56064d0f-5e10-4eee-955c-d40534ba82ef" providerId="AD" clId="Web-{7A364AD5-597A-7275-3319-60B4E6EBF301}" dt="2023-09-29T07:37:24.574" v="424"/>
          <ac:picMkLst>
            <pc:docMk/>
            <pc:sldMk cId="3707574796" sldId="300"/>
            <ac:picMk id="9" creationId="{A6BEE7FD-E84F-A112-D194-30B923703BED}"/>
          </ac:picMkLst>
        </pc:picChg>
      </pc:sldChg>
      <pc:sldChg chg="addSp delSp modSp add replId">
        <pc:chgData name="Fanta GABY [EKVY]" userId="S::fanta.gaby@ekovya.com::56064d0f-5e10-4eee-955c-d40534ba82ef" providerId="AD" clId="Web-{7A364AD5-597A-7275-3319-60B4E6EBF301}" dt="2023-09-29T07:50:43.650" v="926"/>
        <pc:sldMkLst>
          <pc:docMk/>
          <pc:sldMk cId="2808088630" sldId="301"/>
        </pc:sldMkLst>
        <pc:graphicFrameChg chg="add del mod modGraphic">
          <ac:chgData name="Fanta GABY [EKVY]" userId="S::fanta.gaby@ekovya.com::56064d0f-5e10-4eee-955c-d40534ba82ef" providerId="AD" clId="Web-{7A364AD5-597A-7275-3319-60B4E6EBF301}" dt="2023-09-29T07:50:43.650" v="926"/>
          <ac:graphicFrameMkLst>
            <pc:docMk/>
            <pc:sldMk cId="2808088630" sldId="301"/>
            <ac:graphicFrameMk id="11" creationId="{CB5C8EB2-0511-E3F2-796A-1A12AA62A59A}"/>
          </ac:graphicFrameMkLst>
        </pc:graphicFrameChg>
      </pc:sldChg>
    </pc:docChg>
  </pc:docChgLst>
  <pc:docChgLst>
    <pc:chgData name="Etienne BERNOULI [EKVY]" userId="S::etienne.bernouli@ekovya.com::788bc91c-003c-4812-92c2-07289c8ccacf" providerId="AD" clId="Web-{B39C5941-B857-5946-CA27-2914F1AC18F1}"/>
    <pc:docChg chg="modSld">
      <pc:chgData name="Etienne BERNOULI [EKVY]" userId="S::etienne.bernouli@ekovya.com::788bc91c-003c-4812-92c2-07289c8ccacf" providerId="AD" clId="Web-{B39C5941-B857-5946-CA27-2914F1AC18F1}" dt="2023-10-05T08:28:20.702" v="36"/>
      <pc:docMkLst>
        <pc:docMk/>
      </pc:docMkLst>
      <pc:sldChg chg="delSp modSp">
        <pc:chgData name="Etienne BERNOULI [EKVY]" userId="S::etienne.bernouli@ekovya.com::788bc91c-003c-4812-92c2-07289c8ccacf" providerId="AD" clId="Web-{B39C5941-B857-5946-CA27-2914F1AC18F1}" dt="2023-10-05T08:28:20.702" v="36"/>
        <pc:sldMkLst>
          <pc:docMk/>
          <pc:sldMk cId="160593527" sldId="259"/>
        </pc:sldMkLst>
        <pc:graphicFrameChg chg="mod modGraphic">
          <ac:chgData name="Etienne BERNOULI [EKVY]" userId="S::etienne.bernouli@ekovya.com::788bc91c-003c-4812-92c2-07289c8ccacf" providerId="AD" clId="Web-{B39C5941-B857-5946-CA27-2914F1AC18F1}" dt="2023-10-05T08:28:20.702" v="36"/>
          <ac:graphicFrameMkLst>
            <pc:docMk/>
            <pc:sldMk cId="160593527" sldId="259"/>
            <ac:graphicFrameMk id="7" creationId="{18ACF1B3-5181-23A9-262F-CBFE79B20874}"/>
          </ac:graphicFrameMkLst>
        </pc:graphicFrameChg>
        <pc:picChg chg="del">
          <ac:chgData name="Etienne BERNOULI [EKVY]" userId="S::etienne.bernouli@ekovya.com::788bc91c-003c-4812-92c2-07289c8ccacf" providerId="AD" clId="Web-{B39C5941-B857-5946-CA27-2914F1AC18F1}" dt="2023-10-05T08:02:08.133" v="3"/>
          <ac:picMkLst>
            <pc:docMk/>
            <pc:sldMk cId="160593527" sldId="259"/>
            <ac:picMk id="3" creationId="{27C23EC5-BA30-F3D0-7A39-ED3549AA1BC0}"/>
          </ac:picMkLst>
        </pc:picChg>
        <pc:picChg chg="mod">
          <ac:chgData name="Etienne BERNOULI [EKVY]" userId="S::etienne.bernouli@ekovya.com::788bc91c-003c-4812-92c2-07289c8ccacf" providerId="AD" clId="Web-{B39C5941-B857-5946-CA27-2914F1AC18F1}" dt="2023-10-05T08:02:46.384" v="10" actId="1076"/>
          <ac:picMkLst>
            <pc:docMk/>
            <pc:sldMk cId="160593527" sldId="259"/>
            <ac:picMk id="4" creationId="{4FF3B14A-0788-9DED-607F-46B27CFE3C90}"/>
          </ac:picMkLst>
        </pc:picChg>
        <pc:picChg chg="mod">
          <ac:chgData name="Etienne BERNOULI [EKVY]" userId="S::etienne.bernouli@ekovya.com::788bc91c-003c-4812-92c2-07289c8ccacf" providerId="AD" clId="Web-{B39C5941-B857-5946-CA27-2914F1AC18F1}" dt="2023-10-05T08:02:33.274" v="7" actId="1076"/>
          <ac:picMkLst>
            <pc:docMk/>
            <pc:sldMk cId="160593527" sldId="259"/>
            <ac:picMk id="6" creationId="{C92B8764-3958-C087-E439-F95634F8CBD6}"/>
          </ac:picMkLst>
        </pc:picChg>
        <pc:picChg chg="mod">
          <ac:chgData name="Etienne BERNOULI [EKVY]" userId="S::etienne.bernouli@ekovya.com::788bc91c-003c-4812-92c2-07289c8ccacf" providerId="AD" clId="Web-{B39C5941-B857-5946-CA27-2914F1AC18F1}" dt="2023-10-05T08:02:27.352" v="6" actId="1076"/>
          <ac:picMkLst>
            <pc:docMk/>
            <pc:sldMk cId="160593527" sldId="259"/>
            <ac:picMk id="8" creationId="{93D39A4B-E8D3-68CF-78D7-B7DDC0EF0EFC}"/>
          </ac:picMkLst>
        </pc:picChg>
        <pc:picChg chg="mod">
          <ac:chgData name="Etienne BERNOULI [EKVY]" userId="S::etienne.bernouli@ekovya.com::788bc91c-003c-4812-92c2-07289c8ccacf" providerId="AD" clId="Web-{B39C5941-B857-5946-CA27-2914F1AC18F1}" dt="2023-10-05T08:02:42.024" v="9" actId="1076"/>
          <ac:picMkLst>
            <pc:docMk/>
            <pc:sldMk cId="160593527" sldId="259"/>
            <ac:picMk id="9" creationId="{00E8A1DB-4EBA-2638-D687-214ACF44D6A0}"/>
          </ac:picMkLst>
        </pc:picChg>
        <pc:picChg chg="mod">
          <ac:chgData name="Etienne BERNOULI [EKVY]" userId="S::etienne.bernouli@ekovya.com::788bc91c-003c-4812-92c2-07289c8ccacf" providerId="AD" clId="Web-{B39C5941-B857-5946-CA27-2914F1AC18F1}" dt="2023-10-05T08:02:38.462" v="8" actId="1076"/>
          <ac:picMkLst>
            <pc:docMk/>
            <pc:sldMk cId="160593527" sldId="259"/>
            <ac:picMk id="10" creationId="{D367DE91-B233-EF26-4691-DE6C4CCF04F5}"/>
          </ac:picMkLst>
        </pc:picChg>
        <pc:picChg chg="mod">
          <ac:chgData name="Etienne BERNOULI [EKVY]" userId="S::etienne.bernouli@ekovya.com::788bc91c-003c-4812-92c2-07289c8ccacf" providerId="AD" clId="Web-{B39C5941-B857-5946-CA27-2914F1AC18F1}" dt="2023-10-05T08:02:48.603" v="11" actId="1076"/>
          <ac:picMkLst>
            <pc:docMk/>
            <pc:sldMk cId="160593527" sldId="259"/>
            <ac:picMk id="15" creationId="{C38275C4-247E-31E4-18B6-B4226DE5D31A}"/>
          </ac:picMkLst>
        </pc:picChg>
      </pc:sldChg>
      <pc:sldChg chg="modSp">
        <pc:chgData name="Etienne BERNOULI [EKVY]" userId="S::etienne.bernouli@ekovya.com::788bc91c-003c-4812-92c2-07289c8ccacf" providerId="AD" clId="Web-{B39C5941-B857-5946-CA27-2914F1AC18F1}" dt="2023-10-05T08:09:17.862" v="13"/>
        <pc:sldMkLst>
          <pc:docMk/>
          <pc:sldMk cId="671117411" sldId="295"/>
        </pc:sldMkLst>
        <pc:graphicFrameChg chg="mod modGraphic">
          <ac:chgData name="Etienne BERNOULI [EKVY]" userId="S::etienne.bernouli@ekovya.com::788bc91c-003c-4812-92c2-07289c8ccacf" providerId="AD" clId="Web-{B39C5941-B857-5946-CA27-2914F1AC18F1}" dt="2023-10-05T08:09:17.862" v="13"/>
          <ac:graphicFrameMkLst>
            <pc:docMk/>
            <pc:sldMk cId="671117411" sldId="295"/>
            <ac:graphicFrameMk id="2" creationId="{D797EE94-203A-2ACA-559E-6B5A060ACE45}"/>
          </ac:graphicFrameMkLst>
        </pc:graphicFrameChg>
      </pc:sldChg>
    </pc:docChg>
  </pc:docChgLst>
  <pc:docChgLst>
    <pc:chgData name="Fanta GABY [EKVY]" userId="S::fanta.gaby@ekovya.com::56064d0f-5e10-4eee-955c-d40534ba82ef" providerId="AD" clId="Web-{B6769AA8-62C7-EA16-9306-60486CCE525D}"/>
    <pc:docChg chg="modSld">
      <pc:chgData name="Fanta GABY [EKVY]" userId="S::fanta.gaby@ekovya.com::56064d0f-5e10-4eee-955c-d40534ba82ef" providerId="AD" clId="Web-{B6769AA8-62C7-EA16-9306-60486CCE525D}" dt="2023-09-29T08:48:54.559" v="26" actId="1076"/>
      <pc:docMkLst>
        <pc:docMk/>
      </pc:docMkLst>
      <pc:sldChg chg="modSp">
        <pc:chgData name="Fanta GABY [EKVY]" userId="S::fanta.gaby@ekovya.com::56064d0f-5e10-4eee-955c-d40534ba82ef" providerId="AD" clId="Web-{B6769AA8-62C7-EA16-9306-60486CCE525D}" dt="2023-09-29T08:37:02.268" v="21" actId="14100"/>
        <pc:sldMkLst>
          <pc:docMk/>
          <pc:sldMk cId="3699847477" sldId="256"/>
        </pc:sldMkLst>
        <pc:spChg chg="mod">
          <ac:chgData name="Fanta GABY [EKVY]" userId="S::fanta.gaby@ekovya.com::56064d0f-5e10-4eee-955c-d40534ba82ef" providerId="AD" clId="Web-{B6769AA8-62C7-EA16-9306-60486CCE525D}" dt="2023-09-29T08:37:02.268" v="21" actId="14100"/>
          <ac:spMkLst>
            <pc:docMk/>
            <pc:sldMk cId="3699847477" sldId="256"/>
            <ac:spMk id="2" creationId="{5A564A01-9E7D-BEF6-D991-C9A3F691854A}"/>
          </ac:spMkLst>
        </pc:spChg>
        <pc:spChg chg="mod">
          <ac:chgData name="Fanta GABY [EKVY]" userId="S::fanta.gaby@ekovya.com::56064d0f-5e10-4eee-955c-d40534ba82ef" providerId="AD" clId="Web-{B6769AA8-62C7-EA16-9306-60486CCE525D}" dt="2023-09-29T07:52:08.141" v="11" actId="20577"/>
          <ac:spMkLst>
            <pc:docMk/>
            <pc:sldMk cId="3699847477" sldId="256"/>
            <ac:spMk id="3" creationId="{F04213D5-633A-25C9-BF59-1CBE75963FD4}"/>
          </ac:spMkLst>
        </pc:spChg>
      </pc:sldChg>
      <pc:sldChg chg="modSp">
        <pc:chgData name="Fanta GABY [EKVY]" userId="S::fanta.gaby@ekovya.com::56064d0f-5e10-4eee-955c-d40534ba82ef" providerId="AD" clId="Web-{B6769AA8-62C7-EA16-9306-60486CCE525D}" dt="2023-09-29T08:48:54.559" v="26" actId="1076"/>
        <pc:sldMkLst>
          <pc:docMk/>
          <pc:sldMk cId="2330912131" sldId="298"/>
        </pc:sldMkLst>
        <pc:graphicFrameChg chg="mod modGraphic">
          <ac:chgData name="Fanta GABY [EKVY]" userId="S::fanta.gaby@ekovya.com::56064d0f-5e10-4eee-955c-d40534ba82ef" providerId="AD" clId="Web-{B6769AA8-62C7-EA16-9306-60486CCE525D}" dt="2023-09-29T08:12:10.491" v="19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mod">
          <ac:chgData name="Fanta GABY [EKVY]" userId="S::fanta.gaby@ekovya.com::56064d0f-5e10-4eee-955c-d40534ba82ef" providerId="AD" clId="Web-{B6769AA8-62C7-EA16-9306-60486CCE525D}" dt="2023-09-29T08:48:54.559" v="26" actId="1076"/>
          <ac:picMkLst>
            <pc:docMk/>
            <pc:sldMk cId="2330912131" sldId="298"/>
            <ac:picMk id="4" creationId="{C0D14F28-79A2-468A-4D3E-E2D9D9BC2F81}"/>
          </ac:picMkLst>
        </pc:picChg>
        <pc:picChg chg="mod">
          <ac:chgData name="Fanta GABY [EKVY]" userId="S::fanta.gaby@ekovya.com::56064d0f-5e10-4eee-955c-d40534ba82ef" providerId="AD" clId="Web-{B6769AA8-62C7-EA16-9306-60486CCE525D}" dt="2023-09-29T08:48:50.997" v="25" actId="1076"/>
          <ac:picMkLst>
            <pc:docMk/>
            <pc:sldMk cId="2330912131" sldId="298"/>
            <ac:picMk id="5" creationId="{C3D8D19B-740F-2823-2297-AC7E56E97A12}"/>
          </ac:picMkLst>
        </pc:picChg>
        <pc:picChg chg="mod">
          <ac:chgData name="Fanta GABY [EKVY]" userId="S::fanta.gaby@ekovya.com::56064d0f-5e10-4eee-955c-d40534ba82ef" providerId="AD" clId="Web-{B6769AA8-62C7-EA16-9306-60486CCE525D}" dt="2023-09-29T08:48:47.075" v="24" actId="1076"/>
          <ac:picMkLst>
            <pc:docMk/>
            <pc:sldMk cId="2330912131" sldId="298"/>
            <ac:picMk id="11" creationId="{6DC11013-412F-0890-C614-6A9B22694879}"/>
          </ac:picMkLst>
        </pc:picChg>
      </pc:sldChg>
    </pc:docChg>
  </pc:docChgLst>
  <pc:docChgLst>
    <pc:chgData name="Fanta GABY [EKVY]" userId="S::fanta.gaby@ekovya.com::56064d0f-5e10-4eee-955c-d40534ba82ef" providerId="AD" clId="Web-{512EFDEF-7446-9A0E-0036-60BC5454F428}"/>
    <pc:docChg chg="addSld delSld modSld">
      <pc:chgData name="Fanta GABY [EKVY]" userId="S::fanta.gaby@ekovya.com::56064d0f-5e10-4eee-955c-d40534ba82ef" providerId="AD" clId="Web-{512EFDEF-7446-9A0E-0036-60BC5454F428}" dt="2023-10-10T13:00:52.496" v="795"/>
      <pc:docMkLst>
        <pc:docMk/>
      </pc:docMkLst>
      <pc:sldChg chg="addSp delSp modSp">
        <pc:chgData name="Fanta GABY [EKVY]" userId="S::fanta.gaby@ekovya.com::56064d0f-5e10-4eee-955c-d40534ba82ef" providerId="AD" clId="Web-{512EFDEF-7446-9A0E-0036-60BC5454F428}" dt="2023-10-10T13:00:52.496" v="795"/>
        <pc:sldMkLst>
          <pc:docMk/>
          <pc:sldMk cId="160593527" sldId="259"/>
        </pc:sldMkLst>
        <pc:graphicFrameChg chg="mod modGraphic">
          <ac:chgData name="Fanta GABY [EKVY]" userId="S::fanta.gaby@ekovya.com::56064d0f-5e10-4eee-955c-d40534ba82ef" providerId="AD" clId="Web-{512EFDEF-7446-9A0E-0036-60BC5454F428}" dt="2023-10-10T13:00:52.496" v="795"/>
          <ac:graphicFrameMkLst>
            <pc:docMk/>
            <pc:sldMk cId="160593527" sldId="259"/>
            <ac:graphicFrameMk id="7" creationId="{18ACF1B3-5181-23A9-262F-CBFE79B20874}"/>
          </ac:graphicFrameMkLst>
        </pc:graphicFrameChg>
        <pc:picChg chg="add mod">
          <ac:chgData name="Fanta GABY [EKVY]" userId="S::fanta.gaby@ekovya.com::56064d0f-5e10-4eee-955c-d40534ba82ef" providerId="AD" clId="Web-{512EFDEF-7446-9A0E-0036-60BC5454F428}" dt="2023-10-10T12:53:49.184" v="438" actId="1076"/>
          <ac:picMkLst>
            <pc:docMk/>
            <pc:sldMk cId="160593527" sldId="259"/>
            <ac:picMk id="3" creationId="{DC155B3F-5BA9-5544-AA3F-B26F68EFB015}"/>
          </ac:picMkLst>
        </pc:picChg>
        <pc:picChg chg="mod">
          <ac:chgData name="Fanta GABY [EKVY]" userId="S::fanta.gaby@ekovya.com::56064d0f-5e10-4eee-955c-d40534ba82ef" providerId="AD" clId="Web-{512EFDEF-7446-9A0E-0036-60BC5454F428}" dt="2023-10-10T12:53:41.559" v="435" actId="1076"/>
          <ac:picMkLst>
            <pc:docMk/>
            <pc:sldMk cId="160593527" sldId="259"/>
            <ac:picMk id="4" creationId="{4FF3B14A-0788-9DED-607F-46B27CFE3C90}"/>
          </ac:picMkLst>
        </pc:picChg>
        <pc:picChg chg="add mod">
          <ac:chgData name="Fanta GABY [EKVY]" userId="S::fanta.gaby@ekovya.com::56064d0f-5e10-4eee-955c-d40534ba82ef" providerId="AD" clId="Web-{512EFDEF-7446-9A0E-0036-60BC5454F428}" dt="2023-10-10T12:54:12.263" v="456" actId="1076"/>
          <ac:picMkLst>
            <pc:docMk/>
            <pc:sldMk cId="160593527" sldId="259"/>
            <ac:picMk id="5" creationId="{3DBA81EB-E8DE-2100-6E98-243D595E6049}"/>
          </ac:picMkLst>
        </pc:picChg>
        <pc:picChg chg="del mod">
          <ac:chgData name="Fanta GABY [EKVY]" userId="S::fanta.gaby@ekovya.com::56064d0f-5e10-4eee-955c-d40534ba82ef" providerId="AD" clId="Web-{512EFDEF-7446-9A0E-0036-60BC5454F428}" dt="2023-10-10T12:53:29.747" v="432"/>
          <ac:picMkLst>
            <pc:docMk/>
            <pc:sldMk cId="160593527" sldId="259"/>
            <ac:picMk id="6" creationId="{C92B8764-3958-C087-E439-F95634F8CBD6}"/>
          </ac:picMkLst>
        </pc:picChg>
        <pc:picChg chg="mod">
          <ac:chgData name="Fanta GABY [EKVY]" userId="S::fanta.gaby@ekovya.com::56064d0f-5e10-4eee-955c-d40534ba82ef" providerId="AD" clId="Web-{512EFDEF-7446-9A0E-0036-60BC5454F428}" dt="2023-10-10T12:53:47.512" v="437" actId="1076"/>
          <ac:picMkLst>
            <pc:docMk/>
            <pc:sldMk cId="160593527" sldId="259"/>
            <ac:picMk id="8" creationId="{93D39A4B-E8D3-68CF-78D7-B7DDC0EF0EFC}"/>
          </ac:picMkLst>
        </pc:picChg>
        <pc:picChg chg="mod">
          <ac:chgData name="Fanta GABY [EKVY]" userId="S::fanta.gaby@ekovya.com::56064d0f-5e10-4eee-955c-d40534ba82ef" providerId="AD" clId="Web-{512EFDEF-7446-9A0E-0036-60BC5454F428}" dt="2023-10-10T12:53:45.106" v="436" actId="1076"/>
          <ac:picMkLst>
            <pc:docMk/>
            <pc:sldMk cId="160593527" sldId="259"/>
            <ac:picMk id="9" creationId="{00E8A1DB-4EBA-2638-D687-214ACF44D6A0}"/>
          </ac:picMkLst>
        </pc:picChg>
        <pc:picChg chg="mod">
          <ac:chgData name="Fanta GABY [EKVY]" userId="S::fanta.gaby@ekovya.com::56064d0f-5e10-4eee-955c-d40534ba82ef" providerId="AD" clId="Web-{512EFDEF-7446-9A0E-0036-60BC5454F428}" dt="2023-10-10T12:53:28.309" v="431" actId="1076"/>
          <ac:picMkLst>
            <pc:docMk/>
            <pc:sldMk cId="160593527" sldId="259"/>
            <ac:picMk id="10" creationId="{D367DE91-B233-EF26-4691-DE6C4CCF04F5}"/>
          </ac:picMkLst>
        </pc:picChg>
        <pc:picChg chg="mod">
          <ac:chgData name="Fanta GABY [EKVY]" userId="S::fanta.gaby@ekovya.com::56064d0f-5e10-4eee-955c-d40534ba82ef" providerId="AD" clId="Web-{512EFDEF-7446-9A0E-0036-60BC5454F428}" dt="2023-10-10T12:53:37.606" v="434" actId="1076"/>
          <ac:picMkLst>
            <pc:docMk/>
            <pc:sldMk cId="160593527" sldId="259"/>
            <ac:picMk id="15" creationId="{C38275C4-247E-31E4-18B6-B4226DE5D31A}"/>
          </ac:picMkLst>
        </pc:picChg>
      </pc:sldChg>
      <pc:sldChg chg="addSp delSp modSp">
        <pc:chgData name="Fanta GABY [EKVY]" userId="S::fanta.gaby@ekovya.com::56064d0f-5e10-4eee-955c-d40534ba82ef" providerId="AD" clId="Web-{512EFDEF-7446-9A0E-0036-60BC5454F428}" dt="2023-10-10T12:58:58.101" v="691"/>
        <pc:sldMkLst>
          <pc:docMk/>
          <pc:sldMk cId="2330912131" sldId="298"/>
        </pc:sldMkLst>
        <pc:graphicFrameChg chg="mod modGraphic">
          <ac:chgData name="Fanta GABY [EKVY]" userId="S::fanta.gaby@ekovya.com::56064d0f-5e10-4eee-955c-d40534ba82ef" providerId="AD" clId="Web-{512EFDEF-7446-9A0E-0036-60BC5454F428}" dt="2023-10-10T12:58:58.101" v="691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add mod">
          <ac:chgData name="Fanta GABY [EKVY]" userId="S::fanta.gaby@ekovya.com::56064d0f-5e10-4eee-955c-d40534ba82ef" providerId="AD" clId="Web-{512EFDEF-7446-9A0E-0036-60BC5454F428}" dt="2023-10-10T12:57:13.738" v="594" actId="1076"/>
          <ac:picMkLst>
            <pc:docMk/>
            <pc:sldMk cId="2330912131" sldId="298"/>
            <ac:picMk id="4" creationId="{732A2E07-568D-BE86-1B1D-7E6213B7C549}"/>
          </ac:picMkLst>
        </pc:picChg>
        <pc:picChg chg="del">
          <ac:chgData name="Fanta GABY [EKVY]" userId="S::fanta.gaby@ekovya.com::56064d0f-5e10-4eee-955c-d40534ba82ef" providerId="AD" clId="Web-{512EFDEF-7446-9A0E-0036-60BC5454F428}" dt="2023-10-10T08:51:39.355" v="376"/>
          <ac:picMkLst>
            <pc:docMk/>
            <pc:sldMk cId="2330912131" sldId="298"/>
            <ac:picMk id="4" creationId="{C0D14F28-79A2-468A-4D3E-E2D9D9BC2F81}"/>
          </ac:picMkLst>
        </pc:picChg>
        <pc:picChg chg="del">
          <ac:chgData name="Fanta GABY [EKVY]" userId="S::fanta.gaby@ekovya.com::56064d0f-5e10-4eee-955c-d40534ba82ef" providerId="AD" clId="Web-{512EFDEF-7446-9A0E-0036-60BC5454F428}" dt="2023-10-10T12:57:03.347" v="591"/>
          <ac:picMkLst>
            <pc:docMk/>
            <pc:sldMk cId="2330912131" sldId="298"/>
            <ac:picMk id="5" creationId="{C3D8D19B-740F-2823-2297-AC7E56E97A12}"/>
          </ac:picMkLst>
        </pc:picChg>
        <pc:picChg chg="add del mod">
          <ac:chgData name="Fanta GABY [EKVY]" userId="S::fanta.gaby@ekovya.com::56064d0f-5e10-4eee-955c-d40534ba82ef" providerId="AD" clId="Web-{512EFDEF-7446-9A0E-0036-60BC5454F428}" dt="2023-10-10T12:57:34.880" v="610"/>
          <ac:picMkLst>
            <pc:docMk/>
            <pc:sldMk cId="2330912131" sldId="298"/>
            <ac:picMk id="6" creationId="{85C1BBD7-40C2-062D-381A-72264B262168}"/>
          </ac:picMkLst>
        </pc:picChg>
        <pc:picChg chg="add mod">
          <ac:chgData name="Fanta GABY [EKVY]" userId="S::fanta.gaby@ekovya.com::56064d0f-5e10-4eee-955c-d40534ba82ef" providerId="AD" clId="Web-{512EFDEF-7446-9A0E-0036-60BC5454F428}" dt="2023-10-10T12:57:21.145" v="597" actId="1076"/>
          <ac:picMkLst>
            <pc:docMk/>
            <pc:sldMk cId="2330912131" sldId="298"/>
            <ac:picMk id="7" creationId="{3765E369-82C6-3E8B-C905-A67B6650612C}"/>
          </ac:picMkLst>
        </pc:picChg>
        <pc:picChg chg="add del">
          <ac:chgData name="Fanta GABY [EKVY]" userId="S::fanta.gaby@ekovya.com::56064d0f-5e10-4eee-955c-d40534ba82ef" providerId="AD" clId="Web-{512EFDEF-7446-9A0E-0036-60BC5454F428}" dt="2023-10-10T07:53:31.167" v="119"/>
          <ac:picMkLst>
            <pc:docMk/>
            <pc:sldMk cId="2330912131" sldId="298"/>
            <ac:picMk id="7" creationId="{ECC30ED5-ABAB-ABA3-A658-403DE7792A7A}"/>
          </ac:picMkLst>
        </pc:picChg>
        <pc:picChg chg="add mod">
          <ac:chgData name="Fanta GABY [EKVY]" userId="S::fanta.gaby@ekovya.com::56064d0f-5e10-4eee-955c-d40534ba82ef" providerId="AD" clId="Web-{512EFDEF-7446-9A0E-0036-60BC5454F428}" dt="2023-10-10T07:55:25.233" v="256" actId="1076"/>
          <ac:picMkLst>
            <pc:docMk/>
            <pc:sldMk cId="2330912131" sldId="298"/>
            <ac:picMk id="8" creationId="{2C4A67B1-8051-1700-E5EB-9E7316608EA4}"/>
          </ac:picMkLst>
        </pc:picChg>
        <pc:picChg chg="add mod">
          <ac:chgData name="Fanta GABY [EKVY]" userId="S::fanta.gaby@ekovya.com::56064d0f-5e10-4eee-955c-d40534ba82ef" providerId="AD" clId="Web-{512EFDEF-7446-9A0E-0036-60BC5454F428}" dt="2023-10-10T07:55:36.405" v="258" actId="1076"/>
          <ac:picMkLst>
            <pc:docMk/>
            <pc:sldMk cId="2330912131" sldId="298"/>
            <ac:picMk id="9" creationId="{793DBB0E-3549-28D9-9CD1-A3BD70C32A75}"/>
          </ac:picMkLst>
        </pc:picChg>
        <pc:picChg chg="add mod">
          <ac:chgData name="Fanta GABY [EKVY]" userId="S::fanta.gaby@ekovya.com::56064d0f-5e10-4eee-955c-d40534ba82ef" providerId="AD" clId="Web-{512EFDEF-7446-9A0E-0036-60BC5454F428}" dt="2023-10-10T08:51:53.137" v="378" actId="1076"/>
          <ac:picMkLst>
            <pc:docMk/>
            <pc:sldMk cId="2330912131" sldId="298"/>
            <ac:picMk id="10" creationId="{892D1138-0E67-F308-B25B-5DB09570EBED}"/>
          </ac:picMkLst>
        </pc:picChg>
        <pc:picChg chg="add del mod">
          <ac:chgData name="Fanta GABY [EKVY]" userId="S::fanta.gaby@ekovya.com::56064d0f-5e10-4eee-955c-d40534ba82ef" providerId="AD" clId="Web-{512EFDEF-7446-9A0E-0036-60BC5454F428}" dt="2023-10-10T08:02:13.263" v="288"/>
          <ac:picMkLst>
            <pc:docMk/>
            <pc:sldMk cId="2330912131" sldId="298"/>
            <ac:picMk id="10" creationId="{DE225154-B5B8-771E-84B8-9EF963E53C91}"/>
          </ac:picMkLst>
        </pc:picChg>
        <pc:picChg chg="add mod">
          <ac:chgData name="Fanta GABY [EKVY]" userId="S::fanta.gaby@ekovya.com::56064d0f-5e10-4eee-955c-d40534ba82ef" providerId="AD" clId="Web-{512EFDEF-7446-9A0E-0036-60BC5454F428}" dt="2023-10-10T12:57:41.099" v="612" actId="1076"/>
          <ac:picMkLst>
            <pc:docMk/>
            <pc:sldMk cId="2330912131" sldId="298"/>
            <ac:picMk id="11" creationId="{BA39041C-FE14-8E42-A01F-0FD91FA6C0E3}"/>
          </ac:picMkLst>
        </pc:picChg>
        <pc:picChg chg="add del mod">
          <ac:chgData name="Fanta GABY [EKVY]" userId="S::fanta.gaby@ekovya.com::56064d0f-5e10-4eee-955c-d40534ba82ef" providerId="AD" clId="Web-{512EFDEF-7446-9A0E-0036-60BC5454F428}" dt="2023-10-10T12:57:15.098" v="595"/>
          <ac:picMkLst>
            <pc:docMk/>
            <pc:sldMk cId="2330912131" sldId="298"/>
            <ac:picMk id="12" creationId="{7979106A-0F63-7FAF-F5E1-9BBC4145BCF7}"/>
          </ac:picMkLst>
        </pc:picChg>
      </pc:sldChg>
      <pc:sldChg chg="new del">
        <pc:chgData name="Fanta GABY [EKVY]" userId="S::fanta.gaby@ekovya.com::56064d0f-5e10-4eee-955c-d40534ba82ef" providerId="AD" clId="Web-{512EFDEF-7446-9A0E-0036-60BC5454F428}" dt="2023-10-10T07:52:58.650" v="105"/>
        <pc:sldMkLst>
          <pc:docMk/>
          <pc:sldMk cId="2355665659" sldId="302"/>
        </pc:sldMkLst>
      </pc:sldChg>
    </pc:docChg>
  </pc:docChgLst>
  <pc:docChgLst>
    <pc:chgData name="Samira MHAMSA [EKVY]" userId="S::samira.mhamsa@ekovya.com::97bca04c-d510-4e0a-9b7c-fecd571a8b3c" providerId="AD" clId="Web-{3EA7E043-F8B3-E1A6-BF52-B00E3076EE34}"/>
    <pc:docChg chg="modSld">
      <pc:chgData name="Samira MHAMSA [EKVY]" userId="S::samira.mhamsa@ekovya.com::97bca04c-d510-4e0a-9b7c-fecd571a8b3c" providerId="AD" clId="Web-{3EA7E043-F8B3-E1A6-BF52-B00E3076EE34}" dt="2023-09-28T13:12:45.322" v="14" actId="1076"/>
      <pc:docMkLst>
        <pc:docMk/>
      </pc:docMkLst>
      <pc:sldChg chg="modSp">
        <pc:chgData name="Samira MHAMSA [EKVY]" userId="S::samira.mhamsa@ekovya.com::97bca04c-d510-4e0a-9b7c-fecd571a8b3c" providerId="AD" clId="Web-{3EA7E043-F8B3-E1A6-BF52-B00E3076EE34}" dt="2023-09-28T13:12:45.322" v="14" actId="1076"/>
        <pc:sldMkLst>
          <pc:docMk/>
          <pc:sldMk cId="160593527" sldId="259"/>
        </pc:sldMkLst>
        <pc:spChg chg="mod">
          <ac:chgData name="Samira MHAMSA [EKVY]" userId="S::samira.mhamsa@ekovya.com::97bca04c-d510-4e0a-9b7c-fecd571a8b3c" providerId="AD" clId="Web-{3EA7E043-F8B3-E1A6-BF52-B00E3076EE34}" dt="2023-09-28T13:12:11.508" v="13" actId="20577"/>
          <ac:spMkLst>
            <pc:docMk/>
            <pc:sldMk cId="160593527" sldId="259"/>
            <ac:spMk id="2" creationId="{9AE266C2-EAC5-65C1-B4E0-E19984200736}"/>
          </ac:spMkLst>
        </pc:spChg>
        <pc:picChg chg="mod">
          <ac:chgData name="Samira MHAMSA [EKVY]" userId="S::samira.mhamsa@ekovya.com::97bca04c-d510-4e0a-9b7c-fecd571a8b3c" providerId="AD" clId="Web-{3EA7E043-F8B3-E1A6-BF52-B00E3076EE34}" dt="2023-09-28T13:12:45.322" v="14" actId="1076"/>
          <ac:picMkLst>
            <pc:docMk/>
            <pc:sldMk cId="160593527" sldId="259"/>
            <ac:picMk id="20" creationId="{803A646E-C108-9144-3C56-1AEB05F36408}"/>
          </ac:picMkLst>
        </pc:picChg>
      </pc:sldChg>
    </pc:docChg>
  </pc:docChgLst>
  <pc:docChgLst>
    <pc:chgData name="Fanta GABY [EKVY]" userId="S::fanta.gaby@ekovya.com::56064d0f-5e10-4eee-955c-d40534ba82ef" providerId="AD" clId="Web-{0D1B67FA-4AB0-7D31-9AA8-95533B65D2DA}"/>
    <pc:docChg chg="modSld sldOrd">
      <pc:chgData name="Fanta GABY [EKVY]" userId="S::fanta.gaby@ekovya.com::56064d0f-5e10-4eee-955c-d40534ba82ef" providerId="AD" clId="Web-{0D1B67FA-4AB0-7D31-9AA8-95533B65D2DA}" dt="2023-10-04T08:09:37.064" v="128"/>
      <pc:docMkLst>
        <pc:docMk/>
      </pc:docMkLst>
      <pc:sldChg chg="ord">
        <pc:chgData name="Fanta GABY [EKVY]" userId="S::fanta.gaby@ekovya.com::56064d0f-5e10-4eee-955c-d40534ba82ef" providerId="AD" clId="Web-{0D1B67FA-4AB0-7D31-9AA8-95533B65D2DA}" dt="2023-10-04T08:09:37.064" v="128"/>
        <pc:sldMkLst>
          <pc:docMk/>
          <pc:sldMk cId="3699847477" sldId="256"/>
        </pc:sldMkLst>
      </pc:sldChg>
      <pc:sldChg chg="addSp delSp modSp">
        <pc:chgData name="Fanta GABY [EKVY]" userId="S::fanta.gaby@ekovya.com::56064d0f-5e10-4eee-955c-d40534ba82ef" providerId="AD" clId="Web-{0D1B67FA-4AB0-7D31-9AA8-95533B65D2DA}" dt="2023-10-04T07:46:16.971" v="86"/>
        <pc:sldMkLst>
          <pc:docMk/>
          <pc:sldMk cId="160593527" sldId="259"/>
        </pc:sldMkLst>
        <pc:graphicFrameChg chg="mod modGraphic">
          <ac:chgData name="Fanta GABY [EKVY]" userId="S::fanta.gaby@ekovya.com::56064d0f-5e10-4eee-955c-d40534ba82ef" providerId="AD" clId="Web-{0D1B67FA-4AB0-7D31-9AA8-95533B65D2DA}" dt="2023-10-04T07:40:23.041" v="41"/>
          <ac:graphicFrameMkLst>
            <pc:docMk/>
            <pc:sldMk cId="160593527" sldId="259"/>
            <ac:graphicFrameMk id="7" creationId="{18ACF1B3-5181-23A9-262F-CBFE79B20874}"/>
          </ac:graphicFrameMkLst>
        </pc:graphicFrameChg>
        <pc:picChg chg="add mod">
          <ac:chgData name="Fanta GABY [EKVY]" userId="S::fanta.gaby@ekovya.com::56064d0f-5e10-4eee-955c-d40534ba82ef" providerId="AD" clId="Web-{0D1B67FA-4AB0-7D31-9AA8-95533B65D2DA}" dt="2023-10-04T07:46:04.893" v="81" actId="1076"/>
          <ac:picMkLst>
            <pc:docMk/>
            <pc:sldMk cId="160593527" sldId="259"/>
            <ac:picMk id="4" creationId="{4FF3B14A-0788-9DED-607F-46B27CFE3C90}"/>
          </ac:picMkLst>
        </pc:picChg>
        <pc:picChg chg="del mod">
          <ac:chgData name="Fanta GABY [EKVY]" userId="S::fanta.gaby@ekovya.com::56064d0f-5e10-4eee-955c-d40534ba82ef" providerId="AD" clId="Web-{0D1B67FA-4AB0-7D31-9AA8-95533B65D2DA}" dt="2023-10-04T07:46:15.112" v="85"/>
          <ac:picMkLst>
            <pc:docMk/>
            <pc:sldMk cId="160593527" sldId="259"/>
            <ac:picMk id="5" creationId="{10A128AB-0060-1203-58AF-5D162DD9F68A}"/>
          </ac:picMkLst>
        </pc:picChg>
        <pc:picChg chg="mod">
          <ac:chgData name="Fanta GABY [EKVY]" userId="S::fanta.gaby@ekovya.com::56064d0f-5e10-4eee-955c-d40534ba82ef" providerId="AD" clId="Web-{0D1B67FA-4AB0-7D31-9AA8-95533B65D2DA}" dt="2023-10-04T07:45:32.158" v="77" actId="1076"/>
          <ac:picMkLst>
            <pc:docMk/>
            <pc:sldMk cId="160593527" sldId="259"/>
            <ac:picMk id="6" creationId="{C92B8764-3958-C087-E439-F95634F8CBD6}"/>
          </ac:picMkLst>
        </pc:picChg>
        <pc:picChg chg="add mod">
          <ac:chgData name="Fanta GABY [EKVY]" userId="S::fanta.gaby@ekovya.com::56064d0f-5e10-4eee-955c-d40534ba82ef" providerId="AD" clId="Web-{0D1B67FA-4AB0-7D31-9AA8-95533B65D2DA}" dt="2023-10-04T07:46:13.002" v="84" actId="1076"/>
          <ac:picMkLst>
            <pc:docMk/>
            <pc:sldMk cId="160593527" sldId="259"/>
            <ac:picMk id="10" creationId="{D367DE91-B233-EF26-4691-DE6C4CCF04F5}"/>
          </ac:picMkLst>
        </pc:picChg>
        <pc:picChg chg="del mod">
          <ac:chgData name="Fanta GABY [EKVY]" userId="S::fanta.gaby@ekovya.com::56064d0f-5e10-4eee-955c-d40534ba82ef" providerId="AD" clId="Web-{0D1B67FA-4AB0-7D31-9AA8-95533B65D2DA}" dt="2023-10-04T07:46:16.971" v="86"/>
          <ac:picMkLst>
            <pc:docMk/>
            <pc:sldMk cId="160593527" sldId="259"/>
            <ac:picMk id="13" creationId="{595C8CC6-DF2C-4EC1-3B3F-4BDF94FABB85}"/>
          </ac:picMkLst>
        </pc:picChg>
        <pc:picChg chg="mod">
          <ac:chgData name="Fanta GABY [EKVY]" userId="S::fanta.gaby@ekovya.com::56064d0f-5e10-4eee-955c-d40534ba82ef" providerId="AD" clId="Web-{0D1B67FA-4AB0-7D31-9AA8-95533B65D2DA}" dt="2023-10-04T07:45:43.955" v="78" actId="1076"/>
          <ac:picMkLst>
            <pc:docMk/>
            <pc:sldMk cId="160593527" sldId="259"/>
            <ac:picMk id="15" creationId="{C38275C4-247E-31E4-18B6-B4226DE5D31A}"/>
          </ac:picMkLst>
        </pc:picChg>
      </pc:sldChg>
      <pc:sldChg chg="modSp">
        <pc:chgData name="Fanta GABY [EKVY]" userId="S::fanta.gaby@ekovya.com::56064d0f-5e10-4eee-955c-d40534ba82ef" providerId="AD" clId="Web-{0D1B67FA-4AB0-7D31-9AA8-95533B65D2DA}" dt="2023-10-04T07:44:43.797" v="73" actId="1076"/>
        <pc:sldMkLst>
          <pc:docMk/>
          <pc:sldMk cId="671117411" sldId="295"/>
        </pc:sldMkLst>
        <pc:graphicFrameChg chg="mod modGraphic">
          <ac:chgData name="Fanta GABY [EKVY]" userId="S::fanta.gaby@ekovya.com::56064d0f-5e10-4eee-955c-d40534ba82ef" providerId="AD" clId="Web-{0D1B67FA-4AB0-7D31-9AA8-95533B65D2DA}" dt="2023-10-04T07:40:44.510" v="61"/>
          <ac:graphicFrameMkLst>
            <pc:docMk/>
            <pc:sldMk cId="671117411" sldId="295"/>
            <ac:graphicFrameMk id="2" creationId="{D797EE94-203A-2ACA-559E-6B5A060ACE45}"/>
          </ac:graphicFrameMkLst>
        </pc:graphicFrameChg>
        <pc:picChg chg="mod">
          <ac:chgData name="Fanta GABY [EKVY]" userId="S::fanta.gaby@ekovya.com::56064d0f-5e10-4eee-955c-d40534ba82ef" providerId="AD" clId="Web-{0D1B67FA-4AB0-7D31-9AA8-95533B65D2DA}" dt="2023-10-04T07:44:23.344" v="66" actId="1076"/>
          <ac:picMkLst>
            <pc:docMk/>
            <pc:sldMk cId="671117411" sldId="295"/>
            <ac:picMk id="4" creationId="{C0D14F28-79A2-468A-4D3E-E2D9D9BC2F81}"/>
          </ac:picMkLst>
        </pc:picChg>
        <pc:picChg chg="mod">
          <ac:chgData name="Fanta GABY [EKVY]" userId="S::fanta.gaby@ekovya.com::56064d0f-5e10-4eee-955c-d40534ba82ef" providerId="AD" clId="Web-{0D1B67FA-4AB0-7D31-9AA8-95533B65D2DA}" dt="2023-10-04T07:44:26.656" v="68" actId="1076"/>
          <ac:picMkLst>
            <pc:docMk/>
            <pc:sldMk cId="671117411" sldId="295"/>
            <ac:picMk id="5" creationId="{C3D8D19B-740F-2823-2297-AC7E56E97A12}"/>
          </ac:picMkLst>
        </pc:picChg>
        <pc:picChg chg="mod">
          <ac:chgData name="Fanta GABY [EKVY]" userId="S::fanta.gaby@ekovya.com::56064d0f-5e10-4eee-955c-d40534ba82ef" providerId="AD" clId="Web-{0D1B67FA-4AB0-7D31-9AA8-95533B65D2DA}" dt="2023-10-04T07:44:30.750" v="69" actId="1076"/>
          <ac:picMkLst>
            <pc:docMk/>
            <pc:sldMk cId="671117411" sldId="295"/>
            <ac:picMk id="6" creationId="{E399C290-03D1-B1CC-6417-3A648B2A8A84}"/>
          </ac:picMkLst>
        </pc:picChg>
        <pc:picChg chg="mod">
          <ac:chgData name="Fanta GABY [EKVY]" userId="S::fanta.gaby@ekovya.com::56064d0f-5e10-4eee-955c-d40534ba82ef" providerId="AD" clId="Web-{0D1B67FA-4AB0-7D31-9AA8-95533B65D2DA}" dt="2023-10-04T07:44:25.344" v="67" actId="1076"/>
          <ac:picMkLst>
            <pc:docMk/>
            <pc:sldMk cId="671117411" sldId="295"/>
            <ac:picMk id="7" creationId="{54740064-6E8A-32C2-496A-58F8D2EAEBFE}"/>
          </ac:picMkLst>
        </pc:picChg>
        <pc:picChg chg="mod">
          <ac:chgData name="Fanta GABY [EKVY]" userId="S::fanta.gaby@ekovya.com::56064d0f-5e10-4eee-955c-d40534ba82ef" providerId="AD" clId="Web-{0D1B67FA-4AB0-7D31-9AA8-95533B65D2DA}" dt="2023-10-04T07:44:34.063" v="70" actId="1076"/>
          <ac:picMkLst>
            <pc:docMk/>
            <pc:sldMk cId="671117411" sldId="295"/>
            <ac:picMk id="8" creationId="{027D9567-16D3-491F-55AE-560739609536}"/>
          </ac:picMkLst>
        </pc:picChg>
        <pc:picChg chg="mod">
          <ac:chgData name="Fanta GABY [EKVY]" userId="S::fanta.gaby@ekovya.com::56064d0f-5e10-4eee-955c-d40534ba82ef" providerId="AD" clId="Web-{0D1B67FA-4AB0-7D31-9AA8-95533B65D2DA}" dt="2023-10-04T07:44:37.141" v="71" actId="1076"/>
          <ac:picMkLst>
            <pc:docMk/>
            <pc:sldMk cId="671117411" sldId="295"/>
            <ac:picMk id="9" creationId="{A6BEE7FD-E84F-A112-D194-30B923703BED}"/>
          </ac:picMkLst>
        </pc:picChg>
        <pc:picChg chg="mod">
          <ac:chgData name="Fanta GABY [EKVY]" userId="S::fanta.gaby@ekovya.com::56064d0f-5e10-4eee-955c-d40534ba82ef" providerId="AD" clId="Web-{0D1B67FA-4AB0-7D31-9AA8-95533B65D2DA}" dt="2023-10-04T07:44:41.266" v="72" actId="1076"/>
          <ac:picMkLst>
            <pc:docMk/>
            <pc:sldMk cId="671117411" sldId="295"/>
            <ac:picMk id="11" creationId="{624BA416-F518-5F9E-5B30-81CEBA62F19B}"/>
          </ac:picMkLst>
        </pc:picChg>
        <pc:picChg chg="mod">
          <ac:chgData name="Fanta GABY [EKVY]" userId="S::fanta.gaby@ekovya.com::56064d0f-5e10-4eee-955c-d40534ba82ef" providerId="AD" clId="Web-{0D1B67FA-4AB0-7D31-9AA8-95533B65D2DA}" dt="2023-10-04T07:44:43.797" v="73" actId="1076"/>
          <ac:picMkLst>
            <pc:docMk/>
            <pc:sldMk cId="671117411" sldId="295"/>
            <ac:picMk id="12" creationId="{2F075816-07F6-D142-D1B9-C518D230AE13}"/>
          </ac:picMkLst>
        </pc:picChg>
      </pc:sldChg>
      <pc:sldChg chg="modSp">
        <pc:chgData name="Fanta GABY [EKVY]" userId="S::fanta.gaby@ekovya.com::56064d0f-5e10-4eee-955c-d40534ba82ef" providerId="AD" clId="Web-{0D1B67FA-4AB0-7D31-9AA8-95533B65D2DA}" dt="2023-10-04T07:44:58.204" v="75" actId="1076"/>
        <pc:sldMkLst>
          <pc:docMk/>
          <pc:sldMk cId="2330912131" sldId="298"/>
        </pc:sldMkLst>
        <pc:graphicFrameChg chg="mod modGraphic">
          <ac:chgData name="Fanta GABY [EKVY]" userId="S::fanta.gaby@ekovya.com::56064d0f-5e10-4eee-955c-d40534ba82ef" providerId="AD" clId="Web-{0D1B67FA-4AB0-7D31-9AA8-95533B65D2DA}" dt="2023-10-04T07:40:54.229" v="65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mod">
          <ac:chgData name="Fanta GABY [EKVY]" userId="S::fanta.gaby@ekovya.com::56064d0f-5e10-4eee-955c-d40534ba82ef" providerId="AD" clId="Web-{0D1B67FA-4AB0-7D31-9AA8-95533B65D2DA}" dt="2023-10-04T07:44:55.532" v="74" actId="1076"/>
          <ac:picMkLst>
            <pc:docMk/>
            <pc:sldMk cId="2330912131" sldId="298"/>
            <ac:picMk id="4" creationId="{C0D14F28-79A2-468A-4D3E-E2D9D9BC2F81}"/>
          </ac:picMkLst>
        </pc:picChg>
        <pc:picChg chg="mod">
          <ac:chgData name="Fanta GABY [EKVY]" userId="S::fanta.gaby@ekovya.com::56064d0f-5e10-4eee-955c-d40534ba82ef" providerId="AD" clId="Web-{0D1B67FA-4AB0-7D31-9AA8-95533B65D2DA}" dt="2023-10-04T07:44:58.204" v="75" actId="1076"/>
          <ac:picMkLst>
            <pc:docMk/>
            <pc:sldMk cId="2330912131" sldId="298"/>
            <ac:picMk id="5" creationId="{C3D8D19B-740F-2823-2297-AC7E56E97A12}"/>
          </ac:picMkLst>
        </pc:picChg>
      </pc:sldChg>
      <pc:sldChg chg="modSp">
        <pc:chgData name="Fanta GABY [EKVY]" userId="S::fanta.gaby@ekovya.com::56064d0f-5e10-4eee-955c-d40534ba82ef" providerId="AD" clId="Web-{0D1B67FA-4AB0-7D31-9AA8-95533B65D2DA}" dt="2023-10-04T08:08:47.468" v="127"/>
        <pc:sldMkLst>
          <pc:docMk/>
          <pc:sldMk cId="3707574796" sldId="300"/>
        </pc:sldMkLst>
        <pc:graphicFrameChg chg="mod modGraphic">
          <ac:chgData name="Fanta GABY [EKVY]" userId="S::fanta.gaby@ekovya.com::56064d0f-5e10-4eee-955c-d40534ba82ef" providerId="AD" clId="Web-{0D1B67FA-4AB0-7D31-9AA8-95533B65D2DA}" dt="2023-10-04T08:08:47.468" v="127"/>
          <ac:graphicFrameMkLst>
            <pc:docMk/>
            <pc:sldMk cId="3707574796" sldId="300"/>
            <ac:graphicFrameMk id="11" creationId="{CB5C8EB2-0511-E3F2-796A-1A12AA62A59A}"/>
          </ac:graphicFrameMkLst>
        </pc:graphicFrameChg>
      </pc:sldChg>
    </pc:docChg>
  </pc:docChgLst>
  <pc:docChgLst>
    <pc:chgData name="Fanta GABY [EKVY]" userId="S::fanta.gaby@ekovya.com::56064d0f-5e10-4eee-955c-d40534ba82ef" providerId="AD" clId="Web-{82948DFE-A068-C48A-6188-48DEB4897B09}"/>
    <pc:docChg chg="modSld">
      <pc:chgData name="Fanta GABY [EKVY]" userId="S::fanta.gaby@ekovya.com::56064d0f-5e10-4eee-955c-d40534ba82ef" providerId="AD" clId="Web-{82948DFE-A068-C48A-6188-48DEB4897B09}" dt="2023-10-06T10:34:51.469" v="98"/>
      <pc:docMkLst>
        <pc:docMk/>
      </pc:docMkLst>
      <pc:sldChg chg="modSp">
        <pc:chgData name="Fanta GABY [EKVY]" userId="S::fanta.gaby@ekovya.com::56064d0f-5e10-4eee-955c-d40534ba82ef" providerId="AD" clId="Web-{82948DFE-A068-C48A-6188-48DEB4897B09}" dt="2023-10-05T14:26:16.628" v="6"/>
        <pc:sldMkLst>
          <pc:docMk/>
          <pc:sldMk cId="160593527" sldId="259"/>
        </pc:sldMkLst>
        <pc:graphicFrameChg chg="modGraphic">
          <ac:chgData name="Fanta GABY [EKVY]" userId="S::fanta.gaby@ekovya.com::56064d0f-5e10-4eee-955c-d40534ba82ef" providerId="AD" clId="Web-{82948DFE-A068-C48A-6188-48DEB4897B09}" dt="2023-10-05T14:26:16.628" v="6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  <pc:sldChg chg="modSp">
        <pc:chgData name="Fanta GABY [EKVY]" userId="S::fanta.gaby@ekovya.com::56064d0f-5e10-4eee-955c-d40534ba82ef" providerId="AD" clId="Web-{82948DFE-A068-C48A-6188-48DEB4897B09}" dt="2023-10-05T14:26:53.504" v="14"/>
        <pc:sldMkLst>
          <pc:docMk/>
          <pc:sldMk cId="671117411" sldId="295"/>
        </pc:sldMkLst>
        <pc:graphicFrameChg chg="modGraphic">
          <ac:chgData name="Fanta GABY [EKVY]" userId="S::fanta.gaby@ekovya.com::56064d0f-5e10-4eee-955c-d40534ba82ef" providerId="AD" clId="Web-{82948DFE-A068-C48A-6188-48DEB4897B09}" dt="2023-10-05T14:26:53.504" v="14"/>
          <ac:graphicFrameMkLst>
            <pc:docMk/>
            <pc:sldMk cId="671117411" sldId="295"/>
            <ac:graphicFrameMk id="2" creationId="{D797EE94-203A-2ACA-559E-6B5A060ACE45}"/>
          </ac:graphicFrameMkLst>
        </pc:graphicFrameChg>
      </pc:sldChg>
      <pc:sldChg chg="addSp delSp modSp">
        <pc:chgData name="Fanta GABY [EKVY]" userId="S::fanta.gaby@ekovya.com::56064d0f-5e10-4eee-955c-d40534ba82ef" providerId="AD" clId="Web-{82948DFE-A068-C48A-6188-48DEB4897B09}" dt="2023-10-05T15:00:23.558" v="23"/>
        <pc:sldMkLst>
          <pc:docMk/>
          <pc:sldMk cId="3658578848" sldId="297"/>
        </pc:sldMkLst>
        <pc:graphicFrameChg chg="mod modGraphic">
          <ac:chgData name="Fanta GABY [EKVY]" userId="S::fanta.gaby@ekovya.com::56064d0f-5e10-4eee-955c-d40534ba82ef" providerId="AD" clId="Web-{82948DFE-A068-C48A-6188-48DEB4897B09}" dt="2023-10-05T14:59:58.121" v="20"/>
          <ac:graphicFrameMkLst>
            <pc:docMk/>
            <pc:sldMk cId="3658578848" sldId="297"/>
            <ac:graphicFrameMk id="10" creationId="{EADA28D5-7DA6-CE42-2E5F-77384C0832AE}"/>
          </ac:graphicFrameMkLst>
        </pc:graphicFrameChg>
        <pc:picChg chg="add del mod">
          <ac:chgData name="Fanta GABY [EKVY]" userId="S::fanta.gaby@ekovya.com::56064d0f-5e10-4eee-955c-d40534ba82ef" providerId="AD" clId="Web-{82948DFE-A068-C48A-6188-48DEB4897B09}" dt="2023-10-05T15:00:23.558" v="23"/>
          <ac:picMkLst>
            <pc:docMk/>
            <pc:sldMk cId="3658578848" sldId="297"/>
            <ac:picMk id="4" creationId="{C063D7AB-0539-32AA-F6F8-2066CE39BE4F}"/>
          </ac:picMkLst>
        </pc:picChg>
      </pc:sldChg>
      <pc:sldChg chg="modSp">
        <pc:chgData name="Fanta GABY [EKVY]" userId="S::fanta.gaby@ekovya.com::56064d0f-5e10-4eee-955c-d40534ba82ef" providerId="AD" clId="Web-{82948DFE-A068-C48A-6188-48DEB4897B09}" dt="2023-10-06T10:34:51.469" v="98"/>
        <pc:sldMkLst>
          <pc:docMk/>
          <pc:sldMk cId="2330912131" sldId="298"/>
        </pc:sldMkLst>
        <pc:graphicFrameChg chg="mod modGraphic">
          <ac:chgData name="Fanta GABY [EKVY]" userId="S::fanta.gaby@ekovya.com::56064d0f-5e10-4eee-955c-d40534ba82ef" providerId="AD" clId="Web-{82948DFE-A068-C48A-6188-48DEB4897B09}" dt="2023-10-06T10:34:51.469" v="98"/>
          <ac:graphicFrameMkLst>
            <pc:docMk/>
            <pc:sldMk cId="2330912131" sldId="298"/>
            <ac:graphicFrameMk id="2" creationId="{D797EE94-203A-2ACA-559E-6B5A060ACE45}"/>
          </ac:graphicFrameMkLst>
        </pc:graphicFrameChg>
      </pc:sldChg>
      <pc:sldChg chg="modSp">
        <pc:chgData name="Fanta GABY [EKVY]" userId="S::fanta.gaby@ekovya.com::56064d0f-5e10-4eee-955c-d40534ba82ef" providerId="AD" clId="Web-{82948DFE-A068-C48A-6188-48DEB4897B09}" dt="2023-10-06T07:35:36.339" v="43"/>
        <pc:sldMkLst>
          <pc:docMk/>
          <pc:sldMk cId="3707574796" sldId="300"/>
        </pc:sldMkLst>
        <pc:graphicFrameChg chg="mod modGraphic">
          <ac:chgData name="Fanta GABY [EKVY]" userId="S::fanta.gaby@ekovya.com::56064d0f-5e10-4eee-955c-d40534ba82ef" providerId="AD" clId="Web-{82948DFE-A068-C48A-6188-48DEB4897B09}" dt="2023-10-06T07:35:36.339" v="43"/>
          <ac:graphicFrameMkLst>
            <pc:docMk/>
            <pc:sldMk cId="3707574796" sldId="300"/>
            <ac:graphicFrameMk id="11" creationId="{CB5C8EB2-0511-E3F2-796A-1A12AA62A59A}"/>
          </ac:graphicFrameMkLst>
        </pc:graphicFrameChg>
      </pc:sldChg>
      <pc:sldChg chg="modSp">
        <pc:chgData name="Fanta GABY [EKVY]" userId="S::fanta.gaby@ekovya.com::56064d0f-5e10-4eee-955c-d40534ba82ef" providerId="AD" clId="Web-{82948DFE-A068-C48A-6188-48DEB4897B09}" dt="2023-10-06T07:41:32.898" v="73"/>
        <pc:sldMkLst>
          <pc:docMk/>
          <pc:sldMk cId="2808088630" sldId="301"/>
        </pc:sldMkLst>
        <pc:graphicFrameChg chg="mod modGraphic">
          <ac:chgData name="Fanta GABY [EKVY]" userId="S::fanta.gaby@ekovya.com::56064d0f-5e10-4eee-955c-d40534ba82ef" providerId="AD" clId="Web-{82948DFE-A068-C48A-6188-48DEB4897B09}" dt="2023-10-06T07:41:32.898" v="73"/>
          <ac:graphicFrameMkLst>
            <pc:docMk/>
            <pc:sldMk cId="2808088630" sldId="301"/>
            <ac:graphicFrameMk id="11" creationId="{CB5C8EB2-0511-E3F2-796A-1A12AA62A59A}"/>
          </ac:graphicFrameMkLst>
        </pc:graphicFrameChg>
      </pc:sldChg>
    </pc:docChg>
  </pc:docChgLst>
  <pc:docChgLst>
    <pc:chgData name="Fanta GABY [EKVY]" userId="S::fanta.gaby@ekovya.com::56064d0f-5e10-4eee-955c-d40534ba82ef" providerId="AD" clId="Web-{40BF4B1A-CDE9-70E7-34F8-EC66F463D939}"/>
    <pc:docChg chg="modSld">
      <pc:chgData name="Fanta GABY [EKVY]" userId="S::fanta.gaby@ekovya.com::56064d0f-5e10-4eee-955c-d40534ba82ef" providerId="AD" clId="Web-{40BF4B1A-CDE9-70E7-34F8-EC66F463D939}" dt="2023-10-04T10:23:25.744" v="5" actId="1076"/>
      <pc:docMkLst>
        <pc:docMk/>
      </pc:docMkLst>
      <pc:sldChg chg="modSp">
        <pc:chgData name="Fanta GABY [EKVY]" userId="S::fanta.gaby@ekovya.com::56064d0f-5e10-4eee-955c-d40534ba82ef" providerId="AD" clId="Web-{40BF4B1A-CDE9-70E7-34F8-EC66F463D939}" dt="2023-10-04T10:23:25.744" v="5" actId="1076"/>
        <pc:sldMkLst>
          <pc:docMk/>
          <pc:sldMk cId="160593527" sldId="259"/>
        </pc:sldMkLst>
        <pc:graphicFrameChg chg="mod modGraphic">
          <ac:chgData name="Fanta GABY [EKVY]" userId="S::fanta.gaby@ekovya.com::56064d0f-5e10-4eee-955c-d40534ba82ef" providerId="AD" clId="Web-{40BF4B1A-CDE9-70E7-34F8-EC66F463D939}" dt="2023-10-04T10:23:13.353" v="1" actId="1076"/>
          <ac:graphicFrameMkLst>
            <pc:docMk/>
            <pc:sldMk cId="160593527" sldId="259"/>
            <ac:graphicFrameMk id="7" creationId="{18ACF1B3-5181-23A9-262F-CBFE79B20874}"/>
          </ac:graphicFrameMkLst>
        </pc:graphicFrameChg>
        <pc:picChg chg="mod">
          <ac:chgData name="Fanta GABY [EKVY]" userId="S::fanta.gaby@ekovya.com::56064d0f-5e10-4eee-955c-d40534ba82ef" providerId="AD" clId="Web-{40BF4B1A-CDE9-70E7-34F8-EC66F463D939}" dt="2023-10-04T10:23:25.744" v="5" actId="1076"/>
          <ac:picMkLst>
            <pc:docMk/>
            <pc:sldMk cId="160593527" sldId="259"/>
            <ac:picMk id="6" creationId="{C92B8764-3958-C087-E439-F95634F8CBD6}"/>
          </ac:picMkLst>
        </pc:picChg>
        <pc:picChg chg="mod">
          <ac:chgData name="Fanta GABY [EKVY]" userId="S::fanta.gaby@ekovya.com::56064d0f-5e10-4eee-955c-d40534ba82ef" providerId="AD" clId="Web-{40BF4B1A-CDE9-70E7-34F8-EC66F463D939}" dt="2023-10-04T10:23:22.838" v="4" actId="1076"/>
          <ac:picMkLst>
            <pc:docMk/>
            <pc:sldMk cId="160593527" sldId="259"/>
            <ac:picMk id="10" creationId="{D367DE91-B233-EF26-4691-DE6C4CCF04F5}"/>
          </ac:picMkLst>
        </pc:picChg>
      </pc:sldChg>
    </pc:docChg>
  </pc:docChgLst>
  <pc:docChgLst>
    <pc:chgData name="Fanta GABY [EKVY]" userId="S::fanta.gaby@ekovya.com::56064d0f-5e10-4eee-955c-d40534ba82ef" providerId="AD" clId="Web-{38F9351A-073E-2602-4378-CDA40A1623F0}"/>
    <pc:docChg chg="modSld sldOrd">
      <pc:chgData name="Fanta GABY [EKVY]" userId="S::fanta.gaby@ekovya.com::56064d0f-5e10-4eee-955c-d40534ba82ef" providerId="AD" clId="Web-{38F9351A-073E-2602-4378-CDA40A1623F0}" dt="2023-09-27T14:28:53.572" v="6"/>
      <pc:docMkLst>
        <pc:docMk/>
      </pc:docMkLst>
      <pc:sldChg chg="ord">
        <pc:chgData name="Fanta GABY [EKVY]" userId="S::fanta.gaby@ekovya.com::56064d0f-5e10-4eee-955c-d40534ba82ef" providerId="AD" clId="Web-{38F9351A-073E-2602-4378-CDA40A1623F0}" dt="2023-09-27T14:28:53.572" v="6"/>
        <pc:sldMkLst>
          <pc:docMk/>
          <pc:sldMk cId="160593527" sldId="259"/>
        </pc:sldMkLst>
      </pc:sldChg>
      <pc:sldChg chg="addSp delSp modSp">
        <pc:chgData name="Fanta GABY [EKVY]" userId="S::fanta.gaby@ekovya.com::56064d0f-5e10-4eee-955c-d40534ba82ef" providerId="AD" clId="Web-{38F9351A-073E-2602-4378-CDA40A1623F0}" dt="2023-09-27T14:26:16.863" v="5"/>
        <pc:sldMkLst>
          <pc:docMk/>
          <pc:sldMk cId="671117411" sldId="295"/>
        </pc:sldMkLst>
        <pc:graphicFrameChg chg="mod modGraphic">
          <ac:chgData name="Fanta GABY [EKVY]" userId="S::fanta.gaby@ekovya.com::56064d0f-5e10-4eee-955c-d40534ba82ef" providerId="AD" clId="Web-{38F9351A-073E-2602-4378-CDA40A1623F0}" dt="2023-09-27T14:26:06.940" v="3"/>
          <ac:graphicFrameMkLst>
            <pc:docMk/>
            <pc:sldMk cId="671117411" sldId="295"/>
            <ac:graphicFrameMk id="2" creationId="{D797EE94-203A-2ACA-559E-6B5A060ACE45}"/>
          </ac:graphicFrameMkLst>
        </pc:graphicFrameChg>
        <pc:picChg chg="add del">
          <ac:chgData name="Fanta GABY [EKVY]" userId="S::fanta.gaby@ekovya.com::56064d0f-5e10-4eee-955c-d40534ba82ef" providerId="AD" clId="Web-{38F9351A-073E-2602-4378-CDA40A1623F0}" dt="2023-09-27T14:26:16.863" v="5"/>
          <ac:picMkLst>
            <pc:docMk/>
            <pc:sldMk cId="671117411" sldId="295"/>
            <ac:picMk id="7" creationId="{FBF079FE-FA15-45C5-E885-76F0D43DC2F0}"/>
          </ac:picMkLst>
        </pc:picChg>
      </pc:sldChg>
    </pc:docChg>
  </pc:docChgLst>
  <pc:docChgLst>
    <pc:chgData name="Fanta GABY [EKVY]" userId="S::fanta.gaby@ekovya.com::56064d0f-5e10-4eee-955c-d40534ba82ef" providerId="AD" clId="Web-{1471DB6D-E705-57C7-FB3F-D32D0401DC8D}"/>
    <pc:docChg chg="modSld">
      <pc:chgData name="Fanta GABY [EKVY]" userId="S::fanta.gaby@ekovya.com::56064d0f-5e10-4eee-955c-d40534ba82ef" providerId="AD" clId="Web-{1471DB6D-E705-57C7-FB3F-D32D0401DC8D}" dt="2023-09-29T14:46:03.627" v="1" actId="1076"/>
      <pc:docMkLst>
        <pc:docMk/>
      </pc:docMkLst>
      <pc:sldChg chg="modSp">
        <pc:chgData name="Fanta GABY [EKVY]" userId="S::fanta.gaby@ekovya.com::56064d0f-5e10-4eee-955c-d40534ba82ef" providerId="AD" clId="Web-{1471DB6D-E705-57C7-FB3F-D32D0401DC8D}" dt="2023-09-29T14:46:03.627" v="1" actId="1076"/>
        <pc:sldMkLst>
          <pc:docMk/>
          <pc:sldMk cId="2330912131" sldId="298"/>
        </pc:sldMkLst>
        <pc:picChg chg="mod">
          <ac:chgData name="Fanta GABY [EKVY]" userId="S::fanta.gaby@ekovya.com::56064d0f-5e10-4eee-955c-d40534ba82ef" providerId="AD" clId="Web-{1471DB6D-E705-57C7-FB3F-D32D0401DC8D}" dt="2023-09-29T14:46:03.627" v="1" actId="1076"/>
          <ac:picMkLst>
            <pc:docMk/>
            <pc:sldMk cId="2330912131" sldId="298"/>
            <ac:picMk id="5" creationId="{C3D8D19B-740F-2823-2297-AC7E56E97A12}"/>
          </ac:picMkLst>
        </pc:picChg>
      </pc:sldChg>
      <pc:sldChg chg="modSp">
        <pc:chgData name="Fanta GABY [EKVY]" userId="S::fanta.gaby@ekovya.com::56064d0f-5e10-4eee-955c-d40534ba82ef" providerId="AD" clId="Web-{1471DB6D-E705-57C7-FB3F-D32D0401DC8D}" dt="2023-09-29T14:37:44.912" v="0" actId="14100"/>
        <pc:sldMkLst>
          <pc:docMk/>
          <pc:sldMk cId="3707574796" sldId="300"/>
        </pc:sldMkLst>
        <pc:spChg chg="mod">
          <ac:chgData name="Fanta GABY [EKVY]" userId="S::fanta.gaby@ekovya.com::56064d0f-5e10-4eee-955c-d40534ba82ef" providerId="AD" clId="Web-{1471DB6D-E705-57C7-FB3F-D32D0401DC8D}" dt="2023-09-29T14:37:44.912" v="0" actId="14100"/>
          <ac:spMkLst>
            <pc:docMk/>
            <pc:sldMk cId="3707574796" sldId="300"/>
            <ac:spMk id="3" creationId="{9EEE4645-A71E-4A5D-09EF-2CAFB6D47B8F}"/>
          </ac:spMkLst>
        </pc:spChg>
      </pc:sldChg>
    </pc:docChg>
  </pc:docChgLst>
  <pc:docChgLst>
    <pc:chgData name="Etienne BERNOULI [EKVY]" userId="S::etienne.bernouli@ekovya.com::788bc91c-003c-4812-92c2-07289c8ccacf" providerId="AD" clId="Web-{EDCAFBEE-C7C3-5FA0-4AA5-3C31F3289615}"/>
    <pc:docChg chg="modSld">
      <pc:chgData name="Etienne BERNOULI [EKVY]" userId="S::etienne.bernouli@ekovya.com::788bc91c-003c-4812-92c2-07289c8ccacf" providerId="AD" clId="Web-{EDCAFBEE-C7C3-5FA0-4AA5-3C31F3289615}" dt="2023-10-11T11:52:45.520" v="49"/>
      <pc:docMkLst>
        <pc:docMk/>
      </pc:docMkLst>
      <pc:sldChg chg="modSp">
        <pc:chgData name="Etienne BERNOULI [EKVY]" userId="S::etienne.bernouli@ekovya.com::788bc91c-003c-4812-92c2-07289c8ccacf" providerId="AD" clId="Web-{EDCAFBEE-C7C3-5FA0-4AA5-3C31F3289615}" dt="2023-10-11T11:52:09.567" v="19"/>
        <pc:sldMkLst>
          <pc:docMk/>
          <pc:sldMk cId="160593527" sldId="259"/>
        </pc:sldMkLst>
        <pc:graphicFrameChg chg="mod modGraphic">
          <ac:chgData name="Etienne BERNOULI [EKVY]" userId="S::etienne.bernouli@ekovya.com::788bc91c-003c-4812-92c2-07289c8ccacf" providerId="AD" clId="Web-{EDCAFBEE-C7C3-5FA0-4AA5-3C31F3289615}" dt="2023-10-11T11:52:09.567" v="19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  <pc:sldChg chg="modSp">
        <pc:chgData name="Etienne BERNOULI [EKVY]" userId="S::etienne.bernouli@ekovya.com::788bc91c-003c-4812-92c2-07289c8ccacf" providerId="AD" clId="Web-{EDCAFBEE-C7C3-5FA0-4AA5-3C31F3289615}" dt="2023-10-11T11:52:45.520" v="49"/>
        <pc:sldMkLst>
          <pc:docMk/>
          <pc:sldMk cId="2330912131" sldId="298"/>
        </pc:sldMkLst>
        <pc:graphicFrameChg chg="mod modGraphic">
          <ac:chgData name="Etienne BERNOULI [EKVY]" userId="S::etienne.bernouli@ekovya.com::788bc91c-003c-4812-92c2-07289c8ccacf" providerId="AD" clId="Web-{EDCAFBEE-C7C3-5FA0-4AA5-3C31F3289615}" dt="2023-10-11T11:52:45.520" v="49"/>
          <ac:graphicFrameMkLst>
            <pc:docMk/>
            <pc:sldMk cId="2330912131" sldId="298"/>
            <ac:graphicFrameMk id="2" creationId="{D797EE94-203A-2ACA-559E-6B5A060ACE45}"/>
          </ac:graphicFrameMkLst>
        </pc:graphicFrameChg>
      </pc:sldChg>
    </pc:docChg>
  </pc:docChgLst>
  <pc:docChgLst>
    <pc:chgData name="Samira MHAMSA [EKVY]" userId="S::samira.mhamsa@ekovya.com::97bca04c-d510-4e0a-9b7c-fecd571a8b3c" providerId="AD" clId="Web-{8A118F2C-3689-EEC9-105C-7B1FB5CF4D97}"/>
    <pc:docChg chg="modSld">
      <pc:chgData name="Samira MHAMSA [EKVY]" userId="S::samira.mhamsa@ekovya.com::97bca04c-d510-4e0a-9b7c-fecd571a8b3c" providerId="AD" clId="Web-{8A118F2C-3689-EEC9-105C-7B1FB5CF4D97}" dt="2023-09-29T10:15:33.272" v="8" actId="20577"/>
      <pc:docMkLst>
        <pc:docMk/>
      </pc:docMkLst>
      <pc:sldChg chg="modSp">
        <pc:chgData name="Samira MHAMSA [EKVY]" userId="S::samira.mhamsa@ekovya.com::97bca04c-d510-4e0a-9b7c-fecd571a8b3c" providerId="AD" clId="Web-{8A118F2C-3689-EEC9-105C-7B1FB5CF4D97}" dt="2023-09-29T10:15:33.272" v="8" actId="20577"/>
        <pc:sldMkLst>
          <pc:docMk/>
          <pc:sldMk cId="3699847477" sldId="256"/>
        </pc:sldMkLst>
        <pc:spChg chg="mod">
          <ac:chgData name="Samira MHAMSA [EKVY]" userId="S::samira.mhamsa@ekovya.com::97bca04c-d510-4e0a-9b7c-fecd571a8b3c" providerId="AD" clId="Web-{8A118F2C-3689-EEC9-105C-7B1FB5CF4D97}" dt="2023-09-29T10:15:33.272" v="8" actId="20577"/>
          <ac:spMkLst>
            <pc:docMk/>
            <pc:sldMk cId="3699847477" sldId="256"/>
            <ac:spMk id="3" creationId="{F04213D5-633A-25C9-BF59-1CBE75963FD4}"/>
          </ac:spMkLst>
        </pc:spChg>
      </pc:sldChg>
    </pc:docChg>
  </pc:docChgLst>
  <pc:docChgLst>
    <pc:chgData name="Fanta GABY [EKVY]" userId="S::fanta.gaby@ekovya.com::56064d0f-5e10-4eee-955c-d40534ba82ef" providerId="AD" clId="Web-{0A83A8A8-6B36-49AA-51C1-EF74A9EFADCB}"/>
    <pc:docChg chg="modSld">
      <pc:chgData name="Fanta GABY [EKVY]" userId="S::fanta.gaby@ekovya.com::56064d0f-5e10-4eee-955c-d40534ba82ef" providerId="AD" clId="Web-{0A83A8A8-6B36-49AA-51C1-EF74A9EFADCB}" dt="2023-10-18T08:53:46.258" v="7" actId="20577"/>
      <pc:docMkLst>
        <pc:docMk/>
      </pc:docMkLst>
      <pc:sldChg chg="modSp">
        <pc:chgData name="Fanta GABY [EKVY]" userId="S::fanta.gaby@ekovya.com::56064d0f-5e10-4eee-955c-d40534ba82ef" providerId="AD" clId="Web-{0A83A8A8-6B36-49AA-51C1-EF74A9EFADCB}" dt="2023-10-18T08:53:31.976" v="1" actId="20577"/>
        <pc:sldMkLst>
          <pc:docMk/>
          <pc:sldMk cId="160593527" sldId="259"/>
        </pc:sldMkLst>
        <pc:spChg chg="mod">
          <ac:chgData name="Fanta GABY [EKVY]" userId="S::fanta.gaby@ekovya.com::56064d0f-5e10-4eee-955c-d40534ba82ef" providerId="AD" clId="Web-{0A83A8A8-6B36-49AA-51C1-EF74A9EFADCB}" dt="2023-10-18T08:53:31.976" v="1" actId="20577"/>
          <ac:spMkLst>
            <pc:docMk/>
            <pc:sldMk cId="160593527" sldId="259"/>
            <ac:spMk id="2" creationId="{9AE266C2-EAC5-65C1-B4E0-E19984200736}"/>
          </ac:spMkLst>
        </pc:spChg>
      </pc:sldChg>
      <pc:sldChg chg="modSp">
        <pc:chgData name="Fanta GABY [EKVY]" userId="S::fanta.gaby@ekovya.com::56064d0f-5e10-4eee-955c-d40534ba82ef" providerId="AD" clId="Web-{0A83A8A8-6B36-49AA-51C1-EF74A9EFADCB}" dt="2023-10-18T08:53:46.258" v="7" actId="20577"/>
        <pc:sldMkLst>
          <pc:docMk/>
          <pc:sldMk cId="671117411" sldId="295"/>
        </pc:sldMkLst>
        <pc:spChg chg="mod">
          <ac:chgData name="Fanta GABY [EKVY]" userId="S::fanta.gaby@ekovya.com::56064d0f-5e10-4eee-955c-d40534ba82ef" providerId="AD" clId="Web-{0A83A8A8-6B36-49AA-51C1-EF74A9EFADCB}" dt="2023-10-18T08:53:46.258" v="7" actId="20577"/>
          <ac:spMkLst>
            <pc:docMk/>
            <pc:sldMk cId="671117411" sldId="295"/>
            <ac:spMk id="3" creationId="{9EEE4645-A71E-4A5D-09EF-2CAFB6D47B8F}"/>
          </ac:spMkLst>
        </pc:spChg>
      </pc:sldChg>
      <pc:sldChg chg="modSp">
        <pc:chgData name="Fanta GABY [EKVY]" userId="S::fanta.gaby@ekovya.com::56064d0f-5e10-4eee-955c-d40534ba82ef" providerId="AD" clId="Web-{0A83A8A8-6B36-49AA-51C1-EF74A9EFADCB}" dt="2023-10-18T08:53:39.711" v="4" actId="20577"/>
        <pc:sldMkLst>
          <pc:docMk/>
          <pc:sldMk cId="2330912131" sldId="298"/>
        </pc:sldMkLst>
        <pc:spChg chg="mod">
          <ac:chgData name="Fanta GABY [EKVY]" userId="S::fanta.gaby@ekovya.com::56064d0f-5e10-4eee-955c-d40534ba82ef" providerId="AD" clId="Web-{0A83A8A8-6B36-49AA-51C1-EF74A9EFADCB}" dt="2023-10-18T08:53:39.711" v="4" actId="20577"/>
          <ac:spMkLst>
            <pc:docMk/>
            <pc:sldMk cId="2330912131" sldId="298"/>
            <ac:spMk id="3" creationId="{9EEE4645-A71E-4A5D-09EF-2CAFB6D47B8F}"/>
          </ac:spMkLst>
        </pc:spChg>
      </pc:sldChg>
    </pc:docChg>
  </pc:docChgLst>
  <pc:docChgLst>
    <pc:chgData name="Fanta GABY [EKVY]" userId="S::fanta.gaby@ekovya.com::56064d0f-5e10-4eee-955c-d40534ba82ef" providerId="AD" clId="Web-{BB2A54F0-4B9E-CDCA-7516-DFF220B806F7}"/>
    <pc:docChg chg="addSld modSld">
      <pc:chgData name="Fanta GABY [EKVY]" userId="S::fanta.gaby@ekovya.com::56064d0f-5e10-4eee-955c-d40534ba82ef" providerId="AD" clId="Web-{BB2A54F0-4B9E-CDCA-7516-DFF220B806F7}" dt="2023-09-28T09:25:40.489" v="242"/>
      <pc:docMkLst>
        <pc:docMk/>
      </pc:docMkLst>
      <pc:sldChg chg="delSp modSp">
        <pc:chgData name="Fanta GABY [EKVY]" userId="S::fanta.gaby@ekovya.com::56064d0f-5e10-4eee-955c-d40534ba82ef" providerId="AD" clId="Web-{BB2A54F0-4B9E-CDCA-7516-DFF220B806F7}" dt="2023-09-28T09:19:58.508" v="127" actId="1076"/>
        <pc:sldMkLst>
          <pc:docMk/>
          <pc:sldMk cId="671117411" sldId="295"/>
        </pc:sldMkLst>
        <pc:graphicFrameChg chg="mod modGraphic">
          <ac:chgData name="Fanta GABY [EKVY]" userId="S::fanta.gaby@ekovya.com::56064d0f-5e10-4eee-955c-d40534ba82ef" providerId="AD" clId="Web-{BB2A54F0-4B9E-CDCA-7516-DFF220B806F7}" dt="2023-09-28T09:19:43.460" v="124"/>
          <ac:graphicFrameMkLst>
            <pc:docMk/>
            <pc:sldMk cId="671117411" sldId="295"/>
            <ac:graphicFrameMk id="2" creationId="{D797EE94-203A-2ACA-559E-6B5A060ACE45}"/>
          </ac:graphicFrameMkLst>
        </pc:graphicFrameChg>
        <pc:picChg chg="mod">
          <ac:chgData name="Fanta GABY [EKVY]" userId="S::fanta.gaby@ekovya.com::56064d0f-5e10-4eee-955c-d40534ba82ef" providerId="AD" clId="Web-{BB2A54F0-4B9E-CDCA-7516-DFF220B806F7}" dt="2023-09-28T09:19:50.617" v="126" actId="1076"/>
          <ac:picMkLst>
            <pc:docMk/>
            <pc:sldMk cId="671117411" sldId="295"/>
            <ac:picMk id="4" creationId="{C0D14F28-79A2-468A-4D3E-E2D9D9BC2F81}"/>
          </ac:picMkLst>
        </pc:picChg>
        <pc:picChg chg="mod">
          <ac:chgData name="Fanta GABY [EKVY]" userId="S::fanta.gaby@ekovya.com::56064d0f-5e10-4eee-955c-d40534ba82ef" providerId="AD" clId="Web-{BB2A54F0-4B9E-CDCA-7516-DFF220B806F7}" dt="2023-09-28T09:19:58.508" v="127" actId="1076"/>
          <ac:picMkLst>
            <pc:docMk/>
            <pc:sldMk cId="671117411" sldId="295"/>
            <ac:picMk id="5" creationId="{C3D8D19B-740F-2823-2297-AC7E56E97A12}"/>
          </ac:picMkLst>
        </pc:picChg>
        <pc:picChg chg="mod">
          <ac:chgData name="Fanta GABY [EKVY]" userId="S::fanta.gaby@ekovya.com::56064d0f-5e10-4eee-955c-d40534ba82ef" providerId="AD" clId="Web-{BB2A54F0-4B9E-CDCA-7516-DFF220B806F7}" dt="2023-09-28T09:19:10.568" v="115" actId="1076"/>
          <ac:picMkLst>
            <pc:docMk/>
            <pc:sldMk cId="671117411" sldId="295"/>
            <ac:picMk id="6" creationId="{E399C290-03D1-B1CC-6417-3A648B2A8A84}"/>
          </ac:picMkLst>
        </pc:picChg>
        <pc:picChg chg="mod">
          <ac:chgData name="Fanta GABY [EKVY]" userId="S::fanta.gaby@ekovya.com::56064d0f-5e10-4eee-955c-d40534ba82ef" providerId="AD" clId="Web-{BB2A54F0-4B9E-CDCA-7516-DFF220B806F7}" dt="2023-09-28T09:19:34.241" v="118" actId="688"/>
          <ac:picMkLst>
            <pc:docMk/>
            <pc:sldMk cId="671117411" sldId="295"/>
            <ac:picMk id="8" creationId="{027D9567-16D3-491F-55AE-560739609536}"/>
          </ac:picMkLst>
        </pc:picChg>
        <pc:picChg chg="mod">
          <ac:chgData name="Fanta GABY [EKVY]" userId="S::fanta.gaby@ekovya.com::56064d0f-5e10-4eee-955c-d40534ba82ef" providerId="AD" clId="Web-{BB2A54F0-4B9E-CDCA-7516-DFF220B806F7}" dt="2023-09-28T09:19:16.287" v="116" actId="1076"/>
          <ac:picMkLst>
            <pc:docMk/>
            <pc:sldMk cId="671117411" sldId="295"/>
            <ac:picMk id="9" creationId="{A6BEE7FD-E84F-A112-D194-30B923703BED}"/>
          </ac:picMkLst>
        </pc:picChg>
        <pc:picChg chg="mod">
          <ac:chgData name="Fanta GABY [EKVY]" userId="S::fanta.gaby@ekovya.com::56064d0f-5e10-4eee-955c-d40534ba82ef" providerId="AD" clId="Web-{BB2A54F0-4B9E-CDCA-7516-DFF220B806F7}" dt="2023-09-28T09:19:46.835" v="125" actId="1076"/>
          <ac:picMkLst>
            <pc:docMk/>
            <pc:sldMk cId="671117411" sldId="295"/>
            <ac:picMk id="10" creationId="{5CE3CA2E-7ACE-6292-83DD-EC16C3E54080}"/>
          </ac:picMkLst>
        </pc:picChg>
        <pc:picChg chg="del mod">
          <ac:chgData name="Fanta GABY [EKVY]" userId="S::fanta.gaby@ekovya.com::56064d0f-5e10-4eee-955c-d40534ba82ef" providerId="AD" clId="Web-{BB2A54F0-4B9E-CDCA-7516-DFF220B806F7}" dt="2023-09-28T09:19:39.694" v="120"/>
          <ac:picMkLst>
            <pc:docMk/>
            <pc:sldMk cId="671117411" sldId="295"/>
            <ac:picMk id="11" creationId="{3132536C-8338-0366-5E73-198D9BA955A3}"/>
          </ac:picMkLst>
        </pc:picChg>
      </pc:sldChg>
      <pc:sldChg chg="modSp add replId">
        <pc:chgData name="Fanta GABY [EKVY]" userId="S::fanta.gaby@ekovya.com::56064d0f-5e10-4eee-955c-d40534ba82ef" providerId="AD" clId="Web-{BB2A54F0-4B9E-CDCA-7516-DFF220B806F7}" dt="2023-09-28T09:25:40.489" v="242"/>
        <pc:sldMkLst>
          <pc:docMk/>
          <pc:sldMk cId="2330912131" sldId="298"/>
        </pc:sldMkLst>
        <pc:graphicFrameChg chg="mod modGraphic">
          <ac:chgData name="Fanta GABY [EKVY]" userId="S::fanta.gaby@ekovya.com::56064d0f-5e10-4eee-955c-d40534ba82ef" providerId="AD" clId="Web-{BB2A54F0-4B9E-CDCA-7516-DFF220B806F7}" dt="2023-09-28T09:25:40.489" v="242"/>
          <ac:graphicFrameMkLst>
            <pc:docMk/>
            <pc:sldMk cId="2330912131" sldId="298"/>
            <ac:graphicFrameMk id="2" creationId="{D797EE94-203A-2ACA-559E-6B5A060ACE45}"/>
          </ac:graphicFrameMkLst>
        </pc:graphicFrameChg>
      </pc:sldChg>
    </pc:docChg>
  </pc:docChgLst>
  <pc:docChgLst>
    <pc:chgData name="Samira MHAMSA [EKVY]" userId="S::samira.mhamsa@ekovya.com::97bca04c-d510-4e0a-9b7c-fecd571a8b3c" providerId="AD" clId="Web-{378DF875-40B2-4261-D733-D8F3D2C425E7}"/>
    <pc:docChg chg="modSld">
      <pc:chgData name="Samira MHAMSA [EKVY]" userId="S::samira.mhamsa@ekovya.com::97bca04c-d510-4e0a-9b7c-fecd571a8b3c" providerId="AD" clId="Web-{378DF875-40B2-4261-D733-D8F3D2C425E7}" dt="2023-09-28T12:50:09.779" v="5" actId="14100"/>
      <pc:docMkLst>
        <pc:docMk/>
      </pc:docMkLst>
      <pc:sldChg chg="modSp">
        <pc:chgData name="Samira MHAMSA [EKVY]" userId="S::samira.mhamsa@ekovya.com::97bca04c-d510-4e0a-9b7c-fecd571a8b3c" providerId="AD" clId="Web-{378DF875-40B2-4261-D733-D8F3D2C425E7}" dt="2023-09-28T12:50:09.779" v="5" actId="14100"/>
        <pc:sldMkLst>
          <pc:docMk/>
          <pc:sldMk cId="160593527" sldId="259"/>
        </pc:sldMkLst>
        <pc:picChg chg="mod">
          <ac:chgData name="Samira MHAMSA [EKVY]" userId="S::samira.mhamsa@ekovya.com::97bca04c-d510-4e0a-9b7c-fecd571a8b3c" providerId="AD" clId="Web-{378DF875-40B2-4261-D733-D8F3D2C425E7}" dt="2023-09-28T12:49:56.950" v="1" actId="14100"/>
          <ac:picMkLst>
            <pc:docMk/>
            <pc:sldMk cId="160593527" sldId="259"/>
            <ac:picMk id="5" creationId="{E1E11AE5-015B-77D8-0B92-C294BE92EFBB}"/>
          </ac:picMkLst>
        </pc:picChg>
        <pc:picChg chg="mod">
          <ac:chgData name="Samira MHAMSA [EKVY]" userId="S::samira.mhamsa@ekovya.com::97bca04c-d510-4e0a-9b7c-fecd571a8b3c" providerId="AD" clId="Web-{378DF875-40B2-4261-D733-D8F3D2C425E7}" dt="2023-09-28T12:50:02.060" v="3" actId="1076"/>
          <ac:picMkLst>
            <pc:docMk/>
            <pc:sldMk cId="160593527" sldId="259"/>
            <ac:picMk id="13" creationId="{595C8CC6-DF2C-4EC1-3B3F-4BDF94FABB85}"/>
          </ac:picMkLst>
        </pc:picChg>
        <pc:picChg chg="mod">
          <ac:chgData name="Samira MHAMSA [EKVY]" userId="S::samira.mhamsa@ekovya.com::97bca04c-d510-4e0a-9b7c-fecd571a8b3c" providerId="AD" clId="Web-{378DF875-40B2-4261-D733-D8F3D2C425E7}" dt="2023-09-28T12:50:09.779" v="5" actId="14100"/>
          <ac:picMkLst>
            <pc:docMk/>
            <pc:sldMk cId="160593527" sldId="259"/>
            <ac:picMk id="15" creationId="{C38275C4-247E-31E4-18B6-B4226DE5D31A}"/>
          </ac:picMkLst>
        </pc:picChg>
      </pc:sldChg>
    </pc:docChg>
  </pc:docChgLst>
  <pc:docChgLst>
    <pc:chgData name="Samira MHAMSA [EKVY]" userId="S::samira.mhamsa@ekovya.com::97bca04c-d510-4e0a-9b7c-fecd571a8b3c" providerId="AD" clId="Web-{04CE9AD9-2D3F-76B9-C602-B2D0ECC6188A}"/>
    <pc:docChg chg="modSld">
      <pc:chgData name="Samira MHAMSA [EKVY]" userId="S::samira.mhamsa@ekovya.com::97bca04c-d510-4e0a-9b7c-fecd571a8b3c" providerId="AD" clId="Web-{04CE9AD9-2D3F-76B9-C602-B2D0ECC6188A}" dt="2023-09-29T14:09:11.453" v="5" actId="20577"/>
      <pc:docMkLst>
        <pc:docMk/>
      </pc:docMkLst>
      <pc:sldChg chg="modSp">
        <pc:chgData name="Samira MHAMSA [EKVY]" userId="S::samira.mhamsa@ekovya.com::97bca04c-d510-4e0a-9b7c-fecd571a8b3c" providerId="AD" clId="Web-{04CE9AD9-2D3F-76B9-C602-B2D0ECC6188A}" dt="2023-09-29T14:08:35.749" v="1" actId="14100"/>
        <pc:sldMkLst>
          <pc:docMk/>
          <pc:sldMk cId="3699847477" sldId="256"/>
        </pc:sldMkLst>
        <pc:spChg chg="mod">
          <ac:chgData name="Samira MHAMSA [EKVY]" userId="S::samira.mhamsa@ekovya.com::97bca04c-d510-4e0a-9b7c-fecd571a8b3c" providerId="AD" clId="Web-{04CE9AD9-2D3F-76B9-C602-B2D0ECC6188A}" dt="2023-09-29T14:08:35.749" v="1" actId="14100"/>
          <ac:spMkLst>
            <pc:docMk/>
            <pc:sldMk cId="3699847477" sldId="256"/>
            <ac:spMk id="2" creationId="{5A564A01-9E7D-BEF6-D991-C9A3F691854A}"/>
          </ac:spMkLst>
        </pc:spChg>
      </pc:sldChg>
      <pc:sldChg chg="modSp">
        <pc:chgData name="Samira MHAMSA [EKVY]" userId="S::samira.mhamsa@ekovya.com::97bca04c-d510-4e0a-9b7c-fecd571a8b3c" providerId="AD" clId="Web-{04CE9AD9-2D3F-76B9-C602-B2D0ECC6188A}" dt="2023-09-29T14:09:11.453" v="5" actId="20577"/>
        <pc:sldMkLst>
          <pc:docMk/>
          <pc:sldMk cId="160593527" sldId="259"/>
        </pc:sldMkLst>
        <pc:spChg chg="mod">
          <ac:chgData name="Samira MHAMSA [EKVY]" userId="S::samira.mhamsa@ekovya.com::97bca04c-d510-4e0a-9b7c-fecd571a8b3c" providerId="AD" clId="Web-{04CE9AD9-2D3F-76B9-C602-B2D0ECC6188A}" dt="2023-09-29T14:09:11.453" v="5" actId="20577"/>
          <ac:spMkLst>
            <pc:docMk/>
            <pc:sldMk cId="160593527" sldId="259"/>
            <ac:spMk id="2" creationId="{9AE266C2-EAC5-65C1-B4E0-E19984200736}"/>
          </ac:spMkLst>
        </pc:spChg>
      </pc:sldChg>
    </pc:docChg>
  </pc:docChgLst>
  <pc:docChgLst>
    <pc:chgData name="Fanta GABY [EKVY]" userId="S::fanta.gaby@ekovya.com::56064d0f-5e10-4eee-955c-d40534ba82ef" providerId="AD" clId="Web-{EA29BC27-4576-52A3-03AB-B7BFE4C83F04}"/>
    <pc:docChg chg="modSld sldOrd">
      <pc:chgData name="Fanta GABY [EKVY]" userId="S::fanta.gaby@ekovya.com::56064d0f-5e10-4eee-955c-d40534ba82ef" providerId="AD" clId="Web-{EA29BC27-4576-52A3-03AB-B7BFE4C83F04}" dt="2023-09-28T12:48:40.008" v="47"/>
      <pc:docMkLst>
        <pc:docMk/>
      </pc:docMkLst>
      <pc:sldChg chg="modSp">
        <pc:chgData name="Fanta GABY [EKVY]" userId="S::fanta.gaby@ekovya.com::56064d0f-5e10-4eee-955c-d40534ba82ef" providerId="AD" clId="Web-{EA29BC27-4576-52A3-03AB-B7BFE4C83F04}" dt="2023-09-28T12:48:40.008" v="47"/>
        <pc:sldMkLst>
          <pc:docMk/>
          <pc:sldMk cId="160593527" sldId="259"/>
        </pc:sldMkLst>
        <pc:graphicFrameChg chg="mod modGraphic">
          <ac:chgData name="Fanta GABY [EKVY]" userId="S::fanta.gaby@ekovya.com::56064d0f-5e10-4eee-955c-d40534ba82ef" providerId="AD" clId="Web-{EA29BC27-4576-52A3-03AB-B7BFE4C83F04}" dt="2023-09-28T12:48:40.008" v="47"/>
          <ac:graphicFrameMkLst>
            <pc:docMk/>
            <pc:sldMk cId="160593527" sldId="259"/>
            <ac:graphicFrameMk id="7" creationId="{18ACF1B3-5181-23A9-262F-CBFE79B20874}"/>
          </ac:graphicFrameMkLst>
        </pc:graphicFrameChg>
        <pc:picChg chg="mod">
          <ac:chgData name="Fanta GABY [EKVY]" userId="S::fanta.gaby@ekovya.com::56064d0f-5e10-4eee-955c-d40534ba82ef" providerId="AD" clId="Web-{EA29BC27-4576-52A3-03AB-B7BFE4C83F04}" dt="2023-09-28T12:48:17.835" v="43" actId="1076"/>
          <ac:picMkLst>
            <pc:docMk/>
            <pc:sldMk cId="160593527" sldId="259"/>
            <ac:picMk id="12" creationId="{A03DDC82-47B4-A9EA-DDEF-C3AB482F09CA}"/>
          </ac:picMkLst>
        </pc:picChg>
        <pc:picChg chg="mod">
          <ac:chgData name="Fanta GABY [EKVY]" userId="S::fanta.gaby@ekovya.com::56064d0f-5e10-4eee-955c-d40534ba82ef" providerId="AD" clId="Web-{EA29BC27-4576-52A3-03AB-B7BFE4C83F04}" dt="2023-09-28T12:48:33.195" v="46" actId="1076"/>
          <ac:picMkLst>
            <pc:docMk/>
            <pc:sldMk cId="160593527" sldId="259"/>
            <ac:picMk id="13" creationId="{595C8CC6-DF2C-4EC1-3B3F-4BDF94FABB85}"/>
          </ac:picMkLst>
        </pc:picChg>
        <pc:picChg chg="mod">
          <ac:chgData name="Fanta GABY [EKVY]" userId="S::fanta.gaby@ekovya.com::56064d0f-5e10-4eee-955c-d40534ba82ef" providerId="AD" clId="Web-{EA29BC27-4576-52A3-03AB-B7BFE4C83F04}" dt="2023-09-28T12:48:29.648" v="45" actId="1076"/>
          <ac:picMkLst>
            <pc:docMk/>
            <pc:sldMk cId="160593527" sldId="259"/>
            <ac:picMk id="15" creationId="{C38275C4-247E-31E4-18B6-B4226DE5D31A}"/>
          </ac:picMkLst>
        </pc:picChg>
        <pc:picChg chg="mod">
          <ac:chgData name="Fanta GABY [EKVY]" userId="S::fanta.gaby@ekovya.com::56064d0f-5e10-4eee-955c-d40534ba82ef" providerId="AD" clId="Web-{EA29BC27-4576-52A3-03AB-B7BFE4C83F04}" dt="2023-09-28T12:48:13.054" v="42" actId="1076"/>
          <ac:picMkLst>
            <pc:docMk/>
            <pc:sldMk cId="160593527" sldId="259"/>
            <ac:picMk id="20" creationId="{803A646E-C108-9144-3C56-1AEB05F36408}"/>
          </ac:picMkLst>
        </pc:picChg>
      </pc:sldChg>
      <pc:sldChg chg="ord">
        <pc:chgData name="Fanta GABY [EKVY]" userId="S::fanta.gaby@ekovya.com::56064d0f-5e10-4eee-955c-d40534ba82ef" providerId="AD" clId="Web-{EA29BC27-4576-52A3-03AB-B7BFE4C83F04}" dt="2023-09-28T12:47:31.520" v="39"/>
        <pc:sldMkLst>
          <pc:docMk/>
          <pc:sldMk cId="3658578848" sldId="297"/>
        </pc:sldMkLst>
      </pc:sldChg>
    </pc:docChg>
  </pc:docChgLst>
  <pc:docChgLst>
    <pc:chgData name="Etienne BERNOULI [EKVY]" userId="S::etienne.bernouli@ekovya.com::788bc91c-003c-4812-92c2-07289c8ccacf" providerId="AD" clId="Web-{CBF5CB08-2C16-6FE7-591F-8CCF3220829A}"/>
    <pc:docChg chg="modSld sldOrd">
      <pc:chgData name="Etienne BERNOULI [EKVY]" userId="S::etienne.bernouli@ekovya.com::788bc91c-003c-4812-92c2-07289c8ccacf" providerId="AD" clId="Web-{CBF5CB08-2C16-6FE7-591F-8CCF3220829A}" dt="2023-10-10T13:09:20.185" v="128"/>
      <pc:docMkLst>
        <pc:docMk/>
      </pc:docMkLst>
      <pc:sldChg chg="modSp">
        <pc:chgData name="Etienne BERNOULI [EKVY]" userId="S::etienne.bernouli@ekovya.com::788bc91c-003c-4812-92c2-07289c8ccacf" providerId="AD" clId="Web-{CBF5CB08-2C16-6FE7-591F-8CCF3220829A}" dt="2023-10-10T13:09:13.794" v="108"/>
        <pc:sldMkLst>
          <pc:docMk/>
          <pc:sldMk cId="160593527" sldId="259"/>
        </pc:sldMkLst>
        <pc:graphicFrameChg chg="mod modGraphic">
          <ac:chgData name="Etienne BERNOULI [EKVY]" userId="S::etienne.bernouli@ekovya.com::788bc91c-003c-4812-92c2-07289c8ccacf" providerId="AD" clId="Web-{CBF5CB08-2C16-6FE7-591F-8CCF3220829A}" dt="2023-10-10T13:09:13.794" v="108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  <pc:sldChg chg="modSp ord">
        <pc:chgData name="Etienne BERNOULI [EKVY]" userId="S::etienne.bernouli@ekovya.com::788bc91c-003c-4812-92c2-07289c8ccacf" providerId="AD" clId="Web-{CBF5CB08-2C16-6FE7-591F-8CCF3220829A}" dt="2023-10-10T13:09:20.185" v="128"/>
        <pc:sldMkLst>
          <pc:docMk/>
          <pc:sldMk cId="2330912131" sldId="298"/>
        </pc:sldMkLst>
        <pc:graphicFrameChg chg="mod modGraphic">
          <ac:chgData name="Etienne BERNOULI [EKVY]" userId="S::etienne.bernouli@ekovya.com::788bc91c-003c-4812-92c2-07289c8ccacf" providerId="AD" clId="Web-{CBF5CB08-2C16-6FE7-591F-8CCF3220829A}" dt="2023-10-10T13:09:20.185" v="128"/>
          <ac:graphicFrameMkLst>
            <pc:docMk/>
            <pc:sldMk cId="2330912131" sldId="298"/>
            <ac:graphicFrameMk id="2" creationId="{D797EE94-203A-2ACA-559E-6B5A060ACE45}"/>
          </ac:graphicFrameMkLst>
        </pc:graphicFrameChg>
      </pc:sldChg>
    </pc:docChg>
  </pc:docChgLst>
  <pc:docChgLst>
    <pc:chgData name="Fanta GABY [EKVY]" userId="S::fanta.gaby@ekovya.com::56064d0f-5e10-4eee-955c-d40534ba82ef" providerId="AD" clId="Web-{67D93571-7516-460B-70BC-B046D5B106F0}"/>
    <pc:docChg chg="modSld">
      <pc:chgData name="Fanta GABY [EKVY]" userId="S::fanta.gaby@ekovya.com::56064d0f-5e10-4eee-955c-d40534ba82ef" providerId="AD" clId="Web-{67D93571-7516-460B-70BC-B046D5B106F0}" dt="2023-09-29T14:34:07.264" v="43"/>
      <pc:docMkLst>
        <pc:docMk/>
      </pc:docMkLst>
      <pc:sldChg chg="addSp delSp modSp">
        <pc:chgData name="Fanta GABY [EKVY]" userId="S::fanta.gaby@ekovya.com::56064d0f-5e10-4eee-955c-d40534ba82ef" providerId="AD" clId="Web-{67D93571-7516-460B-70BC-B046D5B106F0}" dt="2023-09-29T14:33:38.309" v="34" actId="1076"/>
        <pc:sldMkLst>
          <pc:docMk/>
          <pc:sldMk cId="160593527" sldId="259"/>
        </pc:sldMkLst>
        <pc:graphicFrameChg chg="mod modGraphic">
          <ac:chgData name="Fanta GABY [EKVY]" userId="S::fanta.gaby@ekovya.com::56064d0f-5e10-4eee-955c-d40534ba82ef" providerId="AD" clId="Web-{67D93571-7516-460B-70BC-B046D5B106F0}" dt="2023-09-29T14:30:07.764" v="9"/>
          <ac:graphicFrameMkLst>
            <pc:docMk/>
            <pc:sldMk cId="160593527" sldId="259"/>
            <ac:graphicFrameMk id="7" creationId="{18ACF1B3-5181-23A9-262F-CBFE79B20874}"/>
          </ac:graphicFrameMkLst>
        </pc:graphicFrameChg>
        <pc:picChg chg="add mod">
          <ac:chgData name="Fanta GABY [EKVY]" userId="S::fanta.gaby@ekovya.com::56064d0f-5e10-4eee-955c-d40534ba82ef" providerId="AD" clId="Web-{67D93571-7516-460B-70BC-B046D5B106F0}" dt="2023-09-29T14:33:38.309" v="34" actId="1076"/>
          <ac:picMkLst>
            <pc:docMk/>
            <pc:sldMk cId="160593527" sldId="259"/>
            <ac:picMk id="3" creationId="{27C23EC5-BA30-F3D0-7A39-ED3549AA1BC0}"/>
          </ac:picMkLst>
        </pc:picChg>
        <pc:picChg chg="del">
          <ac:chgData name="Fanta GABY [EKVY]" userId="S::fanta.gaby@ekovya.com::56064d0f-5e10-4eee-955c-d40534ba82ef" providerId="AD" clId="Web-{67D93571-7516-460B-70BC-B046D5B106F0}" dt="2023-09-29T14:33:28.621" v="31"/>
          <ac:picMkLst>
            <pc:docMk/>
            <pc:sldMk cId="160593527" sldId="259"/>
            <ac:picMk id="4" creationId="{0D60A0F2-7B09-2E5B-C05C-BAABAEB43002}"/>
          </ac:picMkLst>
        </pc:picChg>
      </pc:sldChg>
      <pc:sldChg chg="modSp">
        <pc:chgData name="Fanta GABY [EKVY]" userId="S::fanta.gaby@ekovya.com::56064d0f-5e10-4eee-955c-d40534ba82ef" providerId="AD" clId="Web-{67D93571-7516-460B-70BC-B046D5B106F0}" dt="2023-09-29T14:32:32.430" v="28" actId="1076"/>
        <pc:sldMkLst>
          <pc:docMk/>
          <pc:sldMk cId="671117411" sldId="295"/>
        </pc:sldMkLst>
        <pc:picChg chg="mod">
          <ac:chgData name="Fanta GABY [EKVY]" userId="S::fanta.gaby@ekovya.com::56064d0f-5e10-4eee-955c-d40534ba82ef" providerId="AD" clId="Web-{67D93571-7516-460B-70BC-B046D5B106F0}" dt="2023-09-29T14:32:13.960" v="20" actId="1076"/>
          <ac:picMkLst>
            <pc:docMk/>
            <pc:sldMk cId="671117411" sldId="295"/>
            <ac:picMk id="4" creationId="{C0D14F28-79A2-468A-4D3E-E2D9D9BC2F81}"/>
          </ac:picMkLst>
        </pc:picChg>
        <pc:picChg chg="mod">
          <ac:chgData name="Fanta GABY [EKVY]" userId="S::fanta.gaby@ekovya.com::56064d0f-5e10-4eee-955c-d40534ba82ef" providerId="AD" clId="Web-{67D93571-7516-460B-70BC-B046D5B106F0}" dt="2023-09-29T14:32:17.398" v="22" actId="1076"/>
          <ac:picMkLst>
            <pc:docMk/>
            <pc:sldMk cId="671117411" sldId="295"/>
            <ac:picMk id="5" creationId="{C3D8D19B-740F-2823-2297-AC7E56E97A12}"/>
          </ac:picMkLst>
        </pc:picChg>
        <pc:picChg chg="mod">
          <ac:chgData name="Fanta GABY [EKVY]" userId="S::fanta.gaby@ekovya.com::56064d0f-5e10-4eee-955c-d40534ba82ef" providerId="AD" clId="Web-{67D93571-7516-460B-70BC-B046D5B106F0}" dt="2023-09-29T14:32:18.820" v="23" actId="1076"/>
          <ac:picMkLst>
            <pc:docMk/>
            <pc:sldMk cId="671117411" sldId="295"/>
            <ac:picMk id="6" creationId="{E399C290-03D1-B1CC-6417-3A648B2A8A84}"/>
          </ac:picMkLst>
        </pc:picChg>
        <pc:picChg chg="mod">
          <ac:chgData name="Fanta GABY [EKVY]" userId="S::fanta.gaby@ekovya.com::56064d0f-5e10-4eee-955c-d40534ba82ef" providerId="AD" clId="Web-{67D93571-7516-460B-70BC-B046D5B106F0}" dt="2023-09-29T14:32:15.991" v="21" actId="1076"/>
          <ac:picMkLst>
            <pc:docMk/>
            <pc:sldMk cId="671117411" sldId="295"/>
            <ac:picMk id="7" creationId="{54740064-6E8A-32C2-496A-58F8D2EAEBFE}"/>
          </ac:picMkLst>
        </pc:picChg>
        <pc:picChg chg="mod">
          <ac:chgData name="Fanta GABY [EKVY]" userId="S::fanta.gaby@ekovya.com::56064d0f-5e10-4eee-955c-d40534ba82ef" providerId="AD" clId="Web-{67D93571-7516-460B-70BC-B046D5B106F0}" dt="2023-09-29T14:32:23.507" v="25" actId="1076"/>
          <ac:picMkLst>
            <pc:docMk/>
            <pc:sldMk cId="671117411" sldId="295"/>
            <ac:picMk id="8" creationId="{027D9567-16D3-491F-55AE-560739609536}"/>
          </ac:picMkLst>
        </pc:picChg>
        <pc:picChg chg="mod">
          <ac:chgData name="Fanta GABY [EKVY]" userId="S::fanta.gaby@ekovya.com::56064d0f-5e10-4eee-955c-d40534ba82ef" providerId="AD" clId="Web-{67D93571-7516-460B-70BC-B046D5B106F0}" dt="2023-09-29T14:32:26.383" v="26" actId="1076"/>
          <ac:picMkLst>
            <pc:docMk/>
            <pc:sldMk cId="671117411" sldId="295"/>
            <ac:picMk id="9" creationId="{A6BEE7FD-E84F-A112-D194-30B923703BED}"/>
          </ac:picMkLst>
        </pc:picChg>
        <pc:picChg chg="mod">
          <ac:chgData name="Fanta GABY [EKVY]" userId="S::fanta.gaby@ekovya.com::56064d0f-5e10-4eee-955c-d40534ba82ef" providerId="AD" clId="Web-{67D93571-7516-460B-70BC-B046D5B106F0}" dt="2023-09-29T14:32:29.945" v="27" actId="1076"/>
          <ac:picMkLst>
            <pc:docMk/>
            <pc:sldMk cId="671117411" sldId="295"/>
            <ac:picMk id="11" creationId="{624BA416-F518-5F9E-5B30-81CEBA62F19B}"/>
          </ac:picMkLst>
        </pc:picChg>
        <pc:picChg chg="mod">
          <ac:chgData name="Fanta GABY [EKVY]" userId="S::fanta.gaby@ekovya.com::56064d0f-5e10-4eee-955c-d40534ba82ef" providerId="AD" clId="Web-{67D93571-7516-460B-70BC-B046D5B106F0}" dt="2023-09-29T14:32:32.430" v="28" actId="1076"/>
          <ac:picMkLst>
            <pc:docMk/>
            <pc:sldMk cId="671117411" sldId="295"/>
            <ac:picMk id="12" creationId="{2F075816-07F6-D142-D1B9-C518D230AE13}"/>
          </ac:picMkLst>
        </pc:picChg>
      </pc:sldChg>
      <pc:sldChg chg="modSp">
        <pc:chgData name="Fanta GABY [EKVY]" userId="S::fanta.gaby@ekovya.com::56064d0f-5e10-4eee-955c-d40534ba82ef" providerId="AD" clId="Web-{67D93571-7516-460B-70BC-B046D5B106F0}" dt="2023-09-29T14:34:07.264" v="43"/>
        <pc:sldMkLst>
          <pc:docMk/>
          <pc:sldMk cId="3658578848" sldId="297"/>
        </pc:sldMkLst>
        <pc:graphicFrameChg chg="mod modGraphic">
          <ac:chgData name="Fanta GABY [EKVY]" userId="S::fanta.gaby@ekovya.com::56064d0f-5e10-4eee-955c-d40534ba82ef" providerId="AD" clId="Web-{67D93571-7516-460B-70BC-B046D5B106F0}" dt="2023-09-29T14:34:07.264" v="43"/>
          <ac:graphicFrameMkLst>
            <pc:docMk/>
            <pc:sldMk cId="3658578848" sldId="297"/>
            <ac:graphicFrameMk id="10" creationId="{EADA28D5-7DA6-CE42-2E5F-77384C0832AE}"/>
          </ac:graphicFrameMkLst>
        </pc:graphicFrameChg>
      </pc:sldChg>
      <pc:sldChg chg="delSp modSp">
        <pc:chgData name="Fanta GABY [EKVY]" userId="S::fanta.gaby@ekovya.com::56064d0f-5e10-4eee-955c-d40534ba82ef" providerId="AD" clId="Web-{67D93571-7516-460B-70BC-B046D5B106F0}" dt="2023-09-29T14:32:42.009" v="30" actId="1076"/>
        <pc:sldMkLst>
          <pc:docMk/>
          <pc:sldMk cId="2330912131" sldId="298"/>
        </pc:sldMkLst>
        <pc:graphicFrameChg chg="modGraphic">
          <ac:chgData name="Fanta GABY [EKVY]" userId="S::fanta.gaby@ekovya.com::56064d0f-5e10-4eee-955c-d40534ba82ef" providerId="AD" clId="Web-{67D93571-7516-460B-70BC-B046D5B106F0}" dt="2023-09-29T14:31:04.064" v="10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mod">
          <ac:chgData name="Fanta GABY [EKVY]" userId="S::fanta.gaby@ekovya.com::56064d0f-5e10-4eee-955c-d40534ba82ef" providerId="AD" clId="Web-{67D93571-7516-460B-70BC-B046D5B106F0}" dt="2023-09-29T14:32:39.977" v="29" actId="1076"/>
          <ac:picMkLst>
            <pc:docMk/>
            <pc:sldMk cId="2330912131" sldId="298"/>
            <ac:picMk id="4" creationId="{C0D14F28-79A2-468A-4D3E-E2D9D9BC2F81}"/>
          </ac:picMkLst>
        </pc:picChg>
        <pc:picChg chg="mod">
          <ac:chgData name="Fanta GABY [EKVY]" userId="S::fanta.gaby@ekovya.com::56064d0f-5e10-4eee-955c-d40534ba82ef" providerId="AD" clId="Web-{67D93571-7516-460B-70BC-B046D5B106F0}" dt="2023-09-29T14:32:42.009" v="30" actId="1076"/>
          <ac:picMkLst>
            <pc:docMk/>
            <pc:sldMk cId="2330912131" sldId="298"/>
            <ac:picMk id="5" creationId="{C3D8D19B-740F-2823-2297-AC7E56E97A12}"/>
          </ac:picMkLst>
        </pc:picChg>
        <pc:picChg chg="del">
          <ac:chgData name="Fanta GABY [EKVY]" userId="S::fanta.gaby@ekovya.com::56064d0f-5e10-4eee-955c-d40534ba82ef" providerId="AD" clId="Web-{67D93571-7516-460B-70BC-B046D5B106F0}" dt="2023-09-29T14:31:54.474" v="11"/>
          <ac:picMkLst>
            <pc:docMk/>
            <pc:sldMk cId="2330912131" sldId="298"/>
            <ac:picMk id="11" creationId="{6DC11013-412F-0890-C614-6A9B22694879}"/>
          </ac:picMkLst>
        </pc:picChg>
      </pc:sldChg>
    </pc:docChg>
  </pc:docChgLst>
  <pc:docChgLst>
    <pc:chgData name="Fanta GABY [EKVY]" userId="S::fanta.gaby@ekovya.com::56064d0f-5e10-4eee-955c-d40534ba82ef" providerId="AD" clId="Web-{0EB0E764-EA2D-9538-3098-9406485B2BA2}"/>
    <pc:docChg chg="delSld modSld sldOrd">
      <pc:chgData name="Fanta GABY [EKVY]" userId="S::fanta.gaby@ekovya.com::56064d0f-5e10-4eee-955c-d40534ba82ef" providerId="AD" clId="Web-{0EB0E764-EA2D-9538-3098-9406485B2BA2}" dt="2023-09-07T10:34:38.094" v="775"/>
      <pc:docMkLst>
        <pc:docMk/>
      </pc:docMkLst>
      <pc:sldChg chg="modSp ord">
        <pc:chgData name="Fanta GABY [EKVY]" userId="S::fanta.gaby@ekovya.com::56064d0f-5e10-4eee-955c-d40534ba82ef" providerId="AD" clId="Web-{0EB0E764-EA2D-9538-3098-9406485B2BA2}" dt="2023-09-07T10:34:31.485" v="774" actId="20577"/>
        <pc:sldMkLst>
          <pc:docMk/>
          <pc:sldMk cId="3699847477" sldId="256"/>
        </pc:sldMkLst>
        <pc:spChg chg="mod">
          <ac:chgData name="Fanta GABY [EKVY]" userId="S::fanta.gaby@ekovya.com::56064d0f-5e10-4eee-955c-d40534ba82ef" providerId="AD" clId="Web-{0EB0E764-EA2D-9538-3098-9406485B2BA2}" dt="2023-09-07T08:42:22.978" v="24" actId="1076"/>
          <ac:spMkLst>
            <pc:docMk/>
            <pc:sldMk cId="3699847477" sldId="256"/>
            <ac:spMk id="2" creationId="{5A564A01-9E7D-BEF6-D991-C9A3F691854A}"/>
          </ac:spMkLst>
        </pc:spChg>
        <pc:spChg chg="mod">
          <ac:chgData name="Fanta GABY [EKVY]" userId="S::fanta.gaby@ekovya.com::56064d0f-5e10-4eee-955c-d40534ba82ef" providerId="AD" clId="Web-{0EB0E764-EA2D-9538-3098-9406485B2BA2}" dt="2023-09-07T10:34:31.485" v="774" actId="20577"/>
          <ac:spMkLst>
            <pc:docMk/>
            <pc:sldMk cId="3699847477" sldId="256"/>
            <ac:spMk id="3" creationId="{F04213D5-633A-25C9-BF59-1CBE75963FD4}"/>
          </ac:spMkLst>
        </pc:spChg>
      </pc:sldChg>
      <pc:sldChg chg="del">
        <pc:chgData name="Fanta GABY [EKVY]" userId="S::fanta.gaby@ekovya.com::56064d0f-5e10-4eee-955c-d40534ba82ef" providerId="AD" clId="Web-{0EB0E764-EA2D-9538-3098-9406485B2BA2}" dt="2023-09-07T10:34:22.063" v="765"/>
        <pc:sldMkLst>
          <pc:docMk/>
          <pc:sldMk cId="1153244679" sldId="257"/>
        </pc:sldMkLst>
      </pc:sldChg>
      <pc:sldChg chg="modSp">
        <pc:chgData name="Fanta GABY [EKVY]" userId="S::fanta.gaby@ekovya.com::56064d0f-5e10-4eee-955c-d40534ba82ef" providerId="AD" clId="Web-{0EB0E764-EA2D-9538-3098-9406485B2BA2}" dt="2023-09-07T10:08:34.075" v="726"/>
        <pc:sldMkLst>
          <pc:docMk/>
          <pc:sldMk cId="160593527" sldId="259"/>
        </pc:sldMkLst>
        <pc:graphicFrameChg chg="mod modGraphic">
          <ac:chgData name="Fanta GABY [EKVY]" userId="S::fanta.gaby@ekovya.com::56064d0f-5e10-4eee-955c-d40534ba82ef" providerId="AD" clId="Web-{0EB0E764-EA2D-9538-3098-9406485B2BA2}" dt="2023-09-07T10:08:34.075" v="726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  <pc:sldChg chg="del">
        <pc:chgData name="Fanta GABY [EKVY]" userId="S::fanta.gaby@ekovya.com::56064d0f-5e10-4eee-955c-d40534ba82ef" providerId="AD" clId="Web-{0EB0E764-EA2D-9538-3098-9406485B2BA2}" dt="2023-09-07T09:42:04.720" v="431"/>
        <pc:sldMkLst>
          <pc:docMk/>
          <pc:sldMk cId="1726211114" sldId="265"/>
        </pc:sldMkLst>
      </pc:sldChg>
      <pc:sldChg chg="modSp">
        <pc:chgData name="Fanta GABY [EKVY]" userId="S::fanta.gaby@ekovya.com::56064d0f-5e10-4eee-955c-d40534ba82ef" providerId="AD" clId="Web-{0EB0E764-EA2D-9538-3098-9406485B2BA2}" dt="2023-09-07T10:07:06.994" v="642" actId="20577"/>
        <pc:sldMkLst>
          <pc:docMk/>
          <pc:sldMk cId="873334615" sldId="267"/>
        </pc:sldMkLst>
        <pc:spChg chg="mod">
          <ac:chgData name="Fanta GABY [EKVY]" userId="S::fanta.gaby@ekovya.com::56064d0f-5e10-4eee-955c-d40534ba82ef" providerId="AD" clId="Web-{0EB0E764-EA2D-9538-3098-9406485B2BA2}" dt="2023-09-07T10:07:06.994" v="642" actId="20577"/>
          <ac:spMkLst>
            <pc:docMk/>
            <pc:sldMk cId="873334615" sldId="267"/>
            <ac:spMk id="2" creationId="{5A564A01-9E7D-BEF6-D991-C9A3F691854A}"/>
          </ac:spMkLst>
        </pc:spChg>
        <pc:spChg chg="mod">
          <ac:chgData name="Fanta GABY [EKVY]" userId="S::fanta.gaby@ekovya.com::56064d0f-5e10-4eee-955c-d40534ba82ef" providerId="AD" clId="Web-{0EB0E764-EA2D-9538-3098-9406485B2BA2}" dt="2023-09-07T10:06:57.837" v="641" actId="20577"/>
          <ac:spMkLst>
            <pc:docMk/>
            <pc:sldMk cId="873334615" sldId="267"/>
            <ac:spMk id="3" creationId="{F04213D5-633A-25C9-BF59-1CBE75963FD4}"/>
          </ac:spMkLst>
        </pc:spChg>
      </pc:sldChg>
      <pc:sldChg chg="del">
        <pc:chgData name="Fanta GABY [EKVY]" userId="S::fanta.gaby@ekovya.com::56064d0f-5e10-4eee-955c-d40534ba82ef" providerId="AD" clId="Web-{0EB0E764-EA2D-9538-3098-9406485B2BA2}" dt="2023-09-07T09:42:09.595" v="432"/>
        <pc:sldMkLst>
          <pc:docMk/>
          <pc:sldMk cId="3956443783" sldId="272"/>
        </pc:sldMkLst>
      </pc:sldChg>
      <pc:sldChg chg="del">
        <pc:chgData name="Fanta GABY [EKVY]" userId="S::fanta.gaby@ekovya.com::56064d0f-5e10-4eee-955c-d40534ba82ef" providerId="AD" clId="Web-{0EB0E764-EA2D-9538-3098-9406485B2BA2}" dt="2023-09-07T09:42:17.330" v="434"/>
        <pc:sldMkLst>
          <pc:docMk/>
          <pc:sldMk cId="2777524439" sldId="278"/>
        </pc:sldMkLst>
      </pc:sldChg>
      <pc:sldChg chg="del">
        <pc:chgData name="Fanta GABY [EKVY]" userId="S::fanta.gaby@ekovya.com::56064d0f-5e10-4eee-955c-d40534ba82ef" providerId="AD" clId="Web-{0EB0E764-EA2D-9538-3098-9406485B2BA2}" dt="2023-09-07T09:42:14.642" v="433"/>
        <pc:sldMkLst>
          <pc:docMk/>
          <pc:sldMk cId="2510703741" sldId="292"/>
        </pc:sldMkLst>
      </pc:sldChg>
      <pc:sldChg chg="del">
        <pc:chgData name="Fanta GABY [EKVY]" userId="S::fanta.gaby@ekovya.com::56064d0f-5e10-4eee-955c-d40534ba82ef" providerId="AD" clId="Web-{0EB0E764-EA2D-9538-3098-9406485B2BA2}" dt="2023-09-07T09:01:59.606" v="55"/>
        <pc:sldMkLst>
          <pc:docMk/>
          <pc:sldMk cId="52373556" sldId="293"/>
        </pc:sldMkLst>
      </pc:sldChg>
      <pc:sldChg chg="del">
        <pc:chgData name="Fanta GABY [EKVY]" userId="S::fanta.gaby@ekovya.com::56064d0f-5e10-4eee-955c-d40534ba82ef" providerId="AD" clId="Web-{0EB0E764-EA2D-9538-3098-9406485B2BA2}" dt="2023-09-07T09:05:29.174" v="89"/>
        <pc:sldMkLst>
          <pc:docMk/>
          <pc:sldMk cId="2556806787" sldId="294"/>
        </pc:sldMkLst>
      </pc:sldChg>
      <pc:sldChg chg="modSp">
        <pc:chgData name="Fanta GABY [EKVY]" userId="S::fanta.gaby@ekovya.com::56064d0f-5e10-4eee-955c-d40534ba82ef" providerId="AD" clId="Web-{0EB0E764-EA2D-9538-3098-9406485B2BA2}" dt="2023-09-07T10:12:51.131" v="764"/>
        <pc:sldMkLst>
          <pc:docMk/>
          <pc:sldMk cId="671117411" sldId="295"/>
        </pc:sldMkLst>
        <pc:graphicFrameChg chg="mod modGraphic">
          <ac:chgData name="Fanta GABY [EKVY]" userId="S::fanta.gaby@ekovya.com::56064d0f-5e10-4eee-955c-d40534ba82ef" providerId="AD" clId="Web-{0EB0E764-EA2D-9538-3098-9406485B2BA2}" dt="2023-09-07T10:12:51.131" v="764"/>
          <ac:graphicFrameMkLst>
            <pc:docMk/>
            <pc:sldMk cId="671117411" sldId="295"/>
            <ac:graphicFrameMk id="2" creationId="{D797EE94-203A-2ACA-559E-6B5A060ACE45}"/>
          </ac:graphicFrameMkLst>
        </pc:graphicFrameChg>
      </pc:sldChg>
      <pc:sldChg chg="del">
        <pc:chgData name="Fanta GABY [EKVY]" userId="S::fanta.gaby@ekovya.com::56064d0f-5e10-4eee-955c-d40534ba82ef" providerId="AD" clId="Web-{0EB0E764-EA2D-9538-3098-9406485B2BA2}" dt="2023-09-07T08:43:53.998" v="54"/>
        <pc:sldMkLst>
          <pc:docMk/>
          <pc:sldMk cId="922835196" sldId="296"/>
        </pc:sldMkLst>
      </pc:sldChg>
      <pc:sldChg chg="ord">
        <pc:chgData name="Fanta GABY [EKVY]" userId="S::fanta.gaby@ekovya.com::56064d0f-5e10-4eee-955c-d40534ba82ef" providerId="AD" clId="Web-{0EB0E764-EA2D-9538-3098-9406485B2BA2}" dt="2023-09-07T10:34:38.094" v="775"/>
        <pc:sldMkLst>
          <pc:docMk/>
          <pc:sldMk cId="3658578848" sldId="297"/>
        </pc:sldMkLst>
      </pc:sldChg>
    </pc:docChg>
  </pc:docChgLst>
  <pc:docChgLst>
    <pc:chgData name="Etienne BERNOULI [EKVY]" userId="S::etienne.bernouli@ekovya.com::788bc91c-003c-4812-92c2-07289c8ccacf" providerId="AD" clId="Web-{BE26F931-89DB-D9D8-421D-E56359CE8F66}"/>
    <pc:docChg chg="modSld">
      <pc:chgData name="Etienne BERNOULI [EKVY]" userId="S::etienne.bernouli@ekovya.com::788bc91c-003c-4812-92c2-07289c8ccacf" providerId="AD" clId="Web-{BE26F931-89DB-D9D8-421D-E56359CE8F66}" dt="2023-09-29T14:32:59.964" v="69"/>
      <pc:docMkLst>
        <pc:docMk/>
      </pc:docMkLst>
      <pc:sldChg chg="modSp">
        <pc:chgData name="Etienne BERNOULI [EKVY]" userId="S::etienne.bernouli@ekovya.com::788bc91c-003c-4812-92c2-07289c8ccacf" providerId="AD" clId="Web-{BE26F931-89DB-D9D8-421D-E56359CE8F66}" dt="2023-09-29T14:32:59.964" v="69"/>
        <pc:sldMkLst>
          <pc:docMk/>
          <pc:sldMk cId="160593527" sldId="259"/>
        </pc:sldMkLst>
        <pc:graphicFrameChg chg="mod modGraphic">
          <ac:chgData name="Etienne BERNOULI [EKVY]" userId="S::etienne.bernouli@ekovya.com::788bc91c-003c-4812-92c2-07289c8ccacf" providerId="AD" clId="Web-{BE26F931-89DB-D9D8-421D-E56359CE8F66}" dt="2023-09-29T14:32:59.964" v="69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</pc:docChg>
  </pc:docChgLst>
  <pc:docChgLst>
    <pc:chgData name="Etienne BERNOULI [EKVY]" userId="S::etienne.bernouli@ekovya.com::788bc91c-003c-4812-92c2-07289c8ccacf" providerId="AD" clId="Web-{BB78B00C-89F1-220B-71AB-F92FB6BC7EFE}"/>
    <pc:docChg chg="modSld">
      <pc:chgData name="Etienne BERNOULI [EKVY]" userId="S::etienne.bernouli@ekovya.com::788bc91c-003c-4812-92c2-07289c8ccacf" providerId="AD" clId="Web-{BB78B00C-89F1-220B-71AB-F92FB6BC7EFE}" dt="2023-10-09T13:42:35.932" v="5"/>
      <pc:docMkLst>
        <pc:docMk/>
      </pc:docMkLst>
      <pc:sldChg chg="modSp">
        <pc:chgData name="Etienne BERNOULI [EKVY]" userId="S::etienne.bernouli@ekovya.com::788bc91c-003c-4812-92c2-07289c8ccacf" providerId="AD" clId="Web-{BB78B00C-89F1-220B-71AB-F92FB6BC7EFE}" dt="2023-10-09T13:42:35.932" v="5"/>
        <pc:sldMkLst>
          <pc:docMk/>
          <pc:sldMk cId="160593527" sldId="259"/>
        </pc:sldMkLst>
        <pc:graphicFrameChg chg="mod modGraphic">
          <ac:chgData name="Etienne BERNOULI [EKVY]" userId="S::etienne.bernouli@ekovya.com::788bc91c-003c-4812-92c2-07289c8ccacf" providerId="AD" clId="Web-{BB78B00C-89F1-220B-71AB-F92FB6BC7EFE}" dt="2023-10-09T13:42:35.932" v="5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</pc:docChg>
  </pc:docChgLst>
  <pc:docChgLst>
    <pc:chgData name="Samira MHAMSA [EKVY]" userId="S::samira.mhamsa@ekovya.com::97bca04c-d510-4e0a-9b7c-fecd571a8b3c" providerId="AD" clId="Web-{4D6369D1-B8AA-3B0C-E3D6-3E8481A6528D}"/>
    <pc:docChg chg="modSld">
      <pc:chgData name="Samira MHAMSA [EKVY]" userId="S::samira.mhamsa@ekovya.com::97bca04c-d510-4e0a-9b7c-fecd571a8b3c" providerId="AD" clId="Web-{4D6369D1-B8AA-3B0C-E3D6-3E8481A6528D}" dt="2023-09-28T13:20:48.165" v="7" actId="1076"/>
      <pc:docMkLst>
        <pc:docMk/>
      </pc:docMkLst>
      <pc:sldChg chg="modSp">
        <pc:chgData name="Samira MHAMSA [EKVY]" userId="S::samira.mhamsa@ekovya.com::97bca04c-d510-4e0a-9b7c-fecd571a8b3c" providerId="AD" clId="Web-{4D6369D1-B8AA-3B0C-E3D6-3E8481A6528D}" dt="2023-09-28T13:20:48.165" v="7" actId="1076"/>
        <pc:sldMkLst>
          <pc:docMk/>
          <pc:sldMk cId="160593527" sldId="259"/>
        </pc:sldMkLst>
        <pc:graphicFrameChg chg="modGraphic">
          <ac:chgData name="Samira MHAMSA [EKVY]" userId="S::samira.mhamsa@ekovya.com::97bca04c-d510-4e0a-9b7c-fecd571a8b3c" providerId="AD" clId="Web-{4D6369D1-B8AA-3B0C-E3D6-3E8481A6528D}" dt="2023-09-28T13:20:44.134" v="6"/>
          <ac:graphicFrameMkLst>
            <pc:docMk/>
            <pc:sldMk cId="160593527" sldId="259"/>
            <ac:graphicFrameMk id="7" creationId="{18ACF1B3-5181-23A9-262F-CBFE79B20874}"/>
          </ac:graphicFrameMkLst>
        </pc:graphicFrameChg>
        <pc:picChg chg="mod">
          <ac:chgData name="Samira MHAMSA [EKVY]" userId="S::samira.mhamsa@ekovya.com::97bca04c-d510-4e0a-9b7c-fecd571a8b3c" providerId="AD" clId="Web-{4D6369D1-B8AA-3B0C-E3D6-3E8481A6528D}" dt="2023-09-28T13:20:41.556" v="5" actId="1076"/>
          <ac:picMkLst>
            <pc:docMk/>
            <pc:sldMk cId="160593527" sldId="259"/>
            <ac:picMk id="3" creationId="{C82F8C3F-5CAC-E339-9CBD-45D2383623C2}"/>
          </ac:picMkLst>
        </pc:picChg>
        <pc:picChg chg="mod">
          <ac:chgData name="Samira MHAMSA [EKVY]" userId="S::samira.mhamsa@ekovya.com::97bca04c-d510-4e0a-9b7c-fecd571a8b3c" providerId="AD" clId="Web-{4D6369D1-B8AA-3B0C-E3D6-3E8481A6528D}" dt="2023-09-28T13:20:34.728" v="0" actId="1076"/>
          <ac:picMkLst>
            <pc:docMk/>
            <pc:sldMk cId="160593527" sldId="259"/>
            <ac:picMk id="10" creationId="{C9743A78-99DA-7D3F-B669-A6FF202665AB}"/>
          </ac:picMkLst>
        </pc:picChg>
        <pc:picChg chg="mod">
          <ac:chgData name="Samira MHAMSA [EKVY]" userId="S::samira.mhamsa@ekovya.com::97bca04c-d510-4e0a-9b7c-fecd571a8b3c" providerId="AD" clId="Web-{4D6369D1-B8AA-3B0C-E3D6-3E8481A6528D}" dt="2023-09-28T13:20:48.165" v="7" actId="1076"/>
          <ac:picMkLst>
            <pc:docMk/>
            <pc:sldMk cId="160593527" sldId="259"/>
            <ac:picMk id="20" creationId="{803A646E-C108-9144-3C56-1AEB05F36408}"/>
          </ac:picMkLst>
        </pc:picChg>
      </pc:sldChg>
    </pc:docChg>
  </pc:docChgLst>
  <pc:docChgLst>
    <pc:chgData name="Fanta GABY [EKVY]" userId="S::fanta.gaby@ekovya.com::56064d0f-5e10-4eee-955c-d40534ba82ef" providerId="AD" clId="Web-{0711C2A0-87A8-AB91-91CB-0B1A74E0C53B}"/>
    <pc:docChg chg="modSld">
      <pc:chgData name="Fanta GABY [EKVY]" userId="S::fanta.gaby@ekovya.com::56064d0f-5e10-4eee-955c-d40534ba82ef" providerId="AD" clId="Web-{0711C2A0-87A8-AB91-91CB-0B1A74E0C53B}" dt="2023-10-20T07:50:13.615" v="402"/>
      <pc:docMkLst>
        <pc:docMk/>
      </pc:docMkLst>
      <pc:sldChg chg="addSp delSp modSp">
        <pc:chgData name="Fanta GABY [EKVY]" userId="S::fanta.gaby@ekovya.com::56064d0f-5e10-4eee-955c-d40534ba82ef" providerId="AD" clId="Web-{0711C2A0-87A8-AB91-91CB-0B1A74E0C53B}" dt="2023-10-20T07:50:13.615" v="402"/>
        <pc:sldMkLst>
          <pc:docMk/>
          <pc:sldMk cId="2330912131" sldId="298"/>
        </pc:sldMkLst>
        <pc:graphicFrameChg chg="mod modGraphic">
          <ac:chgData name="Fanta GABY [EKVY]" userId="S::fanta.gaby@ekovya.com::56064d0f-5e10-4eee-955c-d40534ba82ef" providerId="AD" clId="Web-{0711C2A0-87A8-AB91-91CB-0B1A74E0C53B}" dt="2023-10-20T07:50:13.615" v="402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del">
          <ac:chgData name="Fanta GABY [EKVY]" userId="S::fanta.gaby@ekovya.com::56064d0f-5e10-4eee-955c-d40534ba82ef" providerId="AD" clId="Web-{0711C2A0-87A8-AB91-91CB-0B1A74E0C53B}" dt="2023-10-20T07:20:54.895" v="144"/>
          <ac:picMkLst>
            <pc:docMk/>
            <pc:sldMk cId="2330912131" sldId="298"/>
            <ac:picMk id="4" creationId="{732A2E07-568D-BE86-1B1D-7E6213B7C549}"/>
          </ac:picMkLst>
        </pc:picChg>
        <pc:picChg chg="add mod">
          <ac:chgData name="Fanta GABY [EKVY]" userId="S::fanta.gaby@ekovya.com::56064d0f-5e10-4eee-955c-d40534ba82ef" providerId="AD" clId="Web-{0711C2A0-87A8-AB91-91CB-0B1A74E0C53B}" dt="2023-10-20T07:49:34.504" v="342" actId="1076"/>
          <ac:picMkLst>
            <pc:docMk/>
            <pc:sldMk cId="2330912131" sldId="298"/>
            <ac:picMk id="4" creationId="{FA6090C9-1445-2804-92C3-5BC132D89127}"/>
          </ac:picMkLst>
        </pc:picChg>
        <pc:picChg chg="add mod">
          <ac:chgData name="Fanta GABY [EKVY]" userId="S::fanta.gaby@ekovya.com::56064d0f-5e10-4eee-955c-d40534ba82ef" providerId="AD" clId="Web-{0711C2A0-87A8-AB91-91CB-0B1A74E0C53B}" dt="2023-10-20T07:21:01.021" v="146" actId="1076"/>
          <ac:picMkLst>
            <pc:docMk/>
            <pc:sldMk cId="2330912131" sldId="298"/>
            <ac:picMk id="5" creationId="{48527554-01A1-6939-DD1D-BE880CD5F2D4}"/>
          </ac:picMkLst>
        </pc:picChg>
        <pc:picChg chg="del">
          <ac:chgData name="Fanta GABY [EKVY]" userId="S::fanta.gaby@ekovya.com::56064d0f-5e10-4eee-955c-d40534ba82ef" providerId="AD" clId="Web-{0711C2A0-87A8-AB91-91CB-0B1A74E0C53B}" dt="2023-10-20T07:49:24.816" v="340"/>
          <ac:picMkLst>
            <pc:docMk/>
            <pc:sldMk cId="2330912131" sldId="298"/>
            <ac:picMk id="11" creationId="{BA39041C-FE14-8E42-A01F-0FD91FA6C0E3}"/>
          </ac:picMkLst>
        </pc:picChg>
      </pc:sldChg>
      <pc:sldChg chg="modSp">
        <pc:chgData name="Fanta GABY [EKVY]" userId="S::fanta.gaby@ekovya.com::56064d0f-5e10-4eee-955c-d40534ba82ef" providerId="AD" clId="Web-{0711C2A0-87A8-AB91-91CB-0B1A74E0C53B}" dt="2023-10-20T07:19:17.578" v="73"/>
        <pc:sldMkLst>
          <pc:docMk/>
          <pc:sldMk cId="3707574796" sldId="300"/>
        </pc:sldMkLst>
        <pc:graphicFrameChg chg="mod modGraphic">
          <ac:chgData name="Fanta GABY [EKVY]" userId="S::fanta.gaby@ekovya.com::56064d0f-5e10-4eee-955c-d40534ba82ef" providerId="AD" clId="Web-{0711C2A0-87A8-AB91-91CB-0B1A74E0C53B}" dt="2023-10-20T07:19:17.578" v="73"/>
          <ac:graphicFrameMkLst>
            <pc:docMk/>
            <pc:sldMk cId="3707574796" sldId="300"/>
            <ac:graphicFrameMk id="11" creationId="{CB5C8EB2-0511-E3F2-796A-1A12AA62A59A}"/>
          </ac:graphicFrameMkLst>
        </pc:graphicFrameChg>
      </pc:sldChg>
      <pc:sldChg chg="modSp">
        <pc:chgData name="Fanta GABY [EKVY]" userId="S::fanta.gaby@ekovya.com::56064d0f-5e10-4eee-955c-d40534ba82ef" providerId="AD" clId="Web-{0711C2A0-87A8-AB91-91CB-0B1A74E0C53B}" dt="2023-10-20T07:25:32.580" v="339"/>
        <pc:sldMkLst>
          <pc:docMk/>
          <pc:sldMk cId="2808088630" sldId="301"/>
        </pc:sldMkLst>
        <pc:graphicFrameChg chg="mod modGraphic">
          <ac:chgData name="Fanta GABY [EKVY]" userId="S::fanta.gaby@ekovya.com::56064d0f-5e10-4eee-955c-d40534ba82ef" providerId="AD" clId="Web-{0711C2A0-87A8-AB91-91CB-0B1A74E0C53B}" dt="2023-10-20T07:25:32.580" v="339"/>
          <ac:graphicFrameMkLst>
            <pc:docMk/>
            <pc:sldMk cId="2808088630" sldId="301"/>
            <ac:graphicFrameMk id="11" creationId="{CB5C8EB2-0511-E3F2-796A-1A12AA62A59A}"/>
          </ac:graphicFrameMkLst>
        </pc:graphicFrameChg>
      </pc:sldChg>
    </pc:docChg>
  </pc:docChgLst>
  <pc:docChgLst>
    <pc:chgData name="Elisa FAUCI [EKVY]" userId="S::elisa.fauci@ekovya.com::faefe7ae-0d45-4ed0-9168-4cefc9922871" providerId="AD" clId="Web-{F592C9FC-A6AA-E9A7-7C8C-CCDF57A4328D}"/>
    <pc:docChg chg="modSld">
      <pc:chgData name="Elisa FAUCI [EKVY]" userId="S::elisa.fauci@ekovya.com::faefe7ae-0d45-4ed0-9168-4cefc9922871" providerId="AD" clId="Web-{F592C9FC-A6AA-E9A7-7C8C-CCDF57A4328D}" dt="2023-10-17T10:01:50.260" v="353"/>
      <pc:docMkLst>
        <pc:docMk/>
      </pc:docMkLst>
      <pc:sldChg chg="addSp delSp modSp">
        <pc:chgData name="Elisa FAUCI [EKVY]" userId="S::elisa.fauci@ekovya.com::faefe7ae-0d45-4ed0-9168-4cefc9922871" providerId="AD" clId="Web-{F592C9FC-A6AA-E9A7-7C8C-CCDF57A4328D}" dt="2023-10-17T10:01:50.260" v="353"/>
        <pc:sldMkLst>
          <pc:docMk/>
          <pc:sldMk cId="2330912131" sldId="298"/>
        </pc:sldMkLst>
        <pc:graphicFrameChg chg="mod modGraphic">
          <ac:chgData name="Elisa FAUCI [EKVY]" userId="S::elisa.fauci@ekovya.com::faefe7ae-0d45-4ed0-9168-4cefc9922871" providerId="AD" clId="Web-{F592C9FC-A6AA-E9A7-7C8C-CCDF57A4328D}" dt="2023-10-17T10:01:50.260" v="353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add del mod">
          <ac:chgData name="Elisa FAUCI [EKVY]" userId="S::elisa.fauci@ekovya.com::faefe7ae-0d45-4ed0-9168-4cefc9922871" providerId="AD" clId="Web-{F592C9FC-A6AA-E9A7-7C8C-CCDF57A4328D}" dt="2023-10-17T10:01:27.479" v="313"/>
          <ac:picMkLst>
            <pc:docMk/>
            <pc:sldMk cId="2330912131" sldId="298"/>
            <ac:picMk id="5" creationId="{C1D651C8-7C47-5F32-987B-6755AFDE431E}"/>
          </ac:picMkLst>
        </pc:picChg>
        <pc:picChg chg="add del mod">
          <ac:chgData name="Elisa FAUCI [EKVY]" userId="S::elisa.fauci@ekovya.com::faefe7ae-0d45-4ed0-9168-4cefc9922871" providerId="AD" clId="Web-{F592C9FC-A6AA-E9A7-7C8C-CCDF57A4328D}" dt="2023-10-17T10:01:08.994" v="298"/>
          <ac:picMkLst>
            <pc:docMk/>
            <pc:sldMk cId="2330912131" sldId="298"/>
            <ac:picMk id="6" creationId="{EA33A5D2-36A6-8A11-9E69-CA2F82C61FC2}"/>
          </ac:picMkLst>
        </pc:picChg>
        <pc:picChg chg="add del">
          <ac:chgData name="Elisa FAUCI [EKVY]" userId="S::elisa.fauci@ekovya.com::faefe7ae-0d45-4ed0-9168-4cefc9922871" providerId="AD" clId="Web-{F592C9FC-A6AA-E9A7-7C8C-CCDF57A4328D}" dt="2023-10-17T10:00:37.774" v="296"/>
          <ac:picMkLst>
            <pc:docMk/>
            <pc:sldMk cId="2330912131" sldId="298"/>
            <ac:picMk id="7" creationId="{3765E369-82C6-3E8B-C905-A67B6650612C}"/>
          </ac:picMkLst>
        </pc:picChg>
        <pc:picChg chg="del">
          <ac:chgData name="Elisa FAUCI [EKVY]" userId="S::elisa.fauci@ekovya.com::faefe7ae-0d45-4ed0-9168-4cefc9922871" providerId="AD" clId="Web-{F592C9FC-A6AA-E9A7-7C8C-CCDF57A4328D}" dt="2023-10-17T09:53:23.514" v="16"/>
          <ac:picMkLst>
            <pc:docMk/>
            <pc:sldMk cId="2330912131" sldId="298"/>
            <ac:picMk id="9" creationId="{793DBB0E-3549-28D9-9CD1-A3BD70C32A75}"/>
          </ac:picMkLst>
        </pc:picChg>
        <pc:picChg chg="add del">
          <ac:chgData name="Elisa FAUCI [EKVY]" userId="S::elisa.fauci@ekovya.com::faefe7ae-0d45-4ed0-9168-4cefc9922871" providerId="AD" clId="Web-{F592C9FC-A6AA-E9A7-7C8C-CCDF57A4328D}" dt="2023-10-17T10:00:18.680" v="284"/>
          <ac:picMkLst>
            <pc:docMk/>
            <pc:sldMk cId="2330912131" sldId="298"/>
            <ac:picMk id="12" creationId="{FE82B3D7-A863-E123-31C9-4651CCB61483}"/>
          </ac:picMkLst>
        </pc:picChg>
        <pc:picChg chg="add del">
          <ac:chgData name="Elisa FAUCI [EKVY]" userId="S::elisa.fauci@ekovya.com::faefe7ae-0d45-4ed0-9168-4cefc9922871" providerId="AD" clId="Web-{F592C9FC-A6AA-E9A7-7C8C-CCDF57A4328D}" dt="2023-10-17T10:00:04.398" v="252"/>
          <ac:picMkLst>
            <pc:docMk/>
            <pc:sldMk cId="2330912131" sldId="298"/>
            <ac:picMk id="13" creationId="{C8BA5A08-1318-CCE3-209C-6EBB9D6C959A}"/>
          </ac:picMkLst>
        </pc:picChg>
        <pc:picChg chg="add mod">
          <ac:chgData name="Elisa FAUCI [EKVY]" userId="S::elisa.fauci@ekovya.com::faefe7ae-0d45-4ed0-9168-4cefc9922871" providerId="AD" clId="Web-{F592C9FC-A6AA-E9A7-7C8C-CCDF57A4328D}" dt="2023-10-17T10:01:35.401" v="315" actId="1076"/>
          <ac:picMkLst>
            <pc:docMk/>
            <pc:sldMk cId="2330912131" sldId="298"/>
            <ac:picMk id="14" creationId="{CCF2BDF5-6C9E-B541-3C39-415E36EE79D6}"/>
          </ac:picMkLst>
        </pc:picChg>
      </pc:sldChg>
    </pc:docChg>
  </pc:docChgLst>
  <pc:docChgLst>
    <pc:chgData name="Fanta GABY [EKVY]" userId="S::fanta.gaby@ekovya.com::56064d0f-5e10-4eee-955c-d40534ba82ef" providerId="AD" clId="Web-{174997B9-7734-7094-6A6E-E31E88ADCAE2}"/>
    <pc:docChg chg="modSld">
      <pc:chgData name="Fanta GABY [EKVY]" userId="S::fanta.gaby@ekovya.com::56064d0f-5e10-4eee-955c-d40534ba82ef" providerId="AD" clId="Web-{174997B9-7734-7094-6A6E-E31E88ADCAE2}" dt="2023-09-15T02:36:54.124" v="3"/>
      <pc:docMkLst>
        <pc:docMk/>
      </pc:docMkLst>
      <pc:sldChg chg="modSp">
        <pc:chgData name="Fanta GABY [EKVY]" userId="S::fanta.gaby@ekovya.com::56064d0f-5e10-4eee-955c-d40534ba82ef" providerId="AD" clId="Web-{174997B9-7734-7094-6A6E-E31E88ADCAE2}" dt="2023-09-15T02:36:54.124" v="3"/>
        <pc:sldMkLst>
          <pc:docMk/>
          <pc:sldMk cId="160593527" sldId="259"/>
        </pc:sldMkLst>
        <pc:graphicFrameChg chg="mod modGraphic">
          <ac:chgData name="Fanta GABY [EKVY]" userId="S::fanta.gaby@ekovya.com::56064d0f-5e10-4eee-955c-d40534ba82ef" providerId="AD" clId="Web-{174997B9-7734-7094-6A6E-E31E88ADCAE2}" dt="2023-09-15T02:36:54.124" v="3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</pc:docChg>
  </pc:docChgLst>
  <pc:docChgLst>
    <pc:chgData name="Fanta GABY [EKVY]" userId="S::fanta.gaby@ekovya.com::56064d0f-5e10-4eee-955c-d40534ba82ef" providerId="AD" clId="Web-{4D7D5F86-9D93-F71B-85C3-B0C27977455A}"/>
    <pc:docChg chg="modSld">
      <pc:chgData name="Fanta GABY [EKVY]" userId="S::fanta.gaby@ekovya.com::56064d0f-5e10-4eee-955c-d40534ba82ef" providerId="AD" clId="Web-{4D7D5F86-9D93-F71B-85C3-B0C27977455A}" dt="2023-09-28T09:45:06.095" v="5"/>
      <pc:docMkLst>
        <pc:docMk/>
      </pc:docMkLst>
      <pc:sldChg chg="modSp">
        <pc:chgData name="Fanta GABY [EKVY]" userId="S::fanta.gaby@ekovya.com::56064d0f-5e10-4eee-955c-d40534ba82ef" providerId="AD" clId="Web-{4D7D5F86-9D93-F71B-85C3-B0C27977455A}" dt="2023-09-28T09:45:06.095" v="5"/>
        <pc:sldMkLst>
          <pc:docMk/>
          <pc:sldMk cId="160593527" sldId="259"/>
        </pc:sldMkLst>
        <pc:graphicFrameChg chg="mod modGraphic">
          <ac:chgData name="Fanta GABY [EKVY]" userId="S::fanta.gaby@ekovya.com::56064d0f-5e10-4eee-955c-d40534ba82ef" providerId="AD" clId="Web-{4D7D5F86-9D93-F71B-85C3-B0C27977455A}" dt="2023-09-28T09:45:06.095" v="5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28F70-A1E7-4142-AB9E-76470A461AE6}" type="datetimeFigureOut">
              <a:t>10/20/2023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5B9609-40DC-44BB-A30D-A5F28BB6B13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gradFill flip="none" rotWithShape="1">
          <a:gsLst>
            <a:gs pos="0">
              <a:srgbClr val="6F9E2E"/>
            </a:gs>
            <a:gs pos="55000">
              <a:srgbClr val="52684D"/>
            </a:gs>
            <a:gs pos="100000">
              <a:srgbClr val="52684D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97D057A5-928A-482A-BE4E-EC303C8319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410AF868-41F9-49DA-A203-8F4B1126E3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83D3A5A-00EF-4D18-8027-5A9FD6F8C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7658"/>
            <a:ext cx="9144000" cy="1947286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63DFC21-037E-4517-84B2-4220CE5DA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8857"/>
            <a:ext cx="9144000" cy="76360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02BC9ED8-E5E7-4F65-9BED-DD511EF9B2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683" y="136323"/>
            <a:ext cx="1774117" cy="194728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289CE732-FC41-4F72-8D27-203830DF9D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39000" y="5934363"/>
            <a:ext cx="44767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12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11F15DE2-3DD4-42DE-9725-5CF789FA25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5232" r="28288"/>
          <a:stretch/>
        </p:blipFill>
        <p:spPr>
          <a:xfrm>
            <a:off x="7988909" y="-1"/>
            <a:ext cx="4203092" cy="3070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E32AF8C-84EB-45C3-9A98-83E7D4A64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015"/>
            <a:ext cx="10515600" cy="798657"/>
          </a:xfrm>
        </p:spPr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F40605-1AC0-4BF8-B111-B042BE078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701"/>
            <a:ext cx="10515600" cy="351023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F900B6-BDAA-4660-8504-2366D15F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20/10/2023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F86DDD-4222-403E-9C46-599D5785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C36A65-95BE-4AD7-BD0B-9D0FA735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E9A6692C-E117-4EDB-AC90-3E5592E9A5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1379" y="5100638"/>
            <a:ext cx="1379621" cy="143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73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12A33DC8-75AD-454D-974B-828D6A1AB6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017" r="-65" b="36450"/>
          <a:stretch/>
        </p:blipFill>
        <p:spPr>
          <a:xfrm>
            <a:off x="0" y="2499736"/>
            <a:ext cx="3476625" cy="435826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D0613CD-2339-4B53-B236-D91F6737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2516E0-F786-4929-9286-6ECD5A1C6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630D98-EC52-48BF-AD25-D403F2D1E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1940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9859B427-60E9-44BE-92F1-4E8395CB39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1379" y="5100638"/>
            <a:ext cx="1379621" cy="1438274"/>
          </a:xfrm>
          <a:prstGeom prst="rect">
            <a:avLst/>
          </a:prstGeom>
        </p:spPr>
      </p:pic>
      <p:sp>
        <p:nvSpPr>
          <p:cNvPr id="12" name="Espace réservé de la date 3">
            <a:extLst>
              <a:ext uri="{FF2B5EF4-FFF2-40B4-BE49-F238E27FC236}">
                <a16:creationId xmlns:a16="http://schemas.microsoft.com/office/drawing/2014/main" id="{AFF9F953-9E91-4A8A-B55B-376FB686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20/10/2023</a:t>
            </a:fld>
            <a:endParaRPr lang="fr-FR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E1A087C2-8F6E-478B-A17A-90563CB6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3537132D-20A4-4FDF-A759-E6A869EE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547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2C2A7-068C-4517-B726-BBAA23B34551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gradFill>
            <a:gsLst>
              <a:gs pos="0">
                <a:srgbClr val="6F9E2E"/>
              </a:gs>
              <a:gs pos="38000">
                <a:srgbClr val="52684D"/>
              </a:gs>
              <a:gs pos="100000">
                <a:srgbClr val="52684D"/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A457F2-6FE7-4357-9535-AC3E3082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2A2741-983F-48F1-8687-32B2ED804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D4238EC-48EA-40EB-A638-D7CB33CB3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0734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71379B7-2170-4A16-8EAC-3F4C4B17B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8BC72EA-2609-4D8C-AD8E-BECB34F4F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0950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B58C1E45-0516-4E72-8C26-1873C754F5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2676" b="43357"/>
          <a:stretch/>
        </p:blipFill>
        <p:spPr>
          <a:xfrm>
            <a:off x="-1" y="4714349"/>
            <a:ext cx="1851093" cy="2143652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1882C91F-F655-4F6A-BA7A-925B47B5BF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6213" y="6106106"/>
            <a:ext cx="3733800" cy="500488"/>
          </a:xfrm>
          <a:prstGeom prst="rect">
            <a:avLst/>
          </a:prstGeom>
        </p:spPr>
      </p:pic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23A0E633-EF03-4778-9CD7-936C54EE13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8E23467-099B-4DCD-9498-486B2BD939EC}" type="datetimeFigureOut">
              <a:rPr lang="fr-FR" smtClean="0"/>
              <a:pPr/>
              <a:t>20/10/2023</a:t>
            </a:fld>
            <a:endParaRPr lang="fr-FR"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E36B7B04-63C2-41E6-B30D-97B78443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3964A52D-CC42-4375-A5F1-8564EB22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3E3E79-6AE7-4E99-B417-E53FC8573CC9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54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que 10">
            <a:extLst>
              <a:ext uri="{FF2B5EF4-FFF2-40B4-BE49-F238E27FC236}">
                <a16:creationId xmlns:a16="http://schemas.microsoft.com/office/drawing/2014/main" id="{54A6B0BD-17F4-4549-B21F-8324C49210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ED722CBD-28A7-4B4E-A2D2-4ED99D243B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F6FA5AD-1A86-45FD-B350-4756F424E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6BF573A7-B519-4021-8714-5EF3503A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20/10/2023</a:t>
            </a:fld>
            <a:endParaRPr lang="fr-FR"/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E19ADF33-5063-40B5-85C4-E8D38BCCA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EDD934A-CF8E-4463-AFBB-9899BB74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52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e de titre">
    <p:bg>
      <p:bgPr>
        <a:gradFill flip="none" rotWithShape="1">
          <a:gsLst>
            <a:gs pos="0">
              <a:srgbClr val="6F9E2E"/>
            </a:gs>
            <a:gs pos="55000">
              <a:srgbClr val="52684D"/>
            </a:gs>
            <a:gs pos="100000">
              <a:srgbClr val="52684D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0D57E7C6-6F3E-4192-93CA-CCD0D63936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0F745C50-C42A-48B4-BBC9-81A7C3DE2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83D3A5A-00EF-4D18-8027-5A9FD6F8C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925762"/>
            <a:ext cx="9144000" cy="1700491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02BC9ED8-E5E7-4F65-9BED-DD511EF9B2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8941" y="284462"/>
            <a:ext cx="1774117" cy="194728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289CE732-FC41-4F72-8D27-203830DF9D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57625" y="5599894"/>
            <a:ext cx="44767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1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B8DDDB8-473C-432E-B7C1-2337DFA43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F3E983-A0F5-47E5-B9AC-5BEA79F08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160EF4-1B91-4BA9-B8CF-28C29EC5C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23467-099B-4DCD-9498-486B2BD939EC}" type="datetimeFigureOut">
              <a:rPr lang="fr-FR" smtClean="0"/>
              <a:t>20/10/2023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76CD85-9A3D-4AC1-924E-740482969B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A31D52-5B74-4F04-A839-CAD0C3492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741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6" r:id="rId6"/>
  </p:sldLayoutIdLst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564A01-9E7D-BEF6-D991-C9A3F6918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6329" y="1988632"/>
            <a:ext cx="9894626" cy="1224871"/>
          </a:xfrm>
        </p:spPr>
        <p:txBody>
          <a:bodyPr/>
          <a:lstStyle/>
          <a:p>
            <a:r>
              <a:rPr lang="en-US">
                <a:latin typeface="Calibri Light"/>
                <a:ea typeface="Roboto"/>
                <a:cs typeface="Calibri Light"/>
              </a:rPr>
              <a:t>List of deliverables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04213D5-633A-25C9-BF59-1CBE75963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44798"/>
            <a:ext cx="9747662" cy="172353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400">
                <a:latin typeface="Calibri"/>
                <a:ea typeface="Calibri"/>
                <a:cs typeface="Calibri"/>
              </a:rPr>
              <a:t>Responsible of Document: Fanta GABY</a:t>
            </a:r>
            <a:endParaRPr lang="fr-FR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latin typeface="Calibri"/>
                <a:ea typeface="Calibri"/>
                <a:cs typeface="Calibri"/>
              </a:rPr>
              <a:t>Author:  Fanta GABY, 06/09/2023</a:t>
            </a:r>
            <a:br>
              <a:rPr lang="en-US" sz="1400">
                <a:latin typeface="Calibri"/>
                <a:ea typeface="Calibri"/>
                <a:cs typeface="Calibri"/>
              </a:rPr>
            </a:br>
            <a:r>
              <a:rPr lang="en-US" sz="1400">
                <a:latin typeface="Calibri"/>
                <a:ea typeface="Calibri"/>
                <a:cs typeface="Calibri"/>
              </a:rPr>
              <a:t>Validation: </a:t>
            </a:r>
            <a:endParaRPr lang="fr-FR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latin typeface="Calibri"/>
                <a:ea typeface="Calibri"/>
                <a:cs typeface="Calibri"/>
              </a:rPr>
              <a:t>Last update:</a:t>
            </a:r>
            <a:endParaRPr lang="fr-FR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latin typeface="Calibri"/>
                <a:ea typeface="Calibri"/>
                <a:cs typeface="Calibri"/>
              </a:rPr>
              <a:t>Proofread: Samira MHAMSA, 28/09/2023</a:t>
            </a:r>
            <a:endParaRPr lang="fr-FR" sz="1400">
              <a:latin typeface="Calibri"/>
              <a:ea typeface="Calibri"/>
              <a:cs typeface="Calibri"/>
            </a:endParaRPr>
          </a:p>
          <a:p>
            <a:endParaRPr lang="fr-FR">
              <a:ea typeface="Roboto"/>
              <a:cs typeface="Roboto"/>
            </a:endParaRPr>
          </a:p>
          <a:p>
            <a:endParaRPr lang="fr-FR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99847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1DB464-9B63-B458-D240-6EB23F160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>
                <a:ea typeface="Roboto"/>
                <a:cs typeface="Roboto"/>
              </a:rPr>
              <a:t>Progress agreement convention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4AFA677-9CBC-E2A9-1932-DB298A27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3E3E79-6AE7-4E99-B417-E53FC8573CC9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graphicFrame>
        <p:nvGraphicFramePr>
          <p:cNvPr id="10" name="Tableau 7">
            <a:extLst>
              <a:ext uri="{FF2B5EF4-FFF2-40B4-BE49-F238E27FC236}">
                <a16:creationId xmlns:a16="http://schemas.microsoft.com/office/drawing/2014/main" id="{EADA28D5-7DA6-CE42-2E5F-77384C083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490506"/>
              </p:ext>
            </p:extLst>
          </p:nvPr>
        </p:nvGraphicFramePr>
        <p:xfrm>
          <a:off x="461208" y="1244671"/>
          <a:ext cx="10190750" cy="3303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970">
                  <a:extLst>
                    <a:ext uri="{9D8B030D-6E8A-4147-A177-3AD203B41FA5}">
                      <a16:colId xmlns:a16="http://schemas.microsoft.com/office/drawing/2014/main" val="1575296176"/>
                    </a:ext>
                  </a:extLst>
                </a:gridCol>
                <a:gridCol w="3537890">
                  <a:extLst>
                    <a:ext uri="{9D8B030D-6E8A-4147-A177-3AD203B41FA5}">
                      <a16:colId xmlns:a16="http://schemas.microsoft.com/office/drawing/2014/main" val="113831975"/>
                    </a:ext>
                  </a:extLst>
                </a:gridCol>
                <a:gridCol w="3537890">
                  <a:extLst>
                    <a:ext uri="{9D8B030D-6E8A-4147-A177-3AD203B41FA5}">
                      <a16:colId xmlns:a16="http://schemas.microsoft.com/office/drawing/2014/main" val="1285004914"/>
                    </a:ext>
                  </a:extLst>
                </a:gridCol>
              </a:tblGrid>
              <a:tr h="489361">
                <a:tc>
                  <a:txBody>
                    <a:bodyPr/>
                    <a:lstStyle/>
                    <a:p>
                      <a:r>
                        <a:rPr lang="fr-FR" dirty="0"/>
                        <a:t>Progress in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Responsible</a:t>
                      </a:r>
                      <a:r>
                        <a:rPr lang="fr-FR" dirty="0"/>
                        <a:t> for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902623"/>
                  </a:ext>
                </a:extLst>
              </a:tr>
              <a:tr h="856382">
                <a:tc>
                  <a:txBody>
                    <a:bodyPr/>
                    <a:lstStyle/>
                    <a:p>
                      <a:r>
                        <a:rPr lang="fr-FR" dirty="0"/>
                        <a:t>0% 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Not </a:t>
                      </a:r>
                      <a:r>
                        <a:rPr lang="fr-FR" dirty="0" err="1"/>
                        <a:t>started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yet</a:t>
                      </a:r>
                      <a:r>
                        <a:rPr lang="fr-FR" dirty="0"/>
                        <a:t> </a:t>
                      </a:r>
                      <a:endParaRPr lang="fr-FR"/>
                    </a:p>
                    <a:p>
                      <a:pPr algn="l"/>
                      <a:r>
                        <a:rPr lang="fr-FR" dirty="0"/>
                        <a:t>or </a:t>
                      </a:r>
                      <a:r>
                        <a:rPr lang="fr-FR" dirty="0" err="1"/>
                        <a:t>insignificant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progress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Consultant </a:t>
                      </a:r>
                      <a:r>
                        <a:rPr lang="fr-FR" dirty="0" err="1"/>
                        <a:t>itself</a:t>
                      </a:r>
                      <a:endParaRPr lang="fr-FR" dirty="0"/>
                    </a:p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267931"/>
                  </a:ext>
                </a:extLst>
              </a:tr>
              <a:tr h="489361">
                <a:tc>
                  <a:txBody>
                    <a:bodyPr/>
                    <a:lstStyle/>
                    <a:p>
                      <a:r>
                        <a:rPr lang="fr-FR" dirty="0"/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In </a:t>
                      </a:r>
                      <a:r>
                        <a:rPr lang="fr-FR" dirty="0" err="1"/>
                        <a:t>progress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Consultant </a:t>
                      </a:r>
                      <a:r>
                        <a:rPr lang="fr-FR" dirty="0" err="1"/>
                        <a:t>itself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111453"/>
                  </a:ext>
                </a:extLst>
              </a:tr>
              <a:tr h="489361">
                <a:tc>
                  <a:txBody>
                    <a:bodyPr/>
                    <a:lstStyle/>
                    <a:p>
                      <a:r>
                        <a:rPr lang="fr-FR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Advanced </a:t>
                      </a:r>
                      <a:r>
                        <a:rPr lang="fr-FR" dirty="0" err="1"/>
                        <a:t>progress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Task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referent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719674"/>
                  </a:ext>
                </a:extLst>
              </a:tr>
              <a:tr h="489361">
                <a:tc>
                  <a:txBody>
                    <a:bodyPr/>
                    <a:lstStyle/>
                    <a:p>
                      <a:r>
                        <a:rPr lang="fr-FR" dirty="0"/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1st validation </a:t>
                      </a:r>
                      <a:r>
                        <a:rPr lang="fr-FR" dirty="0" err="1"/>
                        <a:t>proposal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Project Manager </a:t>
                      </a:r>
                      <a:r>
                        <a:rPr lang="fr-FR" dirty="0" err="1"/>
                        <a:t>Officer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50299"/>
                  </a:ext>
                </a:extLst>
              </a:tr>
              <a:tr h="489361">
                <a:tc>
                  <a:txBody>
                    <a:bodyPr/>
                    <a:lstStyle/>
                    <a:p>
                      <a:r>
                        <a:rPr lang="fr-FR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Final validation 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Project </a:t>
                      </a:r>
                      <a:r>
                        <a:rPr lang="fr-FR" dirty="0" err="1"/>
                        <a:t>director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02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57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7">
            <a:extLst>
              <a:ext uri="{FF2B5EF4-FFF2-40B4-BE49-F238E27FC236}">
                <a16:creationId xmlns:a16="http://schemas.microsoft.com/office/drawing/2014/main" id="{18ACF1B3-5181-23A9-262F-CBFE79B20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647494"/>
              </p:ext>
            </p:extLst>
          </p:nvPr>
        </p:nvGraphicFramePr>
        <p:xfrm>
          <a:off x="571500" y="1085850"/>
          <a:ext cx="9904445" cy="5319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5923">
                  <a:extLst>
                    <a:ext uri="{9D8B030D-6E8A-4147-A177-3AD203B41FA5}">
                      <a16:colId xmlns:a16="http://schemas.microsoft.com/office/drawing/2014/main" val="1766800382"/>
                    </a:ext>
                  </a:extLst>
                </a:gridCol>
                <a:gridCol w="1902128">
                  <a:extLst>
                    <a:ext uri="{9D8B030D-6E8A-4147-A177-3AD203B41FA5}">
                      <a16:colId xmlns:a16="http://schemas.microsoft.com/office/drawing/2014/main" val="1575296176"/>
                    </a:ext>
                  </a:extLst>
                </a:gridCol>
                <a:gridCol w="1593764">
                  <a:extLst>
                    <a:ext uri="{9D8B030D-6E8A-4147-A177-3AD203B41FA5}">
                      <a16:colId xmlns:a16="http://schemas.microsoft.com/office/drawing/2014/main" val="113831975"/>
                    </a:ext>
                  </a:extLst>
                </a:gridCol>
                <a:gridCol w="1593764">
                  <a:extLst>
                    <a:ext uri="{9D8B030D-6E8A-4147-A177-3AD203B41FA5}">
                      <a16:colId xmlns:a16="http://schemas.microsoft.com/office/drawing/2014/main" val="3245550684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3156496912"/>
                    </a:ext>
                  </a:extLst>
                </a:gridCol>
              </a:tblGrid>
              <a:tr h="360792"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alibri"/>
                        </a:rPr>
                        <a:t>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alibri"/>
                        </a:rPr>
                        <a:t>Who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err="1">
                          <a:latin typeface="Calibri"/>
                        </a:rPr>
                        <a:t>Status</a:t>
                      </a: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libri"/>
                        </a:rP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902623"/>
                  </a:ext>
                </a:extLst>
              </a:tr>
              <a:tr h="72158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Requirements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review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Olivier </a:t>
                      </a:r>
                      <a:r>
                        <a:rPr lang="fr-FR" sz="16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Chanthaseng</a:t>
                      </a:r>
                      <a:endParaRPr lang="fr-FR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fr-FR">
                        <a:latin typeface="Calibri"/>
                      </a:endParaRPr>
                    </a:p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100%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Calibri"/>
                        </a:rPr>
                        <a:t>V.1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Second validation 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Progress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891053"/>
                  </a:ext>
                </a:extLst>
              </a:tr>
              <a:tr h="5879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Scoping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 Note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fr-FR" sz="1600" dirty="0">
                          <a:latin typeface="Calibri"/>
                        </a:rPr>
                        <a:t>Elisa Fauci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75%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First validation </a:t>
                      </a:r>
                      <a:endParaRPr lang="en-US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155871"/>
                  </a:ext>
                </a:extLst>
              </a:tr>
              <a:tr h="5879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Big case estimation / ROI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 dirty="0">
                          <a:latin typeface="Calibri"/>
                        </a:rPr>
                        <a:t>Etienne </a:t>
                      </a:r>
                      <a:r>
                        <a:rPr lang="fr-FR" sz="1600" dirty="0" err="1">
                          <a:latin typeface="Calibri"/>
                        </a:rPr>
                        <a:t>Bernouli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75%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First validation 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807577"/>
                  </a:ext>
                </a:extLst>
              </a:tr>
              <a:tr h="6013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Macro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 dirty="0">
                          <a:latin typeface="Calibri"/>
                        </a:rPr>
                        <a:t>Samira </a:t>
                      </a:r>
                      <a:r>
                        <a:rPr lang="fr-FR" sz="1600" dirty="0" err="1">
                          <a:latin typeface="Calibri"/>
                        </a:rPr>
                        <a:t>Mhamsa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75%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First validation </a:t>
                      </a:r>
                    </a:p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306096"/>
                  </a:ext>
                </a:extLst>
              </a:tr>
              <a:tr h="6681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Feasibility</a:t>
                      </a:r>
                      <a:r>
                        <a:rPr lang="fr-FR" dirty="0">
                          <a:latin typeface="Calibri"/>
                        </a:rPr>
                        <a:t> </a:t>
                      </a:r>
                      <a:r>
                        <a:rPr lang="fr-FR" dirty="0" err="1">
                          <a:latin typeface="Calibri"/>
                        </a:rPr>
                        <a:t>Study</a:t>
                      </a:r>
                      <a:r>
                        <a:rPr lang="fr-FR" dirty="0">
                          <a:latin typeface="Calibri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 dirty="0">
                          <a:latin typeface="Calibri"/>
                        </a:rPr>
                        <a:t>Elisa Fauci/</a:t>
                      </a:r>
                      <a:r>
                        <a:rPr lang="fr-FR" sz="1600" dirty="0" err="1">
                          <a:latin typeface="Calibri"/>
                        </a:rPr>
                        <a:t>Dyhia</a:t>
                      </a:r>
                      <a:r>
                        <a:rPr lang="fr-FR" sz="1600" dirty="0">
                          <a:latin typeface="Calibri"/>
                        </a:rPr>
                        <a:t> Amour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fr-FR">
                        <a:latin typeface="Calibri"/>
                      </a:endParaRPr>
                    </a:p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First validation</a:t>
                      </a:r>
                      <a:endParaRPr lang="en-US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52560"/>
                  </a:ext>
                </a:extLst>
              </a:tr>
              <a:tr h="6681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Org</a:t>
                      </a:r>
                      <a:r>
                        <a:rPr lang="fr-FR" dirty="0">
                          <a:latin typeface="Calibri"/>
                        </a:rPr>
                        <a:t>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 dirty="0" err="1">
                          <a:latin typeface="Calibri"/>
                        </a:rPr>
                        <a:t>Dyhia</a:t>
                      </a:r>
                      <a:r>
                        <a:rPr lang="fr-FR" sz="1600" dirty="0">
                          <a:latin typeface="Calibri"/>
                        </a:rPr>
                        <a:t> Amour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75%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Validated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38281"/>
                  </a:ext>
                </a:extLst>
              </a:tr>
              <a:tr h="9754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>
                          <a:latin typeface="Calibri"/>
                        </a:rPr>
                        <a:t>Blueprint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Dyhia</a:t>
                      </a:r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 Amour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75%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First validation 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progress</a:t>
                      </a:r>
                      <a:endParaRPr lang="fr-FR" sz="18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813681"/>
                  </a:ext>
                </a:extLst>
              </a:tr>
            </a:tbl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9AE266C2-EAC5-65C1-B4E0-E19984200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95250"/>
            <a:ext cx="10515600" cy="798657"/>
          </a:xfrm>
        </p:spPr>
        <p:txBody>
          <a:bodyPr>
            <a:normAutofit/>
          </a:bodyPr>
          <a:lstStyle/>
          <a:p>
            <a:r>
              <a:rPr lang="fr-FR" dirty="0">
                <a:ea typeface="Roboto"/>
                <a:cs typeface="Roboto"/>
              </a:rPr>
              <a:t> </a:t>
            </a:r>
            <a:r>
              <a:rPr lang="fr-FR" dirty="0" err="1">
                <a:ea typeface="Roboto"/>
                <a:cs typeface="Roboto"/>
              </a:rPr>
              <a:t>Deliverables</a:t>
            </a:r>
            <a:r>
              <a:rPr lang="fr-FR" dirty="0">
                <a:ea typeface="Roboto"/>
                <a:cs typeface="Roboto"/>
              </a:rPr>
              <a:t> snapshot (1/3)</a:t>
            </a:r>
          </a:p>
        </p:txBody>
      </p:sp>
      <p:pic>
        <p:nvPicPr>
          <p:cNvPr id="15" name="Graphique 14" descr="Soleil contour">
            <a:extLst>
              <a:ext uri="{FF2B5EF4-FFF2-40B4-BE49-F238E27FC236}">
                <a16:creationId xmlns:a16="http://schemas.microsoft.com/office/drawing/2014/main" id="{C38275C4-247E-31E4-18B6-B4226DE5D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621" y="2901513"/>
            <a:ext cx="504682" cy="524735"/>
          </a:xfrm>
          <a:prstGeom prst="rect">
            <a:avLst/>
          </a:prstGeom>
        </p:spPr>
      </p:pic>
      <p:pic>
        <p:nvPicPr>
          <p:cNvPr id="8" name="Graphique 14" descr="Soleil contour">
            <a:extLst>
              <a:ext uri="{FF2B5EF4-FFF2-40B4-BE49-F238E27FC236}">
                <a16:creationId xmlns:a16="http://schemas.microsoft.com/office/drawing/2014/main" id="{93D39A4B-E8D3-68CF-78D7-B7DDC0EF0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094" y="4833019"/>
            <a:ext cx="504682" cy="524735"/>
          </a:xfrm>
          <a:prstGeom prst="rect">
            <a:avLst/>
          </a:prstGeom>
        </p:spPr>
      </p:pic>
      <p:pic>
        <p:nvPicPr>
          <p:cNvPr id="9" name="Graphique 14" descr="Soleil contour">
            <a:extLst>
              <a:ext uri="{FF2B5EF4-FFF2-40B4-BE49-F238E27FC236}">
                <a16:creationId xmlns:a16="http://schemas.microsoft.com/office/drawing/2014/main" id="{00E8A1DB-4EBA-2638-D687-214ACF44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094" y="4162205"/>
            <a:ext cx="504682" cy="524735"/>
          </a:xfrm>
          <a:prstGeom prst="rect">
            <a:avLst/>
          </a:prstGeom>
        </p:spPr>
      </p:pic>
      <p:pic>
        <p:nvPicPr>
          <p:cNvPr id="4" name="Graphique 14" descr="Soleil contour">
            <a:extLst>
              <a:ext uri="{FF2B5EF4-FFF2-40B4-BE49-F238E27FC236}">
                <a16:creationId xmlns:a16="http://schemas.microsoft.com/office/drawing/2014/main" id="{4FF3B14A-0788-9DED-607F-46B27CFE3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094" y="3545357"/>
            <a:ext cx="504682" cy="524735"/>
          </a:xfrm>
          <a:prstGeom prst="rect">
            <a:avLst/>
          </a:prstGeom>
        </p:spPr>
      </p:pic>
      <p:pic>
        <p:nvPicPr>
          <p:cNvPr id="10" name="Graphique 14" descr="Soleil contour">
            <a:extLst>
              <a:ext uri="{FF2B5EF4-FFF2-40B4-BE49-F238E27FC236}">
                <a16:creationId xmlns:a16="http://schemas.microsoft.com/office/drawing/2014/main" id="{D367DE91-B233-EF26-4691-DE6C4CCF0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0919" y="2208807"/>
            <a:ext cx="504682" cy="524735"/>
          </a:xfrm>
          <a:prstGeom prst="rect">
            <a:avLst/>
          </a:prstGeom>
        </p:spPr>
      </p:pic>
      <p:pic>
        <p:nvPicPr>
          <p:cNvPr id="3" name="Graphique 14" descr="Soleil contour">
            <a:extLst>
              <a:ext uri="{FF2B5EF4-FFF2-40B4-BE49-F238E27FC236}">
                <a16:creationId xmlns:a16="http://schemas.microsoft.com/office/drawing/2014/main" id="{DC155B3F-5BA9-5544-AA3F-B26F68EFB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093" y="5537869"/>
            <a:ext cx="504682" cy="524735"/>
          </a:xfrm>
          <a:prstGeom prst="rect">
            <a:avLst/>
          </a:prstGeom>
        </p:spPr>
      </p:pic>
      <p:pic>
        <p:nvPicPr>
          <p:cNvPr id="5" name="Graphique 14" descr="Soleil contour">
            <a:extLst>
              <a:ext uri="{FF2B5EF4-FFF2-40B4-BE49-F238E27FC236}">
                <a16:creationId xmlns:a16="http://schemas.microsoft.com/office/drawing/2014/main" id="{3DBA81EB-E8DE-2100-6E98-243D595E6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1393" y="1542057"/>
            <a:ext cx="504682" cy="5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3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797EE94-203A-2ACA-559E-6B5A060AC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137377"/>
              </p:ext>
            </p:extLst>
          </p:nvPr>
        </p:nvGraphicFramePr>
        <p:xfrm>
          <a:off x="427630" y="1638055"/>
          <a:ext cx="9934330" cy="4576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7114">
                  <a:extLst>
                    <a:ext uri="{9D8B030D-6E8A-4147-A177-3AD203B41FA5}">
                      <a16:colId xmlns:a16="http://schemas.microsoft.com/office/drawing/2014/main" val="3730621434"/>
                    </a:ext>
                  </a:extLst>
                </a:gridCol>
                <a:gridCol w="1712577">
                  <a:extLst>
                    <a:ext uri="{9D8B030D-6E8A-4147-A177-3AD203B41FA5}">
                      <a16:colId xmlns:a16="http://schemas.microsoft.com/office/drawing/2014/main" val="675004769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1849146042"/>
                    </a:ext>
                  </a:extLst>
                </a:gridCol>
                <a:gridCol w="1772030">
                  <a:extLst>
                    <a:ext uri="{9D8B030D-6E8A-4147-A177-3AD203B41FA5}">
                      <a16:colId xmlns:a16="http://schemas.microsoft.com/office/drawing/2014/main" val="1273691346"/>
                    </a:ext>
                  </a:extLst>
                </a:gridCol>
                <a:gridCol w="1698109">
                  <a:extLst>
                    <a:ext uri="{9D8B030D-6E8A-4147-A177-3AD203B41FA5}">
                      <a16:colId xmlns:a16="http://schemas.microsoft.com/office/drawing/2014/main" val="1110971291"/>
                    </a:ext>
                  </a:extLst>
                </a:gridCol>
              </a:tblGrid>
              <a:tr h="48878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/>
                        <a:t>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Who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Status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783596"/>
                  </a:ext>
                </a:extLst>
              </a:tr>
              <a:tr h="68133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Product Sheets 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Mock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-Up</a:t>
                      </a: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Etienne </a:t>
                      </a:r>
                      <a:r>
                        <a:rPr lang="fr-FR" dirty="0" err="1">
                          <a:latin typeface="Calibri"/>
                        </a:rPr>
                        <a:t>Bernouli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75%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First validation 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Progress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190947"/>
                  </a:ext>
                </a:extLst>
              </a:tr>
              <a:tr h="6813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Architecture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Samira 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Mhamsa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75%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</a:rPr>
                        <a:t>In 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</a:rPr>
                        <a:t>progress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321658"/>
                  </a:ext>
                </a:extLst>
              </a:tr>
              <a:tr h="6813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Website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Mock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Fanta Gaby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75%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First validation </a:t>
                      </a:r>
                      <a:r>
                        <a:rPr lang="fr-FR" dirty="0" err="1">
                          <a:latin typeface="Calibri"/>
                        </a:rPr>
                        <a:t>progress</a:t>
                      </a:r>
                      <a:r>
                        <a:rPr lang="fr-FR" dirty="0">
                          <a:latin typeface="Calibri"/>
                        </a:rPr>
                        <a:t> 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284196"/>
                  </a:ext>
                </a:extLst>
              </a:tr>
              <a:tr h="68133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Business Process </a:t>
                      </a:r>
                      <a:r>
                        <a:rPr lang="fr-FR" dirty="0" err="1">
                          <a:latin typeface="Calibri"/>
                        </a:rPr>
                        <a:t>Quote</a:t>
                      </a:r>
                      <a:r>
                        <a:rPr lang="fr-FR" dirty="0">
                          <a:latin typeface="Calibri"/>
                        </a:rPr>
                        <a:t> To cash (SAP)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 dirty="0">
                        <a:latin typeface="Calibri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Not </a:t>
                      </a:r>
                      <a:r>
                        <a:rPr lang="fr-FR" dirty="0" err="1">
                          <a:latin typeface="Calibri"/>
                        </a:rPr>
                        <a:t>started</a:t>
                      </a:r>
                      <a:r>
                        <a:rPr lang="fr-FR" dirty="0">
                          <a:latin typeface="Calibri"/>
                        </a:rPr>
                        <a:t> </a:t>
                      </a:r>
                      <a:r>
                        <a:rPr lang="fr-FR" dirty="0" err="1">
                          <a:latin typeface="Calibri"/>
                        </a:rPr>
                        <a:t>yet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154330"/>
                  </a:ext>
                </a:extLst>
              </a:tr>
              <a:tr h="6813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Business Process Customer Journey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Dyhia</a:t>
                      </a:r>
                      <a:r>
                        <a:rPr lang="fr-FR" dirty="0">
                          <a:latin typeface="Calibri"/>
                        </a:rPr>
                        <a:t> Amour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0 %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Not </a:t>
                      </a:r>
                      <a:r>
                        <a:rPr lang="fr-FR" dirty="0" err="1">
                          <a:latin typeface="Calibri"/>
                        </a:rPr>
                        <a:t>started</a:t>
                      </a:r>
                      <a:r>
                        <a:rPr lang="fr-FR" dirty="0">
                          <a:latin typeface="Calibri"/>
                        </a:rPr>
                        <a:t> </a:t>
                      </a:r>
                      <a:r>
                        <a:rPr lang="fr-FR" dirty="0" err="1">
                          <a:latin typeface="Calibri"/>
                        </a:rPr>
                        <a:t>yet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470780"/>
                  </a:ext>
                </a:extLst>
              </a:tr>
              <a:tr h="6813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Business Process 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Order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 To cash </a:t>
                      </a:r>
                      <a:endParaRPr lang="fr-FR" sz="18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Not </a:t>
                      </a:r>
                      <a:r>
                        <a:rPr lang="fr-FR" dirty="0" err="1">
                          <a:latin typeface="Calibri"/>
                        </a:rPr>
                        <a:t>started</a:t>
                      </a:r>
                      <a:r>
                        <a:rPr lang="fr-FR" dirty="0">
                          <a:latin typeface="Calibri"/>
                        </a:rPr>
                        <a:t> </a:t>
                      </a:r>
                      <a:r>
                        <a:rPr lang="fr-FR" dirty="0" err="1">
                          <a:latin typeface="Calibri"/>
                        </a:rPr>
                        <a:t>yet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13881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9EEE4645-A71E-4A5D-09EF-2CAFB6D4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95250"/>
            <a:ext cx="10515600" cy="798657"/>
          </a:xfrm>
        </p:spPr>
        <p:txBody>
          <a:bodyPr>
            <a:normAutofit/>
          </a:bodyPr>
          <a:lstStyle/>
          <a:p>
            <a:r>
              <a:rPr lang="fr-FR" dirty="0">
                <a:ea typeface="Roboto"/>
                <a:cs typeface="Roboto"/>
              </a:rPr>
              <a:t> </a:t>
            </a:r>
            <a:r>
              <a:rPr lang="fr-FR" dirty="0" err="1">
                <a:ea typeface="Roboto"/>
                <a:cs typeface="Roboto"/>
              </a:rPr>
              <a:t>Deliverables</a:t>
            </a:r>
            <a:r>
              <a:rPr lang="fr-FR" dirty="0">
                <a:ea typeface="Roboto"/>
                <a:cs typeface="Roboto"/>
              </a:rPr>
              <a:t> snapshot (2/3)</a:t>
            </a:r>
          </a:p>
        </p:txBody>
      </p:sp>
      <p:pic>
        <p:nvPicPr>
          <p:cNvPr id="8" name="Graphique 4" descr="Flocon de neige contour">
            <a:extLst>
              <a:ext uri="{FF2B5EF4-FFF2-40B4-BE49-F238E27FC236}">
                <a16:creationId xmlns:a16="http://schemas.microsoft.com/office/drawing/2014/main" id="{2C4A67B1-8051-1700-E5EB-9E7316608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0391" y="4185339"/>
            <a:ext cx="584893" cy="584893"/>
          </a:xfrm>
          <a:prstGeom prst="rect">
            <a:avLst/>
          </a:prstGeom>
        </p:spPr>
      </p:pic>
      <p:pic>
        <p:nvPicPr>
          <p:cNvPr id="10" name="Graphique 14" descr="Soleil contour">
            <a:extLst>
              <a:ext uri="{FF2B5EF4-FFF2-40B4-BE49-F238E27FC236}">
                <a16:creationId xmlns:a16="http://schemas.microsoft.com/office/drawing/2014/main" id="{892D1138-0E67-F308-B25B-5DB09570EB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6119" y="2170707"/>
            <a:ext cx="504682" cy="524735"/>
          </a:xfrm>
          <a:prstGeom prst="rect">
            <a:avLst/>
          </a:prstGeom>
        </p:spPr>
      </p:pic>
      <p:pic>
        <p:nvPicPr>
          <p:cNvPr id="7" name="Graphique 4" descr="Flocon de neige contour">
            <a:extLst>
              <a:ext uri="{FF2B5EF4-FFF2-40B4-BE49-F238E27FC236}">
                <a16:creationId xmlns:a16="http://schemas.microsoft.com/office/drawing/2014/main" id="{3765E369-82C6-3E8B-C905-A67B665061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0391" y="5471214"/>
            <a:ext cx="584893" cy="584893"/>
          </a:xfrm>
          <a:prstGeom prst="rect">
            <a:avLst/>
          </a:prstGeom>
        </p:spPr>
      </p:pic>
      <p:pic>
        <p:nvPicPr>
          <p:cNvPr id="14" name="Graphique 4" descr="Flocon de neige contour">
            <a:extLst>
              <a:ext uri="{FF2B5EF4-FFF2-40B4-BE49-F238E27FC236}">
                <a16:creationId xmlns:a16="http://schemas.microsoft.com/office/drawing/2014/main" id="{CCF2BDF5-6C9E-B541-3C39-415E36EE7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2882" y="4884098"/>
            <a:ext cx="584893" cy="584893"/>
          </a:xfrm>
          <a:prstGeom prst="rect">
            <a:avLst/>
          </a:prstGeom>
        </p:spPr>
      </p:pic>
      <p:pic>
        <p:nvPicPr>
          <p:cNvPr id="5" name="Graphique 14" descr="Soleil contour">
            <a:extLst>
              <a:ext uri="{FF2B5EF4-FFF2-40B4-BE49-F238E27FC236}">
                <a16:creationId xmlns:a16="http://schemas.microsoft.com/office/drawing/2014/main" id="{48527554-01A1-6939-DD1D-BE880CD5F2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6118" y="2909960"/>
            <a:ext cx="504682" cy="524735"/>
          </a:xfrm>
          <a:prstGeom prst="rect">
            <a:avLst/>
          </a:prstGeom>
        </p:spPr>
      </p:pic>
      <p:pic>
        <p:nvPicPr>
          <p:cNvPr id="4" name="Graphique 14" descr="Soleil contour">
            <a:extLst>
              <a:ext uri="{FF2B5EF4-FFF2-40B4-BE49-F238E27FC236}">
                <a16:creationId xmlns:a16="http://schemas.microsoft.com/office/drawing/2014/main" id="{FA6090C9-1445-2804-92C3-5BC132D891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6118" y="3603721"/>
            <a:ext cx="504682" cy="5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1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797EE94-203A-2ACA-559E-6B5A060AC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941123"/>
              </p:ext>
            </p:extLst>
          </p:nvPr>
        </p:nvGraphicFramePr>
        <p:xfrm>
          <a:off x="532589" y="1095388"/>
          <a:ext cx="9726369" cy="5530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4220">
                  <a:extLst>
                    <a:ext uri="{9D8B030D-6E8A-4147-A177-3AD203B41FA5}">
                      <a16:colId xmlns:a16="http://schemas.microsoft.com/office/drawing/2014/main" val="3730621434"/>
                    </a:ext>
                  </a:extLst>
                </a:gridCol>
                <a:gridCol w="1681522">
                  <a:extLst>
                    <a:ext uri="{9D8B030D-6E8A-4147-A177-3AD203B41FA5}">
                      <a16:colId xmlns:a16="http://schemas.microsoft.com/office/drawing/2014/main" val="675004769"/>
                    </a:ext>
                  </a:extLst>
                </a:gridCol>
                <a:gridCol w="1670988">
                  <a:extLst>
                    <a:ext uri="{9D8B030D-6E8A-4147-A177-3AD203B41FA5}">
                      <a16:colId xmlns:a16="http://schemas.microsoft.com/office/drawing/2014/main" val="1849146042"/>
                    </a:ext>
                  </a:extLst>
                </a:gridCol>
                <a:gridCol w="1752322">
                  <a:extLst>
                    <a:ext uri="{9D8B030D-6E8A-4147-A177-3AD203B41FA5}">
                      <a16:colId xmlns:a16="http://schemas.microsoft.com/office/drawing/2014/main" val="1273691346"/>
                    </a:ext>
                  </a:extLst>
                </a:gridCol>
                <a:gridCol w="1667317">
                  <a:extLst>
                    <a:ext uri="{9D8B030D-6E8A-4147-A177-3AD203B41FA5}">
                      <a16:colId xmlns:a16="http://schemas.microsoft.com/office/drawing/2014/main" val="1110971291"/>
                    </a:ext>
                  </a:extLst>
                </a:gridCol>
              </a:tblGrid>
              <a:tr h="410056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Who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Status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783596"/>
                  </a:ext>
                </a:extLst>
              </a:tr>
              <a:tr h="60748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Migration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Not </a:t>
                      </a:r>
                      <a:r>
                        <a:rPr lang="fr-FR" dirty="0" err="1">
                          <a:latin typeface="Calibri"/>
                        </a:rPr>
                        <a:t>started</a:t>
                      </a:r>
                      <a:r>
                        <a:rPr lang="fr-FR" dirty="0">
                          <a:latin typeface="Calibri"/>
                        </a:rPr>
                        <a:t> </a:t>
                      </a:r>
                      <a:r>
                        <a:rPr lang="fr-FR" dirty="0" err="1">
                          <a:latin typeface="Calibri"/>
                        </a:rPr>
                        <a:t>yet</a:t>
                      </a: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285850"/>
                  </a:ext>
                </a:extLst>
              </a:tr>
              <a:tr h="60748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Authorizations</a:t>
                      </a:r>
                      <a:r>
                        <a:rPr lang="fr-FR" dirty="0">
                          <a:latin typeface="Calibri"/>
                        </a:rPr>
                        <a:t>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Not </a:t>
                      </a:r>
                      <a:r>
                        <a:rPr lang="fr-FR" dirty="0" err="1">
                          <a:latin typeface="Calibri"/>
                        </a:rPr>
                        <a:t>started</a:t>
                      </a:r>
                      <a:r>
                        <a:rPr lang="fr-FR" dirty="0">
                          <a:latin typeface="Calibri"/>
                        </a:rPr>
                        <a:t> </a:t>
                      </a:r>
                      <a:r>
                        <a:rPr lang="fr-FR" dirty="0" err="1">
                          <a:latin typeface="Calibri"/>
                        </a:rPr>
                        <a:t>yet</a:t>
                      </a:r>
                      <a:r>
                        <a:rPr lang="fr-FR" dirty="0">
                          <a:latin typeface="Calibri"/>
                        </a:rPr>
                        <a:t> </a:t>
                      </a: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190947"/>
                  </a:ext>
                </a:extLst>
              </a:tr>
              <a:tr h="60748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Customizing</a:t>
                      </a:r>
                      <a:r>
                        <a:rPr lang="fr-FR" dirty="0">
                          <a:latin typeface="Calibri"/>
                        </a:rPr>
                        <a:t> and tests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Not </a:t>
                      </a:r>
                      <a:r>
                        <a:rPr lang="fr-FR" dirty="0" err="1">
                          <a:latin typeface="Calibri"/>
                        </a:rPr>
                        <a:t>started</a:t>
                      </a:r>
                      <a:r>
                        <a:rPr lang="fr-FR" dirty="0">
                          <a:latin typeface="Calibri"/>
                        </a:rPr>
                        <a:t> </a:t>
                      </a:r>
                      <a:r>
                        <a:rPr lang="fr-FR" dirty="0" err="1">
                          <a:latin typeface="Calibri"/>
                        </a:rPr>
                        <a:t>yet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154330"/>
                  </a:ext>
                </a:extLst>
              </a:tr>
              <a:tr h="60748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Customizing</a:t>
                      </a:r>
                      <a:r>
                        <a:rPr lang="fr-FR" dirty="0">
                          <a:latin typeface="Calibri"/>
                        </a:rPr>
                        <a:t> guide Salesforce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Not </a:t>
                      </a:r>
                      <a:r>
                        <a:rPr lang="fr-FR" dirty="0" err="1">
                          <a:latin typeface="Calibri"/>
                        </a:rPr>
                        <a:t>started</a:t>
                      </a:r>
                      <a:r>
                        <a:rPr lang="fr-FR" dirty="0">
                          <a:latin typeface="Calibri"/>
                        </a:rPr>
                        <a:t> </a:t>
                      </a:r>
                      <a:r>
                        <a:rPr lang="fr-FR" dirty="0" err="1">
                          <a:latin typeface="Calibri"/>
                        </a:rPr>
                        <a:t>yet</a:t>
                      </a: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681494"/>
                  </a:ext>
                </a:extLst>
              </a:tr>
              <a:tr h="60748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Business Process </a:t>
                      </a:r>
                      <a:r>
                        <a:rPr lang="fr-FR" dirty="0" err="1">
                          <a:latin typeface="Calibri"/>
                        </a:rPr>
                        <a:t>Website</a:t>
                      </a:r>
                      <a:r>
                        <a:rPr lang="fr-FR" dirty="0">
                          <a:latin typeface="Calibri"/>
                        </a:rPr>
                        <a:t>/E-commerce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Not </a:t>
                      </a:r>
                      <a:r>
                        <a:rPr lang="fr-FR" dirty="0" err="1">
                          <a:latin typeface="Calibri"/>
                        </a:rPr>
                        <a:t>started</a:t>
                      </a:r>
                      <a:r>
                        <a:rPr lang="fr-FR" dirty="0">
                          <a:latin typeface="Calibri"/>
                        </a:rPr>
                        <a:t> </a:t>
                      </a:r>
                      <a:r>
                        <a:rPr lang="fr-FR" dirty="0" err="1">
                          <a:latin typeface="Calibri"/>
                        </a:rPr>
                        <a:t>yet</a:t>
                      </a: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273368"/>
                  </a:ext>
                </a:extLst>
              </a:tr>
              <a:tr h="60748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End </a:t>
                      </a:r>
                      <a:r>
                        <a:rPr lang="fr-FR" dirty="0" err="1">
                          <a:latin typeface="Calibri"/>
                        </a:rPr>
                        <a:t>users</a:t>
                      </a:r>
                      <a:r>
                        <a:rPr lang="fr-FR" dirty="0">
                          <a:latin typeface="Calibri"/>
                        </a:rPr>
                        <a:t>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Not </a:t>
                      </a:r>
                      <a:r>
                        <a:rPr lang="fr-FR" dirty="0" err="1">
                          <a:latin typeface="Calibri"/>
                        </a:rPr>
                        <a:t>started</a:t>
                      </a:r>
                      <a:r>
                        <a:rPr lang="fr-FR" dirty="0">
                          <a:latin typeface="Calibri"/>
                        </a:rPr>
                        <a:t> </a:t>
                      </a:r>
                      <a:r>
                        <a:rPr lang="fr-FR" dirty="0" err="1">
                          <a:latin typeface="Calibri"/>
                        </a:rPr>
                        <a:t>yet</a:t>
                      </a: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630509"/>
                  </a:ext>
                </a:extLst>
              </a:tr>
              <a:tr h="60748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Business Process Salesforce </a:t>
                      </a:r>
                      <a:r>
                        <a:rPr lang="fr-FR" dirty="0" err="1">
                          <a:latin typeface="Calibri"/>
                        </a:rPr>
                        <a:t>integration</a:t>
                      </a:r>
                      <a:r>
                        <a:rPr lang="fr-FR" dirty="0">
                          <a:latin typeface="Calibri"/>
                        </a:rPr>
                        <a:t> </a:t>
                      </a: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Not </a:t>
                      </a:r>
                      <a:r>
                        <a:rPr lang="fr-FR" dirty="0" err="1">
                          <a:latin typeface="Calibri"/>
                        </a:rPr>
                        <a:t>started</a:t>
                      </a:r>
                      <a:r>
                        <a:rPr lang="fr-FR" dirty="0">
                          <a:latin typeface="Calibri"/>
                        </a:rPr>
                        <a:t> </a:t>
                      </a:r>
                      <a:r>
                        <a:rPr lang="fr-FR" dirty="0" err="1">
                          <a:latin typeface="Calibri"/>
                        </a:rPr>
                        <a:t>yet</a:t>
                      </a:r>
                      <a:r>
                        <a:rPr lang="fr-FR" dirty="0">
                          <a:latin typeface="Calibri"/>
                        </a:rPr>
                        <a:t>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865004"/>
                  </a:ext>
                </a:extLst>
              </a:tr>
              <a:tr h="60748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Business process documentation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Not </a:t>
                      </a:r>
                      <a:r>
                        <a:rPr lang="fr-FR" dirty="0" err="1">
                          <a:latin typeface="Calibri"/>
                        </a:rPr>
                        <a:t>started</a:t>
                      </a:r>
                      <a:r>
                        <a:rPr lang="fr-FR" dirty="0">
                          <a:latin typeface="Calibri"/>
                        </a:rPr>
                        <a:t> </a:t>
                      </a:r>
                      <a:r>
                        <a:rPr lang="fr-FR" dirty="0" err="1">
                          <a:latin typeface="Calibri"/>
                        </a:rPr>
                        <a:t>yet</a:t>
                      </a:r>
                      <a:r>
                        <a:rPr lang="fr-FR" dirty="0">
                          <a:latin typeface="Calibri"/>
                        </a:rPr>
                        <a:t>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082586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9EEE4645-A71E-4A5D-09EF-2CAFB6D4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95250"/>
            <a:ext cx="10515600" cy="798657"/>
          </a:xfrm>
        </p:spPr>
        <p:txBody>
          <a:bodyPr>
            <a:normAutofit/>
          </a:bodyPr>
          <a:lstStyle/>
          <a:p>
            <a:r>
              <a:rPr lang="fr-FR" dirty="0">
                <a:ea typeface="Roboto"/>
                <a:cs typeface="Roboto"/>
              </a:rPr>
              <a:t> </a:t>
            </a:r>
            <a:r>
              <a:rPr lang="fr-FR" dirty="0" err="1">
                <a:ea typeface="Roboto"/>
                <a:cs typeface="Roboto"/>
              </a:rPr>
              <a:t>Deliverables</a:t>
            </a:r>
            <a:r>
              <a:rPr lang="fr-FR" dirty="0">
                <a:ea typeface="Roboto"/>
                <a:cs typeface="Roboto"/>
              </a:rPr>
              <a:t> snapshot (3/3)</a:t>
            </a:r>
          </a:p>
        </p:txBody>
      </p:sp>
      <p:pic>
        <p:nvPicPr>
          <p:cNvPr id="4" name="Graphique 3" descr="Flocon de neige contour">
            <a:extLst>
              <a:ext uri="{FF2B5EF4-FFF2-40B4-BE49-F238E27FC236}">
                <a16:creationId xmlns:a16="http://schemas.microsoft.com/office/drawing/2014/main" id="{C0D14F28-79A2-468A-4D3E-E2D9D9BC2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0292" y="1556138"/>
            <a:ext cx="584893" cy="584893"/>
          </a:xfrm>
          <a:prstGeom prst="rect">
            <a:avLst/>
          </a:prstGeom>
        </p:spPr>
      </p:pic>
      <p:pic>
        <p:nvPicPr>
          <p:cNvPr id="5" name="Graphique 4" descr="Flocon de neige contour">
            <a:extLst>
              <a:ext uri="{FF2B5EF4-FFF2-40B4-BE49-F238E27FC236}">
                <a16:creationId xmlns:a16="http://schemas.microsoft.com/office/drawing/2014/main" id="{C3D8D19B-740F-2823-2297-AC7E56E97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5462" y="2832790"/>
            <a:ext cx="584893" cy="584893"/>
          </a:xfrm>
          <a:prstGeom prst="rect">
            <a:avLst/>
          </a:prstGeom>
        </p:spPr>
      </p:pic>
      <p:pic>
        <p:nvPicPr>
          <p:cNvPr id="6" name="Graphique 5" descr="Flocon de neige contour">
            <a:extLst>
              <a:ext uri="{FF2B5EF4-FFF2-40B4-BE49-F238E27FC236}">
                <a16:creationId xmlns:a16="http://schemas.microsoft.com/office/drawing/2014/main" id="{E399C290-03D1-B1CC-6417-3A648B2A8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4089" y="3477188"/>
            <a:ext cx="584893" cy="584893"/>
          </a:xfrm>
          <a:prstGeom prst="rect">
            <a:avLst/>
          </a:prstGeom>
        </p:spPr>
      </p:pic>
      <p:pic>
        <p:nvPicPr>
          <p:cNvPr id="8" name="Graphique 7" descr="Flocon de neige contour">
            <a:extLst>
              <a:ext uri="{FF2B5EF4-FFF2-40B4-BE49-F238E27FC236}">
                <a16:creationId xmlns:a16="http://schemas.microsoft.com/office/drawing/2014/main" id="{027D9567-16D3-491F-55AE-560739609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8759" y="4120072"/>
            <a:ext cx="584893" cy="584893"/>
          </a:xfrm>
          <a:prstGeom prst="rect">
            <a:avLst/>
          </a:prstGeom>
        </p:spPr>
      </p:pic>
      <p:pic>
        <p:nvPicPr>
          <p:cNvPr id="9" name="Graphique 8" descr="Flocon de neige contour">
            <a:extLst>
              <a:ext uri="{FF2B5EF4-FFF2-40B4-BE49-F238E27FC236}">
                <a16:creationId xmlns:a16="http://schemas.microsoft.com/office/drawing/2014/main" id="{A6BEE7FD-E84F-A112-D194-30B923703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1108" y="4712512"/>
            <a:ext cx="584893" cy="584893"/>
          </a:xfrm>
          <a:prstGeom prst="rect">
            <a:avLst/>
          </a:prstGeom>
        </p:spPr>
      </p:pic>
      <p:pic>
        <p:nvPicPr>
          <p:cNvPr id="7" name="Graphique 4" descr="Flocon de neige contour">
            <a:extLst>
              <a:ext uri="{FF2B5EF4-FFF2-40B4-BE49-F238E27FC236}">
                <a16:creationId xmlns:a16="http://schemas.microsoft.com/office/drawing/2014/main" id="{54740064-6E8A-32C2-496A-58F8D2EAE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6436" y="2244474"/>
            <a:ext cx="584893" cy="584893"/>
          </a:xfrm>
          <a:prstGeom prst="rect">
            <a:avLst/>
          </a:prstGeom>
        </p:spPr>
      </p:pic>
      <p:pic>
        <p:nvPicPr>
          <p:cNvPr id="11" name="Graphique 8" descr="Flocon de neige contour">
            <a:extLst>
              <a:ext uri="{FF2B5EF4-FFF2-40B4-BE49-F238E27FC236}">
                <a16:creationId xmlns:a16="http://schemas.microsoft.com/office/drawing/2014/main" id="{624BA416-F518-5F9E-5B30-81CEBA62F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2480" y="5377515"/>
            <a:ext cx="584893" cy="584893"/>
          </a:xfrm>
          <a:prstGeom prst="rect">
            <a:avLst/>
          </a:prstGeom>
        </p:spPr>
      </p:pic>
      <p:pic>
        <p:nvPicPr>
          <p:cNvPr id="12" name="Graphique 8" descr="Flocon de neige contour">
            <a:extLst>
              <a:ext uri="{FF2B5EF4-FFF2-40B4-BE49-F238E27FC236}">
                <a16:creationId xmlns:a16="http://schemas.microsoft.com/office/drawing/2014/main" id="{2F075816-07F6-D142-D1B9-C518D230A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8271" y="5953970"/>
            <a:ext cx="584893" cy="58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11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9EEE4645-A71E-4A5D-09EF-2CAFB6D4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240" y="402324"/>
            <a:ext cx="10458735" cy="514329"/>
          </a:xfrm>
        </p:spPr>
        <p:txBody>
          <a:bodyPr>
            <a:normAutofit fontScale="90000"/>
          </a:bodyPr>
          <a:lstStyle/>
          <a:p>
            <a:r>
              <a:rPr lang="fr-FR">
                <a:ea typeface="Roboto"/>
                <a:cs typeface="Roboto"/>
              </a:rPr>
              <a:t> RASCI </a:t>
            </a:r>
          </a:p>
        </p:txBody>
      </p:sp>
      <p:pic>
        <p:nvPicPr>
          <p:cNvPr id="4" name="Graphique 3" descr="Flocon de neige contour">
            <a:extLst>
              <a:ext uri="{FF2B5EF4-FFF2-40B4-BE49-F238E27FC236}">
                <a16:creationId xmlns:a16="http://schemas.microsoft.com/office/drawing/2014/main" id="{C0D14F28-79A2-468A-4D3E-E2D9D9BC2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1247" y="1783601"/>
            <a:ext cx="584893" cy="584893"/>
          </a:xfrm>
          <a:prstGeom prst="rect">
            <a:avLst/>
          </a:prstGeom>
        </p:spPr>
      </p:pic>
      <p:pic>
        <p:nvPicPr>
          <p:cNvPr id="5" name="Graphique 4" descr="Flocon de neige contour">
            <a:extLst>
              <a:ext uri="{FF2B5EF4-FFF2-40B4-BE49-F238E27FC236}">
                <a16:creationId xmlns:a16="http://schemas.microsoft.com/office/drawing/2014/main" id="{C3D8D19B-740F-2823-2297-AC7E56E97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790" y="2946521"/>
            <a:ext cx="584893" cy="584893"/>
          </a:xfrm>
          <a:prstGeom prst="rect">
            <a:avLst/>
          </a:prstGeom>
        </p:spPr>
      </p:pic>
      <p:pic>
        <p:nvPicPr>
          <p:cNvPr id="6" name="Graphique 5" descr="Flocon de neige contour">
            <a:extLst>
              <a:ext uri="{FF2B5EF4-FFF2-40B4-BE49-F238E27FC236}">
                <a16:creationId xmlns:a16="http://schemas.microsoft.com/office/drawing/2014/main" id="{E399C290-03D1-B1CC-6417-3A648B2A8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6417" y="3534054"/>
            <a:ext cx="584893" cy="584893"/>
          </a:xfrm>
          <a:prstGeom prst="rect">
            <a:avLst/>
          </a:prstGeom>
        </p:spPr>
      </p:pic>
      <p:pic>
        <p:nvPicPr>
          <p:cNvPr id="8" name="Graphique 7" descr="Flocon de neige contour">
            <a:extLst>
              <a:ext uri="{FF2B5EF4-FFF2-40B4-BE49-F238E27FC236}">
                <a16:creationId xmlns:a16="http://schemas.microsoft.com/office/drawing/2014/main" id="{027D9567-16D3-491F-55AE-560739609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2461" y="4063206"/>
            <a:ext cx="584893" cy="584893"/>
          </a:xfrm>
          <a:prstGeom prst="rect">
            <a:avLst/>
          </a:prstGeom>
        </p:spPr>
      </p:pic>
      <p:pic>
        <p:nvPicPr>
          <p:cNvPr id="10" name="Graphique 9" descr="Nuage contour">
            <a:extLst>
              <a:ext uri="{FF2B5EF4-FFF2-40B4-BE49-F238E27FC236}">
                <a16:creationId xmlns:a16="http://schemas.microsoft.com/office/drawing/2014/main" id="{5CE3CA2E-7ACE-6292-83DD-EC16C3E540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7789" y="2361118"/>
            <a:ext cx="584893" cy="584893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B5C8EB2-0511-E3F2-796A-1A12AA62A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197072"/>
              </p:ext>
            </p:extLst>
          </p:nvPr>
        </p:nvGraphicFramePr>
        <p:xfrm>
          <a:off x="387684" y="922421"/>
          <a:ext cx="9949564" cy="570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223">
                  <a:extLst>
                    <a:ext uri="{9D8B030D-6E8A-4147-A177-3AD203B41FA5}">
                      <a16:colId xmlns:a16="http://schemas.microsoft.com/office/drawing/2014/main" val="3343573550"/>
                    </a:ext>
                  </a:extLst>
                </a:gridCol>
                <a:gridCol w="1585349">
                  <a:extLst>
                    <a:ext uri="{9D8B030D-6E8A-4147-A177-3AD203B41FA5}">
                      <a16:colId xmlns:a16="http://schemas.microsoft.com/office/drawing/2014/main" val="3485001541"/>
                    </a:ext>
                  </a:extLst>
                </a:gridCol>
                <a:gridCol w="1564103">
                  <a:extLst>
                    <a:ext uri="{9D8B030D-6E8A-4147-A177-3AD203B41FA5}">
                      <a16:colId xmlns:a16="http://schemas.microsoft.com/office/drawing/2014/main" val="2465289989"/>
                    </a:ext>
                  </a:extLst>
                </a:gridCol>
                <a:gridCol w="1493996">
                  <a:extLst>
                    <a:ext uri="{9D8B030D-6E8A-4147-A177-3AD203B41FA5}">
                      <a16:colId xmlns:a16="http://schemas.microsoft.com/office/drawing/2014/main" val="4155053914"/>
                    </a:ext>
                  </a:extLst>
                </a:gridCol>
                <a:gridCol w="1876567">
                  <a:extLst>
                    <a:ext uri="{9D8B030D-6E8A-4147-A177-3AD203B41FA5}">
                      <a16:colId xmlns:a16="http://schemas.microsoft.com/office/drawing/2014/main" val="4016531404"/>
                    </a:ext>
                  </a:extLst>
                </a:gridCol>
                <a:gridCol w="1365326">
                  <a:extLst>
                    <a:ext uri="{9D8B030D-6E8A-4147-A177-3AD203B41FA5}">
                      <a16:colId xmlns:a16="http://schemas.microsoft.com/office/drawing/2014/main" val="719171400"/>
                    </a:ext>
                  </a:extLst>
                </a:gridCol>
              </a:tblGrid>
              <a:tr h="62593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Responsible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Accountable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Consulted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Informed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084937"/>
                  </a:ext>
                </a:extLst>
              </a:tr>
              <a:tr h="625938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Calibri"/>
                        </a:rPr>
                        <a:t>Requirements review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libri"/>
                        </a:rPr>
                        <a:t>Olivier </a:t>
                      </a:r>
                      <a:r>
                        <a:rPr lang="en-US" err="1">
                          <a:effectLst/>
                          <a:latin typeface="Calibri"/>
                        </a:rPr>
                        <a:t>Chantaseng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libri"/>
                        </a:rPr>
                        <a:t>Mohamed </a:t>
                      </a:r>
                      <a:r>
                        <a:rPr lang="en-US" dirty="0" err="1">
                          <a:effectLst/>
                          <a:latin typeface="Calibri"/>
                        </a:rPr>
                        <a:t>Mhamo</a:t>
                      </a:r>
                      <a:endParaRPr lang="en-US" dirty="0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libri"/>
                        </a:rPr>
                        <a:t>Etienne </a:t>
                      </a:r>
                      <a:r>
                        <a:rPr lang="en-US" dirty="0" err="1">
                          <a:effectLst/>
                          <a:latin typeface="Calibri"/>
                        </a:rPr>
                        <a:t>Bernouli</a:t>
                      </a:r>
                      <a:endParaRPr lang="en-US" dirty="0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308048"/>
                  </a:ext>
                </a:extLst>
              </a:tr>
              <a:tr h="8914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dirty="0">
                          <a:effectLst/>
                          <a:latin typeface="Calibri"/>
                        </a:rPr>
                        <a:t>Risk analysis/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b="0" err="1">
                          <a:effectLst/>
                          <a:latin typeface="Calibri"/>
                        </a:rPr>
                        <a:t>Assessement</a:t>
                      </a:r>
                      <a:endParaRPr lang="en-US" b="0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Atif </a:t>
                      </a:r>
                      <a:r>
                        <a:rPr lang="en-US" err="1">
                          <a:latin typeface="Calibri"/>
                        </a:rPr>
                        <a:t>Satif</a:t>
                      </a:r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Elisa Fauci</a:t>
                      </a:r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426123"/>
                  </a:ext>
                </a:extLst>
              </a:tr>
              <a:tr h="701810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Calibri"/>
                        </a:rPr>
                        <a:t>Big Case estimation 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libri"/>
                        </a:rPr>
                        <a:t>Etienne </a:t>
                      </a:r>
                      <a:r>
                        <a:rPr lang="en-US" err="1">
                          <a:effectLst/>
                          <a:latin typeface="Calibri"/>
                        </a:rPr>
                        <a:t>Bernouli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521391"/>
                  </a:ext>
                </a:extLst>
              </a:tr>
              <a:tr h="360387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Calibri"/>
                        </a:rPr>
                        <a:t>ROI 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Collaborative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40609"/>
                  </a:ext>
                </a:extLst>
              </a:tr>
              <a:tr h="625938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Calibri"/>
                        </a:rPr>
                        <a:t>Blueprint 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effectLst/>
                          <a:latin typeface="Calibri"/>
                        </a:rPr>
                        <a:t>Dyhia</a:t>
                      </a:r>
                      <a:r>
                        <a:rPr lang="en-US" dirty="0">
                          <a:effectLst/>
                          <a:latin typeface="Calibri"/>
                        </a:rPr>
                        <a:t> Amour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95981"/>
                  </a:ext>
                </a:extLst>
              </a:tr>
              <a:tr h="625938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Calibri"/>
                        </a:rPr>
                        <a:t>Org Chart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latin typeface="Calibri"/>
                        </a:rPr>
                        <a:t>Dyhia</a:t>
                      </a:r>
                      <a:r>
                        <a:rPr lang="en-US" dirty="0">
                          <a:latin typeface="Calibri"/>
                        </a:rPr>
                        <a:t> Amour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Samira </a:t>
                      </a:r>
                      <a:r>
                        <a:rPr lang="en-US" dirty="0" err="1">
                          <a:latin typeface="Calibri"/>
                        </a:rPr>
                        <a:t>Mhamsa</a:t>
                      </a:r>
                      <a:endParaRPr lang="en-US" dirty="0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044092"/>
                  </a:ext>
                </a:extLst>
              </a:tr>
              <a:tr h="569035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Calibri"/>
                        </a:rPr>
                        <a:t>Feasibility study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libri"/>
                        </a:rPr>
                        <a:t>Elisa Fauci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Calibri"/>
                        </a:rPr>
                        <a:t>Dyhia</a:t>
                      </a:r>
                      <a:r>
                        <a:rPr lang="en-US" dirty="0">
                          <a:effectLst/>
                          <a:latin typeface="Calibri"/>
                        </a:rPr>
                        <a:t> Amour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libri"/>
                        </a:rPr>
                        <a:t>Fanta Gaby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49040"/>
                  </a:ext>
                </a:extLst>
              </a:tr>
              <a:tr h="625938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Calibri"/>
                        </a:rPr>
                        <a:t>Products Sheets Mock-Up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Etienne </a:t>
                      </a:r>
                      <a:r>
                        <a:rPr lang="en-US" dirty="0" err="1">
                          <a:latin typeface="Calibri"/>
                        </a:rPr>
                        <a:t>Bernouli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Fanta Gaby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53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574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9EEE4645-A71E-4A5D-09EF-2CAFB6D4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95250"/>
            <a:ext cx="10515600" cy="798657"/>
          </a:xfrm>
        </p:spPr>
        <p:txBody>
          <a:bodyPr>
            <a:normAutofit/>
          </a:bodyPr>
          <a:lstStyle/>
          <a:p>
            <a:r>
              <a:rPr lang="fr-FR">
                <a:ea typeface="Roboto"/>
                <a:cs typeface="Roboto"/>
              </a:rPr>
              <a:t> RASCI </a:t>
            </a:r>
          </a:p>
        </p:txBody>
      </p:sp>
      <p:pic>
        <p:nvPicPr>
          <p:cNvPr id="4" name="Graphique 3" descr="Flocon de neige contour">
            <a:extLst>
              <a:ext uri="{FF2B5EF4-FFF2-40B4-BE49-F238E27FC236}">
                <a16:creationId xmlns:a16="http://schemas.microsoft.com/office/drawing/2014/main" id="{C0D14F28-79A2-468A-4D3E-E2D9D9BC2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1247" y="1783601"/>
            <a:ext cx="584893" cy="584893"/>
          </a:xfrm>
          <a:prstGeom prst="rect">
            <a:avLst/>
          </a:prstGeom>
        </p:spPr>
      </p:pic>
      <p:pic>
        <p:nvPicPr>
          <p:cNvPr id="5" name="Graphique 4" descr="Flocon de neige contour">
            <a:extLst>
              <a:ext uri="{FF2B5EF4-FFF2-40B4-BE49-F238E27FC236}">
                <a16:creationId xmlns:a16="http://schemas.microsoft.com/office/drawing/2014/main" id="{C3D8D19B-740F-2823-2297-AC7E56E97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790" y="2946521"/>
            <a:ext cx="584893" cy="584893"/>
          </a:xfrm>
          <a:prstGeom prst="rect">
            <a:avLst/>
          </a:prstGeom>
        </p:spPr>
      </p:pic>
      <p:pic>
        <p:nvPicPr>
          <p:cNvPr id="6" name="Graphique 5" descr="Flocon de neige contour">
            <a:extLst>
              <a:ext uri="{FF2B5EF4-FFF2-40B4-BE49-F238E27FC236}">
                <a16:creationId xmlns:a16="http://schemas.microsoft.com/office/drawing/2014/main" id="{E399C290-03D1-B1CC-6417-3A648B2A8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6417" y="3534054"/>
            <a:ext cx="584893" cy="584893"/>
          </a:xfrm>
          <a:prstGeom prst="rect">
            <a:avLst/>
          </a:prstGeom>
        </p:spPr>
      </p:pic>
      <p:pic>
        <p:nvPicPr>
          <p:cNvPr id="8" name="Graphique 7" descr="Flocon de neige contour">
            <a:extLst>
              <a:ext uri="{FF2B5EF4-FFF2-40B4-BE49-F238E27FC236}">
                <a16:creationId xmlns:a16="http://schemas.microsoft.com/office/drawing/2014/main" id="{027D9567-16D3-491F-55AE-560739609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2461" y="4063206"/>
            <a:ext cx="584893" cy="584893"/>
          </a:xfrm>
          <a:prstGeom prst="rect">
            <a:avLst/>
          </a:prstGeom>
        </p:spPr>
      </p:pic>
      <p:pic>
        <p:nvPicPr>
          <p:cNvPr id="10" name="Graphique 9" descr="Nuage contour">
            <a:extLst>
              <a:ext uri="{FF2B5EF4-FFF2-40B4-BE49-F238E27FC236}">
                <a16:creationId xmlns:a16="http://schemas.microsoft.com/office/drawing/2014/main" id="{5CE3CA2E-7ACE-6292-83DD-EC16C3E540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7789" y="2361118"/>
            <a:ext cx="584893" cy="584893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B5C8EB2-0511-E3F2-796A-1A12AA62A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368252"/>
              </p:ext>
            </p:extLst>
          </p:nvPr>
        </p:nvGraphicFramePr>
        <p:xfrm>
          <a:off x="750626" y="716507"/>
          <a:ext cx="9532135" cy="6040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685">
                  <a:extLst>
                    <a:ext uri="{9D8B030D-6E8A-4147-A177-3AD203B41FA5}">
                      <a16:colId xmlns:a16="http://schemas.microsoft.com/office/drawing/2014/main" val="3343573550"/>
                    </a:ext>
                  </a:extLst>
                </a:gridCol>
                <a:gridCol w="1584090">
                  <a:extLst>
                    <a:ext uri="{9D8B030D-6E8A-4147-A177-3AD203B41FA5}">
                      <a16:colId xmlns:a16="http://schemas.microsoft.com/office/drawing/2014/main" val="3485001541"/>
                    </a:ext>
                  </a:extLst>
                </a:gridCol>
                <a:gridCol w="1584090">
                  <a:extLst>
                    <a:ext uri="{9D8B030D-6E8A-4147-A177-3AD203B41FA5}">
                      <a16:colId xmlns:a16="http://schemas.microsoft.com/office/drawing/2014/main" val="2465289989"/>
                    </a:ext>
                  </a:extLst>
                </a:gridCol>
                <a:gridCol w="1584090">
                  <a:extLst>
                    <a:ext uri="{9D8B030D-6E8A-4147-A177-3AD203B41FA5}">
                      <a16:colId xmlns:a16="http://schemas.microsoft.com/office/drawing/2014/main" val="4155053914"/>
                    </a:ext>
                  </a:extLst>
                </a:gridCol>
                <a:gridCol w="1584090">
                  <a:extLst>
                    <a:ext uri="{9D8B030D-6E8A-4147-A177-3AD203B41FA5}">
                      <a16:colId xmlns:a16="http://schemas.microsoft.com/office/drawing/2014/main" val="4016531404"/>
                    </a:ext>
                  </a:extLst>
                </a:gridCol>
                <a:gridCol w="1584090">
                  <a:extLst>
                    <a:ext uri="{9D8B030D-6E8A-4147-A177-3AD203B41FA5}">
                      <a16:colId xmlns:a16="http://schemas.microsoft.com/office/drawing/2014/main" val="719171400"/>
                    </a:ext>
                  </a:extLst>
                </a:gridCol>
              </a:tblGrid>
              <a:tr h="33619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Responsible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Accountable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Consulted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Informed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084937"/>
                  </a:ext>
                </a:extLst>
              </a:tr>
              <a:tr h="688408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libri"/>
                        </a:rPr>
                        <a:t>Architecture Mapping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libri"/>
                        </a:rPr>
                        <a:t>Samira </a:t>
                      </a:r>
                      <a:r>
                        <a:rPr lang="en-US" dirty="0" err="1">
                          <a:effectLst/>
                          <a:latin typeface="Calibri"/>
                        </a:rPr>
                        <a:t>Mhamsa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308048"/>
                  </a:ext>
                </a:extLst>
              </a:tr>
              <a:tr h="68840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effectLst/>
                          <a:latin typeface="Calibri"/>
                        </a:rPr>
                        <a:t>Website Mock Up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383014"/>
                  </a:ext>
                </a:extLst>
              </a:tr>
              <a:tr h="1104656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libri"/>
                        </a:rPr>
                        <a:t>Business Process Customer Journey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Calibri"/>
                        </a:rPr>
                        <a:t>Dyhia</a:t>
                      </a:r>
                      <a:r>
                        <a:rPr lang="en-US" dirty="0">
                          <a:effectLst/>
                          <a:latin typeface="Calibri"/>
                        </a:rPr>
                        <a:t> Amour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521391"/>
                  </a:ext>
                </a:extLst>
              </a:tr>
              <a:tr h="84850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Business 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Process Q2C (SAP)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198548"/>
                  </a:ext>
                </a:extLst>
              </a:tr>
              <a:tr h="592352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libri"/>
                        </a:rPr>
                        <a:t>Business Process O2C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0"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40609"/>
                  </a:ext>
                </a:extLst>
              </a:tr>
              <a:tr h="848503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libri"/>
                        </a:rPr>
                        <a:t>Customizing Guide Salesforce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95981"/>
                  </a:ext>
                </a:extLst>
              </a:tr>
              <a:tr h="592352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libri"/>
                        </a:rPr>
                        <a:t>End User Guide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044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808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564A01-9E7D-BEF6-D991-C9A3F69185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>
              <a:latin typeface="Calibri Light"/>
              <a:ea typeface="Roboto"/>
              <a:cs typeface="Calibri Light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04213D5-633A-25C9-BF59-1CBE75963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fr-FR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73334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-Ekovya">
  <a:themeElements>
    <a:clrScheme name="Thème-Ekovya">
      <a:dk1>
        <a:sysClr val="windowText" lastClr="000000"/>
      </a:dk1>
      <a:lt1>
        <a:sysClr val="window" lastClr="FFFFFF"/>
      </a:lt1>
      <a:dk2>
        <a:srgbClr val="52684D"/>
      </a:dk2>
      <a:lt2>
        <a:srgbClr val="709F2E"/>
      </a:lt2>
      <a:accent1>
        <a:srgbClr val="52684D"/>
      </a:accent1>
      <a:accent2>
        <a:srgbClr val="526A4F"/>
      </a:accent2>
      <a:accent3>
        <a:srgbClr val="709F2E"/>
      </a:accent3>
      <a:accent4>
        <a:srgbClr val="99A533"/>
      </a:accent4>
      <a:accent5>
        <a:srgbClr val="C9C000"/>
      </a:accent5>
      <a:accent6>
        <a:srgbClr val="E95311"/>
      </a:accent6>
      <a:hlink>
        <a:srgbClr val="F9E3D6"/>
      </a:hlink>
      <a:folHlink>
        <a:srgbClr val="FFFFFF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-Ekovya" id="{B93A8A4F-66CC-41E5-B85F-CC1C16446D3B}" vid="{C0EC2653-4062-4FBD-B833-C8F67E2C6F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E86B12B2892468B4E66F9F0873F45" ma:contentTypeVersion="16" ma:contentTypeDescription="Create a new document." ma:contentTypeScope="" ma:versionID="40c06be0097462ae84e73f209560d3f4">
  <xsd:schema xmlns:xsd="http://www.w3.org/2001/XMLSchema" xmlns:xs="http://www.w3.org/2001/XMLSchema" xmlns:p="http://schemas.microsoft.com/office/2006/metadata/properties" xmlns:ns2="5e559808-d930-4970-91a1-bd6f234f8931" xmlns:ns3="e8aab117-5955-4390-81ce-465e4528e65f" targetNamespace="http://schemas.microsoft.com/office/2006/metadata/properties" ma:root="true" ma:fieldsID="aa8c8b2366abf9a3a679a3cd5c8f77fc" ns2:_="" ns3:_="">
    <xsd:import namespace="5e559808-d930-4970-91a1-bd6f234f8931"/>
    <xsd:import namespace="e8aab117-5955-4390-81ce-465e4528e6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Typededocument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559808-d930-4970-91a1-bd6f234f8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1ffef63-4b63-4086-abdd-edc9d1547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Typededocument" ma:index="21" nillable="true" ma:displayName="Type de document" ma:format="Dropdown" ma:internalName="Typededocument">
      <xsd:simpleType>
        <xsd:restriction base="dms:Text">
          <xsd:maxLength value="255"/>
        </xsd:restriction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ab117-5955-4390-81ce-465e4528e65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d325a2c-4f9d-485a-8b53-02385c9b2f22}" ma:internalName="TaxCatchAll" ma:showField="CatchAllData" ma:web="e8aab117-5955-4390-81ce-465e4528e6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aab117-5955-4390-81ce-465e4528e65f" xsi:nil="true"/>
    <lcf76f155ced4ddcb4097134ff3c332f xmlns="5e559808-d930-4970-91a1-bd6f234f8931">
      <Terms xmlns="http://schemas.microsoft.com/office/infopath/2007/PartnerControls"/>
    </lcf76f155ced4ddcb4097134ff3c332f>
    <Typededocument xmlns="5e559808-d930-4970-91a1-bd6f234f8931" xsi:nil="true"/>
    <SharedWithUsers xmlns="e8aab117-5955-4390-81ce-465e4528e65f">
      <UserInfo>
        <DisplayName>Nadine LNALO</DisplayName>
        <AccountId>416</AccountId>
        <AccountType/>
      </UserInfo>
      <UserInfo>
        <DisplayName>Samira MHAMSA [EKVY]</DisplayName>
        <AccountId>798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873E7B9E-293F-4862-A457-3AFB304DA9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054B35-75DA-4710-B53B-4CF82F9BD083}"/>
</file>

<file path=customXml/itemProps3.xml><?xml version="1.0" encoding="utf-8"?>
<ds:datastoreItem xmlns:ds="http://schemas.openxmlformats.org/officeDocument/2006/customXml" ds:itemID="{5C796812-06DD-42A4-9A7C-60FB0C56B7B9}">
  <ds:schemaRefs>
    <ds:schemaRef ds:uri="5e559808-d930-4970-91a1-bd6f234f8931"/>
    <ds:schemaRef ds:uri="e8aab117-5955-4390-81ce-465e4528e65f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Thème-Ekovya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Thème-Ekovya</vt:lpstr>
      <vt:lpstr>List of deliverables</vt:lpstr>
      <vt:lpstr>Progress agreement convention</vt:lpstr>
      <vt:lpstr> Deliverables snapshot (1/3)</vt:lpstr>
      <vt:lpstr> Deliverables snapshot (2/3)</vt:lpstr>
      <vt:lpstr> Deliverables snapshot (3/3)</vt:lpstr>
      <vt:lpstr> RASCI </vt:lpstr>
      <vt:lpstr> RASCI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nos jours, l’écologie est au cœur des préoccupations des entreprises et des clients.  EKOVYA s’engage auprès de ses clients et collaborateurs à exercer dans ses pratiques une démarche écologique, en sélectionnant rigoureusement ses partenaires qui partagent les valeurs d’EKOVYA.  EKOVYA propose des solutions clé en main qui permettent à ses clients d’intégrer une démarche RSE dans leur organisation.</dc:title>
  <dc:creator>Sonia DJORDAN [EKVY]</dc:creator>
  <cp:revision>316</cp:revision>
  <dcterms:created xsi:type="dcterms:W3CDTF">2023-02-10T13:12:36Z</dcterms:created>
  <dcterms:modified xsi:type="dcterms:W3CDTF">2023-10-20T07:51:02Z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0x01010051AE86B12B2892468B4E66F9F0873F45</vt:lpwstr>
  </property>
  <property fmtid="{D5CDD505-2E9C-101B-9397-08002B2CF9AE}" pid="3" name="MediaServiceImageTags">
    <vt:lpwstr/>
  </property>
</Properties>
</file>